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40"/>
  </p:notesMasterIdLst>
  <p:handoutMasterIdLst>
    <p:handoutMasterId r:id="rId41"/>
  </p:handoutMasterIdLst>
  <p:sldIdLst>
    <p:sldId id="443" r:id="rId2"/>
    <p:sldId id="499" r:id="rId3"/>
    <p:sldId id="827" r:id="rId4"/>
    <p:sldId id="828" r:id="rId5"/>
    <p:sldId id="639" r:id="rId6"/>
    <p:sldId id="638" r:id="rId7"/>
    <p:sldId id="500" r:id="rId8"/>
    <p:sldId id="640" r:id="rId9"/>
    <p:sldId id="831" r:id="rId10"/>
    <p:sldId id="641" r:id="rId11"/>
    <p:sldId id="642" r:id="rId12"/>
    <p:sldId id="829" r:id="rId13"/>
    <p:sldId id="830" r:id="rId14"/>
    <p:sldId id="832" r:id="rId15"/>
    <p:sldId id="613" r:id="rId16"/>
    <p:sldId id="614" r:id="rId17"/>
    <p:sldId id="581" r:id="rId18"/>
    <p:sldId id="576" r:id="rId19"/>
    <p:sldId id="616" r:id="rId20"/>
    <p:sldId id="575" r:id="rId21"/>
    <p:sldId id="617" r:id="rId22"/>
    <p:sldId id="588" r:id="rId23"/>
    <p:sldId id="574" r:id="rId24"/>
    <p:sldId id="846" r:id="rId25"/>
    <p:sldId id="847" r:id="rId26"/>
    <p:sldId id="850" r:id="rId27"/>
    <p:sldId id="851" r:id="rId28"/>
    <p:sldId id="618" r:id="rId29"/>
    <p:sldId id="619" r:id="rId30"/>
    <p:sldId id="620" r:id="rId31"/>
    <p:sldId id="625" r:id="rId32"/>
    <p:sldId id="848" r:id="rId33"/>
    <p:sldId id="849" r:id="rId34"/>
    <p:sldId id="637" r:id="rId35"/>
    <p:sldId id="629" r:id="rId36"/>
    <p:sldId id="704" r:id="rId37"/>
    <p:sldId id="498" r:id="rId38"/>
    <p:sldId id="358" r:id="rId39"/>
  </p:sldIdLst>
  <p:sldSz cx="9144000" cy="6858000" type="screen4x3"/>
  <p:notesSz cx="6858000" cy="9144000"/>
  <p:embeddedFontLst>
    <p:embeddedFont>
      <p:font typeface="Tw Cen MT" panose="020B0602020104020603" pitchFamily="34" charset="0"/>
      <p:regular r:id="rId42"/>
      <p:bold r:id="rId43"/>
      <p:italic r:id="rId44"/>
      <p:boldItalic r:id="rId45"/>
    </p:embeddedFont>
    <p:embeddedFont>
      <p:font typeface="Wingdings 2" panose="05020102010507070707" pitchFamily="18" charset="2"/>
      <p:regular r:id="rId46"/>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a:srgbClr val="292929"/>
    <a:srgbClr val="92D050"/>
    <a:srgbClr val="FFFFFF"/>
    <a:srgbClr val="FED4FB"/>
    <a:srgbClr val="D4FEFD"/>
    <a:srgbClr val="FFFCD3"/>
    <a:srgbClr val="E0CBA3"/>
    <a:srgbClr val="FF00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DA6C5-88BB-4D1D-B182-8649261BBC18}" v="2" dt="2024-10-21T18:36:53.1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46" autoAdjust="0"/>
    <p:restoredTop sz="96357" autoAdjust="0"/>
  </p:normalViewPr>
  <p:slideViewPr>
    <p:cSldViewPr>
      <p:cViewPr varScale="1">
        <p:scale>
          <a:sx n="98" d="100"/>
          <a:sy n="98" d="100"/>
        </p:scale>
        <p:origin x="149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399B43EB-C122-41B4-B524-0A89A0D9B122}"/>
    <pc:docChg chg="undo custSel addSld delSld modSld sldOrd modMainMaster">
      <pc:chgData name="Daphne Economou" userId="d065a339-36cf-4937-af08-41751becbd81" providerId="ADAL" clId="{399B43EB-C122-41B4-B524-0A89A0D9B122}" dt="2023-10-21T20:24:34.503" v="5161" actId="404"/>
      <pc:docMkLst>
        <pc:docMk/>
      </pc:docMkLst>
      <pc:sldChg chg="modSp mod">
        <pc:chgData name="Daphne Economou" userId="d065a339-36cf-4937-af08-41751becbd81" providerId="ADAL" clId="{399B43EB-C122-41B4-B524-0A89A0D9B122}" dt="2023-10-21T20:24:34.503" v="5161" actId="404"/>
        <pc:sldMkLst>
          <pc:docMk/>
          <pc:sldMk cId="0" sldId="358"/>
        </pc:sldMkLst>
        <pc:spChg chg="mod">
          <ac:chgData name="Daphne Economou" userId="d065a339-36cf-4937-af08-41751becbd81" providerId="ADAL" clId="{399B43EB-C122-41B4-B524-0A89A0D9B122}" dt="2023-10-21T20:20:44.069" v="5046" actId="20577"/>
          <ac:spMkLst>
            <pc:docMk/>
            <pc:sldMk cId="0" sldId="358"/>
            <ac:spMk id="4" creationId="{D84B40CF-F55B-1403-F748-4EB2D17ABB5F}"/>
          </ac:spMkLst>
        </pc:spChg>
        <pc:spChg chg="mod">
          <ac:chgData name="Daphne Economou" userId="d065a339-36cf-4937-af08-41751becbd81" providerId="ADAL" clId="{399B43EB-C122-41B4-B524-0A89A0D9B122}" dt="2023-10-21T20:24:34.503" v="5161" actId="404"/>
          <ac:spMkLst>
            <pc:docMk/>
            <pc:sldMk cId="0" sldId="358"/>
            <ac:spMk id="223235" creationId="{00000000-0000-0000-0000-000000000000}"/>
          </ac:spMkLst>
        </pc:spChg>
      </pc:sldChg>
      <pc:sldChg chg="modSp mod">
        <pc:chgData name="Daphne Economou" userId="d065a339-36cf-4937-af08-41751becbd81" providerId="ADAL" clId="{399B43EB-C122-41B4-B524-0A89A0D9B122}" dt="2023-10-20T20:18:11.132" v="176" actId="20577"/>
        <pc:sldMkLst>
          <pc:docMk/>
          <pc:sldMk cId="0" sldId="443"/>
        </pc:sldMkLst>
        <pc:spChg chg="mod">
          <ac:chgData name="Daphne Economou" userId="d065a339-36cf-4937-af08-41751becbd81" providerId="ADAL" clId="{399B43EB-C122-41B4-B524-0A89A0D9B122}" dt="2023-10-20T20:18:11.132" v="176" actId="20577"/>
          <ac:spMkLst>
            <pc:docMk/>
            <pc:sldMk cId="0" sldId="443"/>
            <ac:spMk id="2" creationId="{00000000-0000-0000-0000-000000000000}"/>
          </ac:spMkLst>
        </pc:spChg>
      </pc:sldChg>
      <pc:sldChg chg="modSp mod">
        <pc:chgData name="Daphne Economou" userId="d065a339-36cf-4937-af08-41751becbd81" providerId="ADAL" clId="{399B43EB-C122-41B4-B524-0A89A0D9B122}" dt="2023-10-21T20:13:46.853" v="4970" actId="27636"/>
        <pc:sldMkLst>
          <pc:docMk/>
          <pc:sldMk cId="1393113354" sldId="498"/>
        </pc:sldMkLst>
        <pc:spChg chg="mod">
          <ac:chgData name="Daphne Economou" userId="d065a339-36cf-4937-af08-41751becbd81" providerId="ADAL" clId="{399B43EB-C122-41B4-B524-0A89A0D9B122}" dt="2023-10-21T20:13:46.853" v="4970" actId="27636"/>
          <ac:spMkLst>
            <pc:docMk/>
            <pc:sldMk cId="1393113354" sldId="498"/>
            <ac:spMk id="3" creationId="{2C69F99F-A699-D3F6-AAD3-A9DBE9A177F1}"/>
          </ac:spMkLst>
        </pc:spChg>
      </pc:sldChg>
      <pc:sldChg chg="modSp mod">
        <pc:chgData name="Daphne Economou" userId="d065a339-36cf-4937-af08-41751becbd81" providerId="ADAL" clId="{399B43EB-C122-41B4-B524-0A89A0D9B122}" dt="2023-10-20T20:10:43.361" v="21" actId="20577"/>
        <pc:sldMkLst>
          <pc:docMk/>
          <pc:sldMk cId="0" sldId="499"/>
        </pc:sldMkLst>
        <pc:spChg chg="mod">
          <ac:chgData name="Daphne Economou" userId="d065a339-36cf-4937-af08-41751becbd81" providerId="ADAL" clId="{399B43EB-C122-41B4-B524-0A89A0D9B122}" dt="2023-10-20T20:10:43.361" v="21" actId="20577"/>
          <ac:spMkLst>
            <pc:docMk/>
            <pc:sldMk cId="0" sldId="499"/>
            <ac:spMk id="157699" creationId="{00000000-0000-0000-0000-000000000000}"/>
          </ac:spMkLst>
        </pc:spChg>
      </pc:sldChg>
      <pc:sldChg chg="addSp delSp modSp add mod">
        <pc:chgData name="Daphne Economou" userId="d065a339-36cf-4937-af08-41751becbd81" providerId="ADAL" clId="{399B43EB-C122-41B4-B524-0A89A0D9B122}" dt="2023-10-21T13:35:00.594" v="963" actId="20577"/>
        <pc:sldMkLst>
          <pc:docMk/>
          <pc:sldMk cId="0" sldId="500"/>
        </pc:sldMkLst>
        <pc:spChg chg="mod">
          <ac:chgData name="Daphne Economou" userId="d065a339-36cf-4937-af08-41751becbd81" providerId="ADAL" clId="{399B43EB-C122-41B4-B524-0A89A0D9B122}" dt="2023-10-21T13:35:00.594" v="963" actId="20577"/>
          <ac:spMkLst>
            <pc:docMk/>
            <pc:sldMk cId="0" sldId="500"/>
            <ac:spMk id="2" creationId="{00000000-0000-0000-0000-000000000000}"/>
          </ac:spMkLst>
        </pc:spChg>
        <pc:spChg chg="del">
          <ac:chgData name="Daphne Economou" userId="d065a339-36cf-4937-af08-41751becbd81" providerId="ADAL" clId="{399B43EB-C122-41B4-B524-0A89A0D9B122}" dt="2023-10-21T12:24:37.312" v="603" actId="26606"/>
          <ac:spMkLst>
            <pc:docMk/>
            <pc:sldMk cId="0" sldId="500"/>
            <ac:spMk id="3" creationId="{00000000-0000-0000-0000-000000000000}"/>
          </ac:spMkLst>
        </pc:spChg>
        <pc:graphicFrameChg chg="add modGraphic">
          <ac:chgData name="Daphne Economou" userId="d065a339-36cf-4937-af08-41751becbd81" providerId="ADAL" clId="{399B43EB-C122-41B4-B524-0A89A0D9B122}" dt="2023-10-21T12:24:58.137" v="608" actId="404"/>
          <ac:graphicFrameMkLst>
            <pc:docMk/>
            <pc:sldMk cId="0" sldId="500"/>
            <ac:graphicFrameMk id="7" creationId="{A973E512-3DCC-D8A2-5945-AC3674AE1A17}"/>
          </ac:graphicFrameMkLst>
        </pc:graphicFrameChg>
      </pc:sldChg>
      <pc:sldChg chg="add del">
        <pc:chgData name="Daphne Economou" userId="d065a339-36cf-4937-af08-41751becbd81" providerId="ADAL" clId="{399B43EB-C122-41B4-B524-0A89A0D9B122}" dt="2023-10-21T19:21:14.767" v="4697" actId="47"/>
        <pc:sldMkLst>
          <pc:docMk/>
          <pc:sldMk cId="0" sldId="568"/>
        </pc:sldMkLst>
      </pc:sldChg>
      <pc:sldChg chg="addSp delSp modSp add mod ord setBg">
        <pc:chgData name="Daphne Economou" userId="d065a339-36cf-4937-af08-41751becbd81" providerId="ADAL" clId="{399B43EB-C122-41B4-B524-0A89A0D9B122}" dt="2023-10-21T17:21:03.342" v="3003"/>
        <pc:sldMkLst>
          <pc:docMk/>
          <pc:sldMk cId="0" sldId="571"/>
        </pc:sldMkLst>
        <pc:spChg chg="mod">
          <ac:chgData name="Daphne Economou" userId="d065a339-36cf-4937-af08-41751becbd81" providerId="ADAL" clId="{399B43EB-C122-41B4-B524-0A89A0D9B122}" dt="2023-10-21T14:48:44.669" v="1844" actId="20577"/>
          <ac:spMkLst>
            <pc:docMk/>
            <pc:sldMk cId="0" sldId="571"/>
            <ac:spMk id="2" creationId="{00000000-0000-0000-0000-000000000000}"/>
          </ac:spMkLst>
        </pc:spChg>
        <pc:spChg chg="del">
          <ac:chgData name="Daphne Economou" userId="d065a339-36cf-4937-af08-41751becbd81" providerId="ADAL" clId="{399B43EB-C122-41B4-B524-0A89A0D9B122}" dt="2023-10-21T14:37:36.093" v="1593" actId="478"/>
          <ac:spMkLst>
            <pc:docMk/>
            <pc:sldMk cId="0" sldId="571"/>
            <ac:spMk id="11" creationId="{00000000-0000-0000-0000-000000000000}"/>
          </ac:spMkLst>
        </pc:spChg>
        <pc:graphicFrameChg chg="add mod modGraphic">
          <ac:chgData name="Daphne Economou" userId="d065a339-36cf-4937-af08-41751becbd81" providerId="ADAL" clId="{399B43EB-C122-41B4-B524-0A89A0D9B122}" dt="2023-10-21T14:51:29.141" v="1884" actId="14100"/>
          <ac:graphicFrameMkLst>
            <pc:docMk/>
            <pc:sldMk cId="0" sldId="571"/>
            <ac:graphicFrameMk id="5" creationId="{352BF1BB-BA42-B73F-9701-2447B52B712D}"/>
          </ac:graphicFrameMkLst>
        </pc:graphicFrameChg>
        <pc:graphicFrameChg chg="mod modGraphic">
          <ac:chgData name="Daphne Economou" userId="d065a339-36cf-4937-af08-41751becbd81" providerId="ADAL" clId="{399B43EB-C122-41B4-B524-0A89A0D9B122}" dt="2023-10-21T15:35:34.681" v="2208" actId="113"/>
          <ac:graphicFrameMkLst>
            <pc:docMk/>
            <pc:sldMk cId="0" sldId="571"/>
            <ac:graphicFrameMk id="7" creationId="{00000000-0000-0000-0000-000000000000}"/>
          </ac:graphicFrameMkLst>
        </pc:graphicFrameChg>
        <pc:graphicFrameChg chg="del">
          <ac:chgData name="Daphne Economou" userId="d065a339-36cf-4937-af08-41751becbd81" providerId="ADAL" clId="{399B43EB-C122-41B4-B524-0A89A0D9B122}" dt="2023-10-21T14:37:37.217" v="1594" actId="478"/>
          <ac:graphicFrameMkLst>
            <pc:docMk/>
            <pc:sldMk cId="0" sldId="571"/>
            <ac:graphicFrameMk id="10" creationId="{00000000-0000-0000-0000-000000000000}"/>
          </ac:graphicFrameMkLst>
        </pc:graphicFrameChg>
        <pc:picChg chg="add mod ord">
          <ac:chgData name="Daphne Economou" userId="d065a339-36cf-4937-af08-41751becbd81" providerId="ADAL" clId="{399B43EB-C122-41B4-B524-0A89A0D9B122}" dt="2023-10-21T14:54:01.936" v="1928" actId="1076"/>
          <ac:picMkLst>
            <pc:docMk/>
            <pc:sldMk cId="0" sldId="571"/>
            <ac:picMk id="8" creationId="{EA05A071-3A3C-49F3-458D-155321DC7B59}"/>
          </ac:picMkLst>
        </pc:picChg>
        <pc:picChg chg="add del mod">
          <ac:chgData name="Daphne Economou" userId="d065a339-36cf-4937-af08-41751becbd81" providerId="ADAL" clId="{399B43EB-C122-41B4-B524-0A89A0D9B122}" dt="2023-10-21T17:21:03.054" v="3002" actId="478"/>
          <ac:picMkLst>
            <pc:docMk/>
            <pc:sldMk cId="0" sldId="571"/>
            <ac:picMk id="9" creationId="{344E317A-B823-502A-1FDA-65B20EAC8E7B}"/>
          </ac:picMkLst>
        </pc:picChg>
        <pc:picChg chg="add mod">
          <ac:chgData name="Daphne Economou" userId="d065a339-36cf-4937-af08-41751becbd81" providerId="ADAL" clId="{399B43EB-C122-41B4-B524-0A89A0D9B122}" dt="2023-10-21T17:21:03.342" v="3003"/>
          <ac:picMkLst>
            <pc:docMk/>
            <pc:sldMk cId="0" sldId="571"/>
            <ac:picMk id="12" creationId="{92C3AC30-4B6F-13E9-D220-756639E6A615}"/>
          </ac:picMkLst>
        </pc:picChg>
      </pc:sldChg>
      <pc:sldChg chg="addSp delSp modSp add mod ord setBg">
        <pc:chgData name="Daphne Economou" userId="d065a339-36cf-4937-af08-41751becbd81" providerId="ADAL" clId="{399B43EB-C122-41B4-B524-0A89A0D9B122}" dt="2023-10-21T17:24:38.178" v="3122" actId="20577"/>
        <pc:sldMkLst>
          <pc:docMk/>
          <pc:sldMk cId="0" sldId="573"/>
        </pc:sldMkLst>
        <pc:spChg chg="mod">
          <ac:chgData name="Daphne Economou" userId="d065a339-36cf-4937-af08-41751becbd81" providerId="ADAL" clId="{399B43EB-C122-41B4-B524-0A89A0D9B122}" dt="2023-10-21T17:24:38.178" v="3122" actId="20577"/>
          <ac:spMkLst>
            <pc:docMk/>
            <pc:sldMk cId="0" sldId="573"/>
            <ac:spMk id="2" creationId="{00000000-0000-0000-0000-000000000000}"/>
          </ac:spMkLst>
        </pc:spChg>
        <pc:graphicFrameChg chg="mod modGraphic">
          <ac:chgData name="Daphne Economou" userId="d065a339-36cf-4937-af08-41751becbd81" providerId="ADAL" clId="{399B43EB-C122-41B4-B524-0A89A0D9B122}" dt="2023-10-21T17:05:10.593" v="2763"/>
          <ac:graphicFrameMkLst>
            <pc:docMk/>
            <pc:sldMk cId="0" sldId="573"/>
            <ac:graphicFrameMk id="7" creationId="{00000000-0000-0000-0000-000000000000}"/>
          </ac:graphicFrameMkLst>
        </pc:graphicFrameChg>
        <pc:graphicFrameChg chg="mod modGraphic">
          <ac:chgData name="Daphne Economou" userId="d065a339-36cf-4937-af08-41751becbd81" providerId="ADAL" clId="{399B43EB-C122-41B4-B524-0A89A0D9B122}" dt="2023-10-21T17:05:17.173" v="2766" actId="20577"/>
          <ac:graphicFrameMkLst>
            <pc:docMk/>
            <pc:sldMk cId="0" sldId="573"/>
            <ac:graphicFrameMk id="10" creationId="{00000000-0000-0000-0000-000000000000}"/>
          </ac:graphicFrameMkLst>
        </pc:graphicFrameChg>
        <pc:picChg chg="add del mod">
          <ac:chgData name="Daphne Economou" userId="d065a339-36cf-4937-af08-41751becbd81" providerId="ADAL" clId="{399B43EB-C122-41B4-B524-0A89A0D9B122}" dt="2023-10-21T17:18:59.595" v="2988" actId="478"/>
          <ac:picMkLst>
            <pc:docMk/>
            <pc:sldMk cId="0" sldId="573"/>
            <ac:picMk id="6" creationId="{9B190C5A-992B-385E-2B4F-6F837E807A3B}"/>
          </ac:picMkLst>
        </pc:picChg>
        <pc:picChg chg="add del mod">
          <ac:chgData name="Daphne Economou" userId="d065a339-36cf-4937-af08-41751becbd81" providerId="ADAL" clId="{399B43EB-C122-41B4-B524-0A89A0D9B122}" dt="2023-10-21T17:19:20.215" v="2992" actId="478"/>
          <ac:picMkLst>
            <pc:docMk/>
            <pc:sldMk cId="0" sldId="573"/>
            <ac:picMk id="8" creationId="{E6B21E5C-E479-8217-52E0-7E1DB425C601}"/>
          </ac:picMkLst>
        </pc:picChg>
        <pc:picChg chg="add mod ord">
          <ac:chgData name="Daphne Economou" userId="d065a339-36cf-4937-af08-41751becbd81" providerId="ADAL" clId="{399B43EB-C122-41B4-B524-0A89A0D9B122}" dt="2023-10-21T17:20:40.761" v="2998" actId="1582"/>
          <ac:picMkLst>
            <pc:docMk/>
            <pc:sldMk cId="0" sldId="573"/>
            <ac:picMk id="9" creationId="{F181B152-A0FF-B458-EED5-E116E8242A7E}"/>
          </ac:picMkLst>
        </pc:picChg>
      </pc:sldChg>
      <pc:sldChg chg="add">
        <pc:chgData name="Daphne Economou" userId="d065a339-36cf-4937-af08-41751becbd81" providerId="ADAL" clId="{399B43EB-C122-41B4-B524-0A89A0D9B122}" dt="2023-10-21T17:12:44.750" v="2848"/>
        <pc:sldMkLst>
          <pc:docMk/>
          <pc:sldMk cId="3957134403" sldId="574"/>
        </pc:sldMkLst>
      </pc:sldChg>
      <pc:sldChg chg="modSp add mod ord">
        <pc:chgData name="Daphne Economou" userId="d065a339-36cf-4937-af08-41751becbd81" providerId="ADAL" clId="{399B43EB-C122-41B4-B524-0A89A0D9B122}" dt="2023-10-21T19:10:42.846" v="4530" actId="108"/>
        <pc:sldMkLst>
          <pc:docMk/>
          <pc:sldMk cId="0" sldId="575"/>
        </pc:sldMkLst>
        <pc:spChg chg="mod">
          <ac:chgData name="Daphne Economou" userId="d065a339-36cf-4937-af08-41751becbd81" providerId="ADAL" clId="{399B43EB-C122-41B4-B524-0A89A0D9B122}" dt="2023-10-21T19:10:42.846" v="4530" actId="108"/>
          <ac:spMkLst>
            <pc:docMk/>
            <pc:sldMk cId="0" sldId="575"/>
            <ac:spMk id="5" creationId="{2436CEC9-BAAC-A5F5-2A80-7913AEC71A6B}"/>
          </ac:spMkLst>
        </pc:spChg>
      </pc:sldChg>
      <pc:sldChg chg="add ord">
        <pc:chgData name="Daphne Economou" userId="d065a339-36cf-4937-af08-41751becbd81" providerId="ADAL" clId="{399B43EB-C122-41B4-B524-0A89A0D9B122}" dt="2023-10-21T13:44:51.349" v="1344"/>
        <pc:sldMkLst>
          <pc:docMk/>
          <pc:sldMk cId="0" sldId="576"/>
        </pc:sldMkLst>
      </pc:sldChg>
      <pc:sldChg chg="modSp add mod ord">
        <pc:chgData name="Daphne Economou" userId="d065a339-36cf-4937-af08-41751becbd81" providerId="ADAL" clId="{399B43EB-C122-41B4-B524-0A89A0D9B122}" dt="2023-10-21T19:15:11.947" v="4595" actId="20577"/>
        <pc:sldMkLst>
          <pc:docMk/>
          <pc:sldMk cId="2402570268" sldId="581"/>
        </pc:sldMkLst>
        <pc:spChg chg="mod">
          <ac:chgData name="Daphne Economou" userId="d065a339-36cf-4937-af08-41751becbd81" providerId="ADAL" clId="{399B43EB-C122-41B4-B524-0A89A0D9B122}" dt="2023-10-21T19:15:11.947" v="4595" actId="20577"/>
          <ac:spMkLst>
            <pc:docMk/>
            <pc:sldMk cId="2402570268" sldId="581"/>
            <ac:spMk id="2" creationId="{00000000-0000-0000-0000-000000000000}"/>
          </ac:spMkLst>
        </pc:spChg>
      </pc:sldChg>
      <pc:sldChg chg="add ord">
        <pc:chgData name="Daphne Economou" userId="d065a339-36cf-4937-af08-41751becbd81" providerId="ADAL" clId="{399B43EB-C122-41B4-B524-0A89A0D9B122}" dt="2023-10-21T13:44:51.349" v="1344"/>
        <pc:sldMkLst>
          <pc:docMk/>
          <pc:sldMk cId="0" sldId="588"/>
        </pc:sldMkLst>
      </pc:sldChg>
      <pc:sldChg chg="add ord">
        <pc:chgData name="Daphne Economou" userId="d065a339-36cf-4937-af08-41751becbd81" providerId="ADAL" clId="{399B43EB-C122-41B4-B524-0A89A0D9B122}" dt="2023-10-21T17:12:28.265" v="2846"/>
        <pc:sldMkLst>
          <pc:docMk/>
          <pc:sldMk cId="0" sldId="595"/>
        </pc:sldMkLst>
      </pc:sldChg>
      <pc:sldChg chg="del">
        <pc:chgData name="Daphne Economou" userId="d065a339-36cf-4937-af08-41751becbd81" providerId="ADAL" clId="{399B43EB-C122-41B4-B524-0A89A0D9B122}" dt="2023-10-20T20:05:01.665" v="14" actId="47"/>
        <pc:sldMkLst>
          <pc:docMk/>
          <pc:sldMk cId="1831287417" sldId="598"/>
        </pc:sldMkLst>
      </pc:sldChg>
      <pc:sldChg chg="add del">
        <pc:chgData name="Daphne Economou" userId="d065a339-36cf-4937-af08-41751becbd81" providerId="ADAL" clId="{399B43EB-C122-41B4-B524-0A89A0D9B122}" dt="2023-10-21T19:19:08.968" v="4696" actId="47"/>
        <pc:sldMkLst>
          <pc:docMk/>
          <pc:sldMk cId="1567446639" sldId="608"/>
        </pc:sldMkLst>
      </pc:sldChg>
      <pc:sldChg chg="addSp delSp modSp add mod">
        <pc:chgData name="Daphne Economou" userId="d065a339-36cf-4937-af08-41751becbd81" providerId="ADAL" clId="{399B43EB-C122-41B4-B524-0A89A0D9B122}" dt="2023-10-21T19:21:34.865" v="4700" actId="20577"/>
        <pc:sldMkLst>
          <pc:docMk/>
          <pc:sldMk cId="389220247" sldId="611"/>
        </pc:sldMkLst>
        <pc:spChg chg="mod">
          <ac:chgData name="Daphne Economou" userId="d065a339-36cf-4937-af08-41751becbd81" providerId="ADAL" clId="{399B43EB-C122-41B4-B524-0A89A0D9B122}" dt="2023-10-21T19:21:34.865" v="4700" actId="20577"/>
          <ac:spMkLst>
            <pc:docMk/>
            <pc:sldMk cId="389220247" sldId="611"/>
            <ac:spMk id="2" creationId="{00000000-0000-0000-0000-000000000000}"/>
          </ac:spMkLst>
        </pc:spChg>
        <pc:spChg chg="mod">
          <ac:chgData name="Daphne Economou" userId="d065a339-36cf-4937-af08-41751becbd81" providerId="ADAL" clId="{399B43EB-C122-41B4-B524-0A89A0D9B122}" dt="2023-10-21T17:17:25.331" v="2963" actId="14100"/>
          <ac:spMkLst>
            <pc:docMk/>
            <pc:sldMk cId="389220247" sldId="611"/>
            <ac:spMk id="3" creationId="{00000000-0000-0000-0000-000000000000}"/>
          </ac:spMkLst>
        </pc:spChg>
        <pc:spChg chg="mod">
          <ac:chgData name="Daphne Economou" userId="d065a339-36cf-4937-af08-41751becbd81" providerId="ADAL" clId="{399B43EB-C122-41B4-B524-0A89A0D9B122}" dt="2023-10-21T17:17:25.331" v="2963" actId="14100"/>
          <ac:spMkLst>
            <pc:docMk/>
            <pc:sldMk cId="389220247" sldId="611"/>
            <ac:spMk id="9" creationId="{848B2622-1A7D-CE35-8655-9396186DD001}"/>
          </ac:spMkLst>
        </pc:spChg>
        <pc:picChg chg="add del mod">
          <ac:chgData name="Daphne Economou" userId="d065a339-36cf-4937-af08-41751becbd81" providerId="ADAL" clId="{399B43EB-C122-41B4-B524-0A89A0D9B122}" dt="2023-10-21T17:21:29.710" v="3014" actId="478"/>
          <ac:picMkLst>
            <pc:docMk/>
            <pc:sldMk cId="389220247" sldId="611"/>
            <ac:picMk id="11" creationId="{739D2020-4006-8562-EDDE-62F6C2A1F88E}"/>
          </ac:picMkLst>
        </pc:picChg>
        <pc:picChg chg="add del mod">
          <ac:chgData name="Daphne Economou" userId="d065a339-36cf-4937-af08-41751becbd81" providerId="ADAL" clId="{399B43EB-C122-41B4-B524-0A89A0D9B122}" dt="2023-10-21T17:21:43.821" v="3017" actId="478"/>
          <ac:picMkLst>
            <pc:docMk/>
            <pc:sldMk cId="389220247" sldId="611"/>
            <ac:picMk id="12" creationId="{EB88ADD6-4505-EA68-76A1-0E87DE046235}"/>
          </ac:picMkLst>
        </pc:picChg>
        <pc:picChg chg="add mod">
          <ac:chgData name="Daphne Economou" userId="d065a339-36cf-4937-af08-41751becbd81" providerId="ADAL" clId="{399B43EB-C122-41B4-B524-0A89A0D9B122}" dt="2023-10-21T17:21:32.652" v="3016" actId="1076"/>
          <ac:picMkLst>
            <pc:docMk/>
            <pc:sldMk cId="389220247" sldId="611"/>
            <ac:picMk id="13" creationId="{D2D18DFA-0A79-8E6B-7823-BF1621485506}"/>
          </ac:picMkLst>
        </pc:picChg>
        <pc:picChg chg="add mod">
          <ac:chgData name="Daphne Economou" userId="d065a339-36cf-4937-af08-41751becbd81" providerId="ADAL" clId="{399B43EB-C122-41B4-B524-0A89A0D9B122}" dt="2023-10-21T17:21:47.869" v="3019" actId="1076"/>
          <ac:picMkLst>
            <pc:docMk/>
            <pc:sldMk cId="389220247" sldId="611"/>
            <ac:picMk id="14" creationId="{B2BF6B4C-58EA-6ABD-B108-DBCACF065B51}"/>
          </ac:picMkLst>
        </pc:picChg>
      </pc:sldChg>
      <pc:sldChg chg="modSp add mod ord">
        <pc:chgData name="Daphne Economou" userId="d065a339-36cf-4937-af08-41751becbd81" providerId="ADAL" clId="{399B43EB-C122-41B4-B524-0A89A0D9B122}" dt="2023-10-21T19:17:26.166" v="4676" actId="20577"/>
        <pc:sldMkLst>
          <pc:docMk/>
          <pc:sldMk cId="4208669700" sldId="613"/>
        </pc:sldMkLst>
        <pc:spChg chg="mod">
          <ac:chgData name="Daphne Economou" userId="d065a339-36cf-4937-af08-41751becbd81" providerId="ADAL" clId="{399B43EB-C122-41B4-B524-0A89A0D9B122}" dt="2023-10-21T13:46:29.670" v="1387" actId="948"/>
          <ac:spMkLst>
            <pc:docMk/>
            <pc:sldMk cId="4208669700" sldId="613"/>
            <ac:spMk id="6" creationId="{425EA5F2-F81B-2DEF-E759-6061C023DE56}"/>
          </ac:spMkLst>
        </pc:spChg>
        <pc:spChg chg="mod">
          <ac:chgData name="Daphne Economou" userId="d065a339-36cf-4937-af08-41751becbd81" providerId="ADAL" clId="{399B43EB-C122-41B4-B524-0A89A0D9B122}" dt="2023-10-21T19:17:26.166" v="4676" actId="20577"/>
          <ac:spMkLst>
            <pc:docMk/>
            <pc:sldMk cId="4208669700" sldId="613"/>
            <ac:spMk id="7" creationId="{A7923DCC-4E4A-BA81-EC2E-DE16830AEE66}"/>
          </ac:spMkLst>
        </pc:spChg>
      </pc:sldChg>
      <pc:sldChg chg="modSp add mod ord">
        <pc:chgData name="Daphne Economou" userId="d065a339-36cf-4937-af08-41751becbd81" providerId="ADAL" clId="{399B43EB-C122-41B4-B524-0A89A0D9B122}" dt="2023-10-21T13:49:06.397" v="1432" actId="14100"/>
        <pc:sldMkLst>
          <pc:docMk/>
          <pc:sldMk cId="4197293973" sldId="614"/>
        </pc:sldMkLst>
        <pc:spChg chg="mod">
          <ac:chgData name="Daphne Economou" userId="d065a339-36cf-4937-af08-41751becbd81" providerId="ADAL" clId="{399B43EB-C122-41B4-B524-0A89A0D9B122}" dt="2023-10-21T13:49:06.397" v="1432" actId="14100"/>
          <ac:spMkLst>
            <pc:docMk/>
            <pc:sldMk cId="4197293973" sldId="614"/>
            <ac:spMk id="8" creationId="{095D1FF6-64D7-FEC7-82C1-5F2D8A1735A1}"/>
          </ac:spMkLst>
        </pc:spChg>
      </pc:sldChg>
      <pc:sldChg chg="modSp add mod ord chgLayout">
        <pc:chgData name="Daphne Economou" userId="d065a339-36cf-4937-af08-41751becbd81" providerId="ADAL" clId="{399B43EB-C122-41B4-B524-0A89A0D9B122}" dt="2023-10-21T17:33:59.660" v="3344" actId="20577"/>
        <pc:sldMkLst>
          <pc:docMk/>
          <pc:sldMk cId="1469544103" sldId="615"/>
        </pc:sldMkLst>
        <pc:spChg chg="mod ord">
          <ac:chgData name="Daphne Economou" userId="d065a339-36cf-4937-af08-41751becbd81" providerId="ADAL" clId="{399B43EB-C122-41B4-B524-0A89A0D9B122}" dt="2023-10-21T17:33:59.660" v="3344" actId="20577"/>
          <ac:spMkLst>
            <pc:docMk/>
            <pc:sldMk cId="1469544103" sldId="615"/>
            <ac:spMk id="8" creationId="{28966481-2B09-8A07-6A36-40DC37F463C0}"/>
          </ac:spMkLst>
        </pc:spChg>
        <pc:spChg chg="mod ord">
          <ac:chgData name="Daphne Economou" userId="d065a339-36cf-4937-af08-41751becbd81" providerId="ADAL" clId="{399B43EB-C122-41B4-B524-0A89A0D9B122}" dt="2023-10-21T17:33:21.024" v="3313" actId="27636"/>
          <ac:spMkLst>
            <pc:docMk/>
            <pc:sldMk cId="1469544103" sldId="615"/>
            <ac:spMk id="9" creationId="{FF1339B8-90E8-B3CD-E63A-AF28C159BB60}"/>
          </ac:spMkLst>
        </pc:spChg>
        <pc:spChg chg="mod ord">
          <ac:chgData name="Daphne Economou" userId="d065a339-36cf-4937-af08-41751becbd81" providerId="ADAL" clId="{399B43EB-C122-41B4-B524-0A89A0D9B122}" dt="2023-10-21T17:33:16.697" v="3309" actId="700"/>
          <ac:spMkLst>
            <pc:docMk/>
            <pc:sldMk cId="1469544103" sldId="615"/>
            <ac:spMk id="10" creationId="{0083D174-D868-3E36-A6A8-827FB8638136}"/>
          </ac:spMkLst>
        </pc:spChg>
        <pc:spChg chg="mod ord">
          <ac:chgData name="Daphne Economou" userId="d065a339-36cf-4937-af08-41751becbd81" providerId="ADAL" clId="{399B43EB-C122-41B4-B524-0A89A0D9B122}" dt="2023-10-21T17:33:16.697" v="3309" actId="700"/>
          <ac:spMkLst>
            <pc:docMk/>
            <pc:sldMk cId="1469544103" sldId="615"/>
            <ac:spMk id="11" creationId="{D7CD3548-BF65-AD58-B124-097A679589C3}"/>
          </ac:spMkLst>
        </pc:spChg>
        <pc:spChg chg="mod ord">
          <ac:chgData name="Daphne Economou" userId="d065a339-36cf-4937-af08-41751becbd81" providerId="ADAL" clId="{399B43EB-C122-41B4-B524-0A89A0D9B122}" dt="2023-10-21T17:33:16.697" v="3309" actId="700"/>
          <ac:spMkLst>
            <pc:docMk/>
            <pc:sldMk cId="1469544103" sldId="615"/>
            <ac:spMk id="12" creationId="{B65A7D27-AD31-2ABD-FA1C-E40782007C1C}"/>
          </ac:spMkLst>
        </pc:spChg>
      </pc:sldChg>
      <pc:sldChg chg="add ord">
        <pc:chgData name="Daphne Economou" userId="d065a339-36cf-4937-af08-41751becbd81" providerId="ADAL" clId="{399B43EB-C122-41B4-B524-0A89A0D9B122}" dt="2023-10-21T13:44:51.349" v="1344"/>
        <pc:sldMkLst>
          <pc:docMk/>
          <pc:sldMk cId="2138905082" sldId="616"/>
        </pc:sldMkLst>
      </pc:sldChg>
      <pc:sldChg chg="modSp add mod ord">
        <pc:chgData name="Daphne Economou" userId="d065a339-36cf-4937-af08-41751becbd81" providerId="ADAL" clId="{399B43EB-C122-41B4-B524-0A89A0D9B122}" dt="2023-10-21T19:18:59.593" v="4695" actId="27636"/>
        <pc:sldMkLst>
          <pc:docMk/>
          <pc:sldMk cId="2263438990" sldId="617"/>
        </pc:sldMkLst>
        <pc:spChg chg="mod">
          <ac:chgData name="Daphne Economou" userId="d065a339-36cf-4937-af08-41751becbd81" providerId="ADAL" clId="{399B43EB-C122-41B4-B524-0A89A0D9B122}" dt="2023-10-21T19:18:59.593" v="4695" actId="27636"/>
          <ac:spMkLst>
            <pc:docMk/>
            <pc:sldMk cId="2263438990" sldId="617"/>
            <ac:spMk id="3" creationId="{00000000-0000-0000-0000-000000000000}"/>
          </ac:spMkLst>
        </pc:spChg>
        <pc:spChg chg="mod">
          <ac:chgData name="Daphne Economou" userId="d065a339-36cf-4937-af08-41751becbd81" providerId="ADAL" clId="{399B43EB-C122-41B4-B524-0A89A0D9B122}" dt="2023-10-21T19:10:31.659" v="4529" actId="108"/>
          <ac:spMkLst>
            <pc:docMk/>
            <pc:sldMk cId="2263438990" sldId="617"/>
            <ac:spMk id="5" creationId="{2436CEC9-BAAC-A5F5-2A80-7913AEC71A6B}"/>
          </ac:spMkLst>
        </pc:spChg>
      </pc:sldChg>
      <pc:sldChg chg="add">
        <pc:chgData name="Daphne Economou" userId="d065a339-36cf-4937-af08-41751becbd81" providerId="ADAL" clId="{399B43EB-C122-41B4-B524-0A89A0D9B122}" dt="2023-10-20T20:14:13.824" v="108"/>
        <pc:sldMkLst>
          <pc:docMk/>
          <pc:sldMk cId="3534424423" sldId="618"/>
        </pc:sldMkLst>
      </pc:sldChg>
      <pc:sldChg chg="modSp add mod">
        <pc:chgData name="Daphne Economou" userId="d065a339-36cf-4937-af08-41751becbd81" providerId="ADAL" clId="{399B43EB-C122-41B4-B524-0A89A0D9B122}" dt="2023-10-21T14:03:34.665" v="1439" actId="6549"/>
        <pc:sldMkLst>
          <pc:docMk/>
          <pc:sldMk cId="2643989443" sldId="619"/>
        </pc:sldMkLst>
        <pc:spChg chg="mod">
          <ac:chgData name="Daphne Economou" userId="d065a339-36cf-4937-af08-41751becbd81" providerId="ADAL" clId="{399B43EB-C122-41B4-B524-0A89A0D9B122}" dt="2023-10-21T14:03:34.665" v="1439" actId="6549"/>
          <ac:spMkLst>
            <pc:docMk/>
            <pc:sldMk cId="2643989443" sldId="619"/>
            <ac:spMk id="9" creationId="{ADDC48B5-47D5-5420-AB9B-27FB50DFB107}"/>
          </ac:spMkLst>
        </pc:spChg>
      </pc:sldChg>
      <pc:sldChg chg="add">
        <pc:chgData name="Daphne Economou" userId="d065a339-36cf-4937-af08-41751becbd81" providerId="ADAL" clId="{399B43EB-C122-41B4-B524-0A89A0D9B122}" dt="2023-10-20T20:14:13.824" v="108"/>
        <pc:sldMkLst>
          <pc:docMk/>
          <pc:sldMk cId="3512691494" sldId="620"/>
        </pc:sldMkLst>
      </pc:sldChg>
      <pc:sldChg chg="modSp add del mod">
        <pc:chgData name="Daphne Economou" userId="d065a339-36cf-4937-af08-41751becbd81" providerId="ADAL" clId="{399B43EB-C122-41B4-B524-0A89A0D9B122}" dt="2023-10-21T17:25:04.891" v="3133" actId="47"/>
        <pc:sldMkLst>
          <pc:docMk/>
          <pc:sldMk cId="2621319157" sldId="623"/>
        </pc:sldMkLst>
        <pc:spChg chg="mod">
          <ac:chgData name="Daphne Economou" userId="d065a339-36cf-4937-af08-41751becbd81" providerId="ADAL" clId="{399B43EB-C122-41B4-B524-0A89A0D9B122}" dt="2023-10-21T17:24:55.202" v="3132" actId="20577"/>
          <ac:spMkLst>
            <pc:docMk/>
            <pc:sldMk cId="2621319157" sldId="623"/>
            <ac:spMk id="10" creationId="{E47151AA-6B67-F3F6-28CB-B5C0E7F5E282}"/>
          </ac:spMkLst>
        </pc:spChg>
      </pc:sldChg>
      <pc:sldChg chg="modSp add mod ord">
        <pc:chgData name="Daphne Economou" userId="d065a339-36cf-4937-af08-41751becbd81" providerId="ADAL" clId="{399B43EB-C122-41B4-B524-0A89A0D9B122}" dt="2023-10-21T17:38:15.706" v="3473" actId="962"/>
        <pc:sldMkLst>
          <pc:docMk/>
          <pc:sldMk cId="1007427124" sldId="624"/>
        </pc:sldMkLst>
        <pc:spChg chg="mod">
          <ac:chgData name="Daphne Economou" userId="d065a339-36cf-4937-af08-41751becbd81" providerId="ADAL" clId="{399B43EB-C122-41B4-B524-0A89A0D9B122}" dt="2023-10-21T17:34:28.564" v="3361" actId="1036"/>
          <ac:spMkLst>
            <pc:docMk/>
            <pc:sldMk cId="1007427124" sldId="624"/>
            <ac:spMk id="2" creationId="{FC00A3B1-688F-8778-ADFB-ACDA859EB19D}"/>
          </ac:spMkLst>
        </pc:spChg>
        <pc:spChg chg="mod">
          <ac:chgData name="Daphne Economou" userId="d065a339-36cf-4937-af08-41751becbd81" providerId="ADAL" clId="{399B43EB-C122-41B4-B524-0A89A0D9B122}" dt="2023-10-21T17:34:33.162" v="3362" actId="6549"/>
          <ac:spMkLst>
            <pc:docMk/>
            <pc:sldMk cId="1007427124" sldId="624"/>
            <ac:spMk id="3" creationId="{95F7A085-D733-6019-C49D-1C20A470F84A}"/>
          </ac:spMkLst>
        </pc:spChg>
        <pc:picChg chg="mod">
          <ac:chgData name="Daphne Economou" userId="d065a339-36cf-4937-af08-41751becbd81" providerId="ADAL" clId="{399B43EB-C122-41B4-B524-0A89A0D9B122}" dt="2023-10-21T17:38:09.543" v="3443" actId="962"/>
          <ac:picMkLst>
            <pc:docMk/>
            <pc:sldMk cId="1007427124" sldId="624"/>
            <ac:picMk id="7" creationId="{D67BD43C-A1D8-8098-EE9B-7BC6CFCD7CEA}"/>
          </ac:picMkLst>
        </pc:picChg>
        <pc:picChg chg="mod">
          <ac:chgData name="Daphne Economou" userId="d065a339-36cf-4937-af08-41751becbd81" providerId="ADAL" clId="{399B43EB-C122-41B4-B524-0A89A0D9B122}" dt="2023-10-21T17:38:15.706" v="3473" actId="962"/>
          <ac:picMkLst>
            <pc:docMk/>
            <pc:sldMk cId="1007427124" sldId="624"/>
            <ac:picMk id="9" creationId="{A8B1F9EF-8D8F-7F3D-E25B-12FFBEA51961}"/>
          </ac:picMkLst>
        </pc:picChg>
      </pc:sldChg>
      <pc:sldChg chg="modSp add mod">
        <pc:chgData name="Daphne Economou" userId="d065a339-36cf-4937-af08-41751becbd81" providerId="ADAL" clId="{399B43EB-C122-41B4-B524-0A89A0D9B122}" dt="2023-10-21T18:47:08.776" v="4463" actId="27636"/>
        <pc:sldMkLst>
          <pc:docMk/>
          <pc:sldMk cId="1461877061" sldId="625"/>
        </pc:sldMkLst>
        <pc:spChg chg="mod">
          <ac:chgData name="Daphne Economou" userId="d065a339-36cf-4937-af08-41751becbd81" providerId="ADAL" clId="{399B43EB-C122-41B4-B524-0A89A0D9B122}" dt="2023-10-20T20:12:52.209" v="107" actId="404"/>
          <ac:spMkLst>
            <pc:docMk/>
            <pc:sldMk cId="1461877061" sldId="625"/>
            <ac:spMk id="6" creationId="{9E05E4A6-1FC8-F14C-A97A-2065D6FEDEB2}"/>
          </ac:spMkLst>
        </pc:spChg>
        <pc:spChg chg="mod">
          <ac:chgData name="Daphne Economou" userId="d065a339-36cf-4937-af08-41751becbd81" providerId="ADAL" clId="{399B43EB-C122-41B4-B524-0A89A0D9B122}" dt="2023-10-21T18:47:08.776" v="4463" actId="27636"/>
          <ac:spMkLst>
            <pc:docMk/>
            <pc:sldMk cId="1461877061" sldId="625"/>
            <ac:spMk id="7" creationId="{0114436F-9D68-F3F2-9573-60DC020ECD04}"/>
          </ac:spMkLst>
        </pc:spChg>
      </pc:sldChg>
      <pc:sldChg chg="add">
        <pc:chgData name="Daphne Economou" userId="d065a339-36cf-4937-af08-41751becbd81" providerId="ADAL" clId="{399B43EB-C122-41B4-B524-0A89A0D9B122}" dt="2023-10-20T20:12:10.526" v="65"/>
        <pc:sldMkLst>
          <pc:docMk/>
          <pc:sldMk cId="2967291267" sldId="629"/>
        </pc:sldMkLst>
      </pc:sldChg>
      <pc:sldChg chg="add del">
        <pc:chgData name="Daphne Economou" userId="d065a339-36cf-4937-af08-41751becbd81" providerId="ADAL" clId="{399B43EB-C122-41B4-B524-0A89A0D9B122}" dt="2023-10-21T18:51:15.898" v="4511" actId="47"/>
        <pc:sldMkLst>
          <pc:docMk/>
          <pc:sldMk cId="972332114" sldId="631"/>
        </pc:sldMkLst>
      </pc:sldChg>
      <pc:sldChg chg="modSp add del mod">
        <pc:chgData name="Daphne Economou" userId="d065a339-36cf-4937-af08-41751becbd81" providerId="ADAL" clId="{399B43EB-C122-41B4-B524-0A89A0D9B122}" dt="2023-10-21T18:51:18.508" v="4512" actId="47"/>
        <pc:sldMkLst>
          <pc:docMk/>
          <pc:sldMk cId="3742984861" sldId="632"/>
        </pc:sldMkLst>
        <pc:spChg chg="mod">
          <ac:chgData name="Daphne Economou" userId="d065a339-36cf-4937-af08-41751becbd81" providerId="ADAL" clId="{399B43EB-C122-41B4-B524-0A89A0D9B122}" dt="2023-10-21T18:51:04.635" v="4507" actId="21"/>
          <ac:spMkLst>
            <pc:docMk/>
            <pc:sldMk cId="3742984861" sldId="632"/>
            <ac:spMk id="3" creationId="{125C61FB-EE26-719A-75BA-0DF123E9AD38}"/>
          </ac:spMkLst>
        </pc:spChg>
      </pc:sldChg>
      <pc:sldChg chg="add del">
        <pc:chgData name="Daphne Economou" userId="d065a339-36cf-4937-af08-41751becbd81" providerId="ADAL" clId="{399B43EB-C122-41B4-B524-0A89A0D9B122}" dt="2023-10-21T18:51:34.223" v="4513" actId="47"/>
        <pc:sldMkLst>
          <pc:docMk/>
          <pc:sldMk cId="2347563240" sldId="633"/>
        </pc:sldMkLst>
      </pc:sldChg>
      <pc:sldChg chg="add del">
        <pc:chgData name="Daphne Economou" userId="d065a339-36cf-4937-af08-41751becbd81" providerId="ADAL" clId="{399B43EB-C122-41B4-B524-0A89A0D9B122}" dt="2023-10-21T18:50:26.168" v="4502" actId="47"/>
        <pc:sldMkLst>
          <pc:docMk/>
          <pc:sldMk cId="1541000998" sldId="634"/>
        </pc:sldMkLst>
      </pc:sldChg>
      <pc:sldChg chg="modSp add mod ord">
        <pc:chgData name="Daphne Economou" userId="d065a339-36cf-4937-af08-41751becbd81" providerId="ADAL" clId="{399B43EB-C122-41B4-B524-0A89A0D9B122}" dt="2023-10-21T17:38:51.004" v="3485" actId="962"/>
        <pc:sldMkLst>
          <pc:docMk/>
          <pc:sldMk cId="1567356395" sldId="636"/>
        </pc:sldMkLst>
        <pc:graphicFrameChg chg="mod">
          <ac:chgData name="Daphne Economou" userId="d065a339-36cf-4937-af08-41751becbd81" providerId="ADAL" clId="{399B43EB-C122-41B4-B524-0A89A0D9B122}" dt="2023-10-21T17:08:45.421" v="2787" actId="20577"/>
          <ac:graphicFrameMkLst>
            <pc:docMk/>
            <pc:sldMk cId="1567356395" sldId="636"/>
            <ac:graphicFrameMk id="6" creationId="{FD927018-0169-1359-F259-52B994226710}"/>
          </ac:graphicFrameMkLst>
        </pc:graphicFrameChg>
        <pc:picChg chg="mod">
          <ac:chgData name="Daphne Economou" userId="d065a339-36cf-4937-af08-41751becbd81" providerId="ADAL" clId="{399B43EB-C122-41B4-B524-0A89A0D9B122}" dt="2023-10-21T17:38:51.004" v="3485" actId="962"/>
          <ac:picMkLst>
            <pc:docMk/>
            <pc:sldMk cId="1567356395" sldId="636"/>
            <ac:picMk id="10" creationId="{9C16E107-56E4-4C06-626E-CF1141857359}"/>
          </ac:picMkLst>
        </pc:picChg>
      </pc:sldChg>
      <pc:sldChg chg="modSp add mod">
        <pc:chgData name="Daphne Economou" userId="d065a339-36cf-4937-af08-41751becbd81" providerId="ADAL" clId="{399B43EB-C122-41B4-B524-0A89A0D9B122}" dt="2023-10-21T18:53:08.077" v="4515" actId="20577"/>
        <pc:sldMkLst>
          <pc:docMk/>
          <pc:sldMk cId="2645575915" sldId="637"/>
        </pc:sldMkLst>
        <pc:spChg chg="mod">
          <ac:chgData name="Daphne Economou" userId="d065a339-36cf-4937-af08-41751becbd81" providerId="ADAL" clId="{399B43EB-C122-41B4-B524-0A89A0D9B122}" dt="2023-10-21T18:53:08.077" v="4515" actId="20577"/>
          <ac:spMkLst>
            <pc:docMk/>
            <pc:sldMk cId="2645575915" sldId="637"/>
            <ac:spMk id="8" creationId="{DC83A988-DAC8-A304-08C6-5B322754E3CD}"/>
          </ac:spMkLst>
        </pc:spChg>
      </pc:sldChg>
      <pc:sldChg chg="delSp modSp add del mod chgLayout">
        <pc:chgData name="Daphne Economou" userId="d065a339-36cf-4937-af08-41751becbd81" providerId="ADAL" clId="{399B43EB-C122-41B4-B524-0A89A0D9B122}" dt="2023-10-21T13:34:34.945" v="948" actId="20577"/>
        <pc:sldMkLst>
          <pc:docMk/>
          <pc:sldMk cId="3146151642" sldId="638"/>
        </pc:sldMkLst>
        <pc:spChg chg="mod ord">
          <ac:chgData name="Daphne Economou" userId="d065a339-36cf-4937-af08-41751becbd81" providerId="ADAL" clId="{399B43EB-C122-41B4-B524-0A89A0D9B122}" dt="2023-10-21T12:14:46.241" v="465" actId="14100"/>
          <ac:spMkLst>
            <pc:docMk/>
            <pc:sldMk cId="3146151642" sldId="638"/>
            <ac:spMk id="6" creationId="{1B2497D5-6644-19FE-C744-395480A05FD9}"/>
          </ac:spMkLst>
        </pc:spChg>
        <pc:spChg chg="mod ord">
          <ac:chgData name="Daphne Economou" userId="d065a339-36cf-4937-af08-41751becbd81" providerId="ADAL" clId="{399B43EB-C122-41B4-B524-0A89A0D9B122}" dt="2023-10-21T13:34:34.945" v="948" actId="20577"/>
          <ac:spMkLst>
            <pc:docMk/>
            <pc:sldMk cId="3146151642" sldId="638"/>
            <ac:spMk id="7" creationId="{62200CD7-BB12-89C3-D24F-09AE68F139DD}"/>
          </ac:spMkLst>
        </pc:spChg>
        <pc:spChg chg="del">
          <ac:chgData name="Daphne Economou" userId="d065a339-36cf-4937-af08-41751becbd81" providerId="ADAL" clId="{399B43EB-C122-41B4-B524-0A89A0D9B122}" dt="2023-10-21T12:14:27.427" v="463" actId="700"/>
          <ac:spMkLst>
            <pc:docMk/>
            <pc:sldMk cId="3146151642" sldId="638"/>
            <ac:spMk id="8" creationId="{A0EC79F8-7909-EB2E-A8BC-50F0698C7B67}"/>
          </ac:spMkLst>
        </pc:spChg>
        <pc:spChg chg="mod ord">
          <ac:chgData name="Daphne Economou" userId="d065a339-36cf-4937-af08-41751becbd81" providerId="ADAL" clId="{399B43EB-C122-41B4-B524-0A89A0D9B122}" dt="2023-10-21T12:14:27.427" v="463" actId="700"/>
          <ac:spMkLst>
            <pc:docMk/>
            <pc:sldMk cId="3146151642" sldId="638"/>
            <ac:spMk id="9" creationId="{EEC203CA-F291-A4E4-96CC-ADF329D12686}"/>
          </ac:spMkLst>
        </pc:spChg>
        <pc:spChg chg="mod ord">
          <ac:chgData name="Daphne Economou" userId="d065a339-36cf-4937-af08-41751becbd81" providerId="ADAL" clId="{399B43EB-C122-41B4-B524-0A89A0D9B122}" dt="2023-10-21T12:14:27.427" v="463" actId="700"/>
          <ac:spMkLst>
            <pc:docMk/>
            <pc:sldMk cId="3146151642" sldId="638"/>
            <ac:spMk id="10" creationId="{545337CF-0237-49D5-E8F9-863EA37508DC}"/>
          </ac:spMkLst>
        </pc:spChg>
      </pc:sldChg>
      <pc:sldChg chg="addSp delSp modSp add mod ord">
        <pc:chgData name="Daphne Economou" userId="d065a339-36cf-4937-af08-41751becbd81" providerId="ADAL" clId="{399B43EB-C122-41B4-B524-0A89A0D9B122}" dt="2023-10-21T13:34:05.309" v="944" actId="6549"/>
        <pc:sldMkLst>
          <pc:docMk/>
          <pc:sldMk cId="1624621639" sldId="639"/>
        </pc:sldMkLst>
        <pc:spChg chg="mod">
          <ac:chgData name="Daphne Economou" userId="d065a339-36cf-4937-af08-41751becbd81" providerId="ADAL" clId="{399B43EB-C122-41B4-B524-0A89A0D9B122}" dt="2023-10-21T13:34:05.309" v="944" actId="6549"/>
          <ac:spMkLst>
            <pc:docMk/>
            <pc:sldMk cId="1624621639" sldId="639"/>
            <ac:spMk id="7" creationId="{1C0B2B5E-196B-675C-DDCF-12500176E403}"/>
          </ac:spMkLst>
        </pc:spChg>
        <pc:spChg chg="add del">
          <ac:chgData name="Daphne Economou" userId="d065a339-36cf-4937-af08-41751becbd81" providerId="ADAL" clId="{399B43EB-C122-41B4-B524-0A89A0D9B122}" dt="2023-10-21T12:16:27.994" v="499" actId="26606"/>
          <ac:spMkLst>
            <pc:docMk/>
            <pc:sldMk cId="1624621639" sldId="639"/>
            <ac:spMk id="8" creationId="{DB90647E-DEF6-CBAA-FF11-79C023923EC3}"/>
          </ac:spMkLst>
        </pc:spChg>
        <pc:graphicFrameChg chg="add del">
          <ac:chgData name="Daphne Economou" userId="d065a339-36cf-4937-af08-41751becbd81" providerId="ADAL" clId="{399B43EB-C122-41B4-B524-0A89A0D9B122}" dt="2023-10-21T12:16:22.254" v="498" actId="26606"/>
          <ac:graphicFrameMkLst>
            <pc:docMk/>
            <pc:sldMk cId="1624621639" sldId="639"/>
            <ac:graphicFrameMk id="12" creationId="{FD47D3C5-D1BC-6A7C-7F35-E3F372B07BF8}"/>
          </ac:graphicFrameMkLst>
        </pc:graphicFrameChg>
        <pc:graphicFrameChg chg="add mod modGraphic">
          <ac:chgData name="Daphne Economou" userId="d065a339-36cf-4937-af08-41751becbd81" providerId="ADAL" clId="{399B43EB-C122-41B4-B524-0A89A0D9B122}" dt="2023-10-21T12:24:16.310" v="602" actId="113"/>
          <ac:graphicFrameMkLst>
            <pc:docMk/>
            <pc:sldMk cId="1624621639" sldId="639"/>
            <ac:graphicFrameMk id="13" creationId="{FD47D3C5-D1BC-6A7C-7F35-E3F372B07BF8}"/>
          </ac:graphicFrameMkLst>
        </pc:graphicFrameChg>
      </pc:sldChg>
      <pc:sldChg chg="del">
        <pc:chgData name="Daphne Economou" userId="d065a339-36cf-4937-af08-41751becbd81" providerId="ADAL" clId="{399B43EB-C122-41B4-B524-0A89A0D9B122}" dt="2023-10-20T20:04:35.268" v="13" actId="47"/>
        <pc:sldMkLst>
          <pc:docMk/>
          <pc:sldMk cId="2374539113" sldId="639"/>
        </pc:sldMkLst>
      </pc:sldChg>
      <pc:sldChg chg="del">
        <pc:chgData name="Daphne Economou" userId="d065a339-36cf-4937-af08-41751becbd81" providerId="ADAL" clId="{399B43EB-C122-41B4-B524-0A89A0D9B122}" dt="2023-10-20T20:04:35.268" v="13" actId="47"/>
        <pc:sldMkLst>
          <pc:docMk/>
          <pc:sldMk cId="2689225707" sldId="640"/>
        </pc:sldMkLst>
      </pc:sldChg>
      <pc:sldChg chg="add">
        <pc:chgData name="Daphne Economou" userId="d065a339-36cf-4937-af08-41751becbd81" providerId="ADAL" clId="{399B43EB-C122-41B4-B524-0A89A0D9B122}" dt="2023-10-20T20:14:13.824" v="108"/>
        <pc:sldMkLst>
          <pc:docMk/>
          <pc:sldMk cId="3403416527" sldId="640"/>
        </pc:sldMkLst>
      </pc:sldChg>
      <pc:sldChg chg="add">
        <pc:chgData name="Daphne Economou" userId="d065a339-36cf-4937-af08-41751becbd81" providerId="ADAL" clId="{399B43EB-C122-41B4-B524-0A89A0D9B122}" dt="2023-10-20T20:14:13.824" v="108"/>
        <pc:sldMkLst>
          <pc:docMk/>
          <pc:sldMk cId="858796706" sldId="641"/>
        </pc:sldMkLst>
      </pc:sldChg>
      <pc:sldChg chg="del">
        <pc:chgData name="Daphne Economou" userId="d065a339-36cf-4937-af08-41751becbd81" providerId="ADAL" clId="{399B43EB-C122-41B4-B524-0A89A0D9B122}" dt="2023-10-20T20:04:35.268" v="13" actId="47"/>
        <pc:sldMkLst>
          <pc:docMk/>
          <pc:sldMk cId="2666249689" sldId="641"/>
        </pc:sldMkLst>
      </pc:sldChg>
      <pc:sldChg chg="del">
        <pc:chgData name="Daphne Economou" userId="d065a339-36cf-4937-af08-41751becbd81" providerId="ADAL" clId="{399B43EB-C122-41B4-B524-0A89A0D9B122}" dt="2023-10-20T20:04:35.268" v="13" actId="47"/>
        <pc:sldMkLst>
          <pc:docMk/>
          <pc:sldMk cId="883541173" sldId="642"/>
        </pc:sldMkLst>
      </pc:sldChg>
      <pc:sldChg chg="modSp add mod ord">
        <pc:chgData name="Daphne Economou" userId="d065a339-36cf-4937-af08-41751becbd81" providerId="ADAL" clId="{399B43EB-C122-41B4-B524-0A89A0D9B122}" dt="2023-10-21T13:37:26.383" v="1085" actId="20577"/>
        <pc:sldMkLst>
          <pc:docMk/>
          <pc:sldMk cId="1678746616" sldId="642"/>
        </pc:sldMkLst>
        <pc:spChg chg="mod">
          <ac:chgData name="Daphne Economou" userId="d065a339-36cf-4937-af08-41751becbd81" providerId="ADAL" clId="{399B43EB-C122-41B4-B524-0A89A0D9B122}" dt="2023-10-21T13:37:26.383" v="1085" actId="20577"/>
          <ac:spMkLst>
            <pc:docMk/>
            <pc:sldMk cId="1678746616" sldId="642"/>
            <ac:spMk id="2" creationId="{E1626F56-C1AE-48AD-F93F-AC3A291B9E85}"/>
          </ac:spMkLst>
        </pc:spChg>
        <pc:spChg chg="mod">
          <ac:chgData name="Daphne Economou" userId="d065a339-36cf-4937-af08-41751becbd81" providerId="ADAL" clId="{399B43EB-C122-41B4-B524-0A89A0D9B122}" dt="2023-10-21T13:25:16.857" v="797" actId="27636"/>
          <ac:spMkLst>
            <pc:docMk/>
            <pc:sldMk cId="1678746616" sldId="642"/>
            <ac:spMk id="3" creationId="{9DCAE542-1E31-FC38-3DA2-F9047E9AAD38}"/>
          </ac:spMkLst>
        </pc:spChg>
      </pc:sldChg>
      <pc:sldChg chg="del">
        <pc:chgData name="Daphne Economou" userId="d065a339-36cf-4937-af08-41751becbd81" providerId="ADAL" clId="{399B43EB-C122-41B4-B524-0A89A0D9B122}" dt="2023-10-20T20:04:35.268" v="13" actId="47"/>
        <pc:sldMkLst>
          <pc:docMk/>
          <pc:sldMk cId="506191502" sldId="643"/>
        </pc:sldMkLst>
      </pc:sldChg>
      <pc:sldChg chg="del">
        <pc:chgData name="Daphne Economou" userId="d065a339-36cf-4937-af08-41751becbd81" providerId="ADAL" clId="{399B43EB-C122-41B4-B524-0A89A0D9B122}" dt="2023-10-20T20:04:35.268" v="13" actId="47"/>
        <pc:sldMkLst>
          <pc:docMk/>
          <pc:sldMk cId="1919175559" sldId="644"/>
        </pc:sldMkLst>
      </pc:sldChg>
      <pc:sldChg chg="del">
        <pc:chgData name="Daphne Economou" userId="d065a339-36cf-4937-af08-41751becbd81" providerId="ADAL" clId="{399B43EB-C122-41B4-B524-0A89A0D9B122}" dt="2023-10-20T20:04:35.268" v="13" actId="47"/>
        <pc:sldMkLst>
          <pc:docMk/>
          <pc:sldMk cId="4088107113" sldId="645"/>
        </pc:sldMkLst>
      </pc:sldChg>
      <pc:sldChg chg="del">
        <pc:chgData name="Daphne Economou" userId="d065a339-36cf-4937-af08-41751becbd81" providerId="ADAL" clId="{399B43EB-C122-41B4-B524-0A89A0D9B122}" dt="2023-10-20T20:04:35.268" v="13" actId="47"/>
        <pc:sldMkLst>
          <pc:docMk/>
          <pc:sldMk cId="1466085313" sldId="646"/>
        </pc:sldMkLst>
      </pc:sldChg>
      <pc:sldChg chg="del">
        <pc:chgData name="Daphne Economou" userId="d065a339-36cf-4937-af08-41751becbd81" providerId="ADAL" clId="{399B43EB-C122-41B4-B524-0A89A0D9B122}" dt="2023-10-20T20:04:35.268" v="13" actId="47"/>
        <pc:sldMkLst>
          <pc:docMk/>
          <pc:sldMk cId="1139539221" sldId="647"/>
        </pc:sldMkLst>
      </pc:sldChg>
      <pc:sldChg chg="del">
        <pc:chgData name="Daphne Economou" userId="d065a339-36cf-4937-af08-41751becbd81" providerId="ADAL" clId="{399B43EB-C122-41B4-B524-0A89A0D9B122}" dt="2023-10-20T20:04:35.268" v="13" actId="47"/>
        <pc:sldMkLst>
          <pc:docMk/>
          <pc:sldMk cId="3526452111" sldId="648"/>
        </pc:sldMkLst>
      </pc:sldChg>
      <pc:sldChg chg="del">
        <pc:chgData name="Daphne Economou" userId="d065a339-36cf-4937-af08-41751becbd81" providerId="ADAL" clId="{399B43EB-C122-41B4-B524-0A89A0D9B122}" dt="2023-10-20T20:04:35.268" v="13" actId="47"/>
        <pc:sldMkLst>
          <pc:docMk/>
          <pc:sldMk cId="935589118" sldId="649"/>
        </pc:sldMkLst>
      </pc:sldChg>
      <pc:sldChg chg="del">
        <pc:chgData name="Daphne Economou" userId="d065a339-36cf-4937-af08-41751becbd81" providerId="ADAL" clId="{399B43EB-C122-41B4-B524-0A89A0D9B122}" dt="2023-10-20T20:04:35.268" v="13" actId="47"/>
        <pc:sldMkLst>
          <pc:docMk/>
          <pc:sldMk cId="2133773386" sldId="650"/>
        </pc:sldMkLst>
      </pc:sldChg>
      <pc:sldChg chg="del">
        <pc:chgData name="Daphne Economou" userId="d065a339-36cf-4937-af08-41751becbd81" providerId="ADAL" clId="{399B43EB-C122-41B4-B524-0A89A0D9B122}" dt="2023-10-20T20:04:35.268" v="13" actId="47"/>
        <pc:sldMkLst>
          <pc:docMk/>
          <pc:sldMk cId="2638013518" sldId="652"/>
        </pc:sldMkLst>
      </pc:sldChg>
      <pc:sldChg chg="del">
        <pc:chgData name="Daphne Economou" userId="d065a339-36cf-4937-af08-41751becbd81" providerId="ADAL" clId="{399B43EB-C122-41B4-B524-0A89A0D9B122}" dt="2023-10-20T20:04:35.268" v="13" actId="47"/>
        <pc:sldMkLst>
          <pc:docMk/>
          <pc:sldMk cId="1248074938" sldId="653"/>
        </pc:sldMkLst>
      </pc:sldChg>
      <pc:sldChg chg="del">
        <pc:chgData name="Daphne Economou" userId="d065a339-36cf-4937-af08-41751becbd81" providerId="ADAL" clId="{399B43EB-C122-41B4-B524-0A89A0D9B122}" dt="2023-10-20T20:04:35.268" v="13" actId="47"/>
        <pc:sldMkLst>
          <pc:docMk/>
          <pc:sldMk cId="4120438286" sldId="654"/>
        </pc:sldMkLst>
      </pc:sldChg>
      <pc:sldChg chg="del">
        <pc:chgData name="Daphne Economou" userId="d065a339-36cf-4937-af08-41751becbd81" providerId="ADAL" clId="{399B43EB-C122-41B4-B524-0A89A0D9B122}" dt="2023-10-20T20:04:35.268" v="13" actId="47"/>
        <pc:sldMkLst>
          <pc:docMk/>
          <pc:sldMk cId="369966135" sldId="655"/>
        </pc:sldMkLst>
      </pc:sldChg>
      <pc:sldChg chg="del">
        <pc:chgData name="Daphne Economou" userId="d065a339-36cf-4937-af08-41751becbd81" providerId="ADAL" clId="{399B43EB-C122-41B4-B524-0A89A0D9B122}" dt="2023-10-20T20:05:01.665" v="14" actId="47"/>
        <pc:sldMkLst>
          <pc:docMk/>
          <pc:sldMk cId="1284913496" sldId="659"/>
        </pc:sldMkLst>
      </pc:sldChg>
      <pc:sldChg chg="del">
        <pc:chgData name="Daphne Economou" userId="d065a339-36cf-4937-af08-41751becbd81" providerId="ADAL" clId="{399B43EB-C122-41B4-B524-0A89A0D9B122}" dt="2023-10-20T20:05:01.665" v="14" actId="47"/>
        <pc:sldMkLst>
          <pc:docMk/>
          <pc:sldMk cId="1888284538" sldId="661"/>
        </pc:sldMkLst>
      </pc:sldChg>
      <pc:sldChg chg="del">
        <pc:chgData name="Daphne Economou" userId="d065a339-36cf-4937-af08-41751becbd81" providerId="ADAL" clId="{399B43EB-C122-41B4-B524-0A89A0D9B122}" dt="2023-10-20T20:05:01.665" v="14" actId="47"/>
        <pc:sldMkLst>
          <pc:docMk/>
          <pc:sldMk cId="3321785762" sldId="662"/>
        </pc:sldMkLst>
      </pc:sldChg>
      <pc:sldChg chg="del">
        <pc:chgData name="Daphne Economou" userId="d065a339-36cf-4937-af08-41751becbd81" providerId="ADAL" clId="{399B43EB-C122-41B4-B524-0A89A0D9B122}" dt="2023-10-20T20:05:01.665" v="14" actId="47"/>
        <pc:sldMkLst>
          <pc:docMk/>
          <pc:sldMk cId="4089075956" sldId="663"/>
        </pc:sldMkLst>
      </pc:sldChg>
      <pc:sldChg chg="del">
        <pc:chgData name="Daphne Economou" userId="d065a339-36cf-4937-af08-41751becbd81" providerId="ADAL" clId="{399B43EB-C122-41B4-B524-0A89A0D9B122}" dt="2023-10-20T20:05:01.665" v="14" actId="47"/>
        <pc:sldMkLst>
          <pc:docMk/>
          <pc:sldMk cId="2678297386" sldId="664"/>
        </pc:sldMkLst>
      </pc:sldChg>
      <pc:sldChg chg="del">
        <pc:chgData name="Daphne Economou" userId="d065a339-36cf-4937-af08-41751becbd81" providerId="ADAL" clId="{399B43EB-C122-41B4-B524-0A89A0D9B122}" dt="2023-10-20T20:05:01.665" v="14" actId="47"/>
        <pc:sldMkLst>
          <pc:docMk/>
          <pc:sldMk cId="2662178917" sldId="667"/>
        </pc:sldMkLst>
      </pc:sldChg>
      <pc:sldChg chg="del">
        <pc:chgData name="Daphne Economou" userId="d065a339-36cf-4937-af08-41751becbd81" providerId="ADAL" clId="{399B43EB-C122-41B4-B524-0A89A0D9B122}" dt="2023-10-20T20:05:01.665" v="14" actId="47"/>
        <pc:sldMkLst>
          <pc:docMk/>
          <pc:sldMk cId="2603457445" sldId="668"/>
        </pc:sldMkLst>
      </pc:sldChg>
      <pc:sldChg chg="del">
        <pc:chgData name="Daphne Economou" userId="d065a339-36cf-4937-af08-41751becbd81" providerId="ADAL" clId="{399B43EB-C122-41B4-B524-0A89A0D9B122}" dt="2023-10-20T20:05:01.665" v="14" actId="47"/>
        <pc:sldMkLst>
          <pc:docMk/>
          <pc:sldMk cId="3453266115" sldId="670"/>
        </pc:sldMkLst>
      </pc:sldChg>
      <pc:sldChg chg="del">
        <pc:chgData name="Daphne Economou" userId="d065a339-36cf-4937-af08-41751becbd81" providerId="ADAL" clId="{399B43EB-C122-41B4-B524-0A89A0D9B122}" dt="2023-10-20T20:05:01.665" v="14" actId="47"/>
        <pc:sldMkLst>
          <pc:docMk/>
          <pc:sldMk cId="2982566595" sldId="671"/>
        </pc:sldMkLst>
      </pc:sldChg>
      <pc:sldChg chg="del">
        <pc:chgData name="Daphne Economou" userId="d065a339-36cf-4937-af08-41751becbd81" providerId="ADAL" clId="{399B43EB-C122-41B4-B524-0A89A0D9B122}" dt="2023-10-20T20:05:01.665" v="14" actId="47"/>
        <pc:sldMkLst>
          <pc:docMk/>
          <pc:sldMk cId="3125011592" sldId="672"/>
        </pc:sldMkLst>
      </pc:sldChg>
      <pc:sldChg chg="del">
        <pc:chgData name="Daphne Economou" userId="d065a339-36cf-4937-af08-41751becbd81" providerId="ADAL" clId="{399B43EB-C122-41B4-B524-0A89A0D9B122}" dt="2023-10-20T20:05:01.665" v="14" actId="47"/>
        <pc:sldMkLst>
          <pc:docMk/>
          <pc:sldMk cId="3158864792" sldId="673"/>
        </pc:sldMkLst>
      </pc:sldChg>
      <pc:sldChg chg="del">
        <pc:chgData name="Daphne Economou" userId="d065a339-36cf-4937-af08-41751becbd81" providerId="ADAL" clId="{399B43EB-C122-41B4-B524-0A89A0D9B122}" dt="2023-10-20T20:05:01.665" v="14" actId="47"/>
        <pc:sldMkLst>
          <pc:docMk/>
          <pc:sldMk cId="600862974" sldId="674"/>
        </pc:sldMkLst>
      </pc:sldChg>
      <pc:sldChg chg="del">
        <pc:chgData name="Daphne Economou" userId="d065a339-36cf-4937-af08-41751becbd81" providerId="ADAL" clId="{399B43EB-C122-41B4-B524-0A89A0D9B122}" dt="2023-10-20T20:05:01.665" v="14" actId="47"/>
        <pc:sldMkLst>
          <pc:docMk/>
          <pc:sldMk cId="2205690091" sldId="677"/>
        </pc:sldMkLst>
      </pc:sldChg>
      <pc:sldChg chg="del">
        <pc:chgData name="Daphne Economou" userId="d065a339-36cf-4937-af08-41751becbd81" providerId="ADAL" clId="{399B43EB-C122-41B4-B524-0A89A0D9B122}" dt="2023-10-20T20:05:01.665" v="14" actId="47"/>
        <pc:sldMkLst>
          <pc:docMk/>
          <pc:sldMk cId="1125299543" sldId="679"/>
        </pc:sldMkLst>
      </pc:sldChg>
      <pc:sldChg chg="del">
        <pc:chgData name="Daphne Economou" userId="d065a339-36cf-4937-af08-41751becbd81" providerId="ADAL" clId="{399B43EB-C122-41B4-B524-0A89A0D9B122}" dt="2023-10-20T20:05:01.665" v="14" actId="47"/>
        <pc:sldMkLst>
          <pc:docMk/>
          <pc:sldMk cId="3955673542" sldId="681"/>
        </pc:sldMkLst>
      </pc:sldChg>
      <pc:sldChg chg="del">
        <pc:chgData name="Daphne Economou" userId="d065a339-36cf-4937-af08-41751becbd81" providerId="ADAL" clId="{399B43EB-C122-41B4-B524-0A89A0D9B122}" dt="2023-10-20T20:05:01.665" v="14" actId="47"/>
        <pc:sldMkLst>
          <pc:docMk/>
          <pc:sldMk cId="772408030" sldId="682"/>
        </pc:sldMkLst>
      </pc:sldChg>
      <pc:sldChg chg="del">
        <pc:chgData name="Daphne Economou" userId="d065a339-36cf-4937-af08-41751becbd81" providerId="ADAL" clId="{399B43EB-C122-41B4-B524-0A89A0D9B122}" dt="2023-10-20T20:05:01.665" v="14" actId="47"/>
        <pc:sldMkLst>
          <pc:docMk/>
          <pc:sldMk cId="1754456890" sldId="684"/>
        </pc:sldMkLst>
      </pc:sldChg>
      <pc:sldChg chg="del">
        <pc:chgData name="Daphne Economou" userId="d065a339-36cf-4937-af08-41751becbd81" providerId="ADAL" clId="{399B43EB-C122-41B4-B524-0A89A0D9B122}" dt="2023-10-20T20:05:01.665" v="14" actId="47"/>
        <pc:sldMkLst>
          <pc:docMk/>
          <pc:sldMk cId="601033246" sldId="685"/>
        </pc:sldMkLst>
      </pc:sldChg>
      <pc:sldChg chg="del">
        <pc:chgData name="Daphne Economou" userId="d065a339-36cf-4937-af08-41751becbd81" providerId="ADAL" clId="{399B43EB-C122-41B4-B524-0A89A0D9B122}" dt="2023-10-20T20:05:01.665" v="14" actId="47"/>
        <pc:sldMkLst>
          <pc:docMk/>
          <pc:sldMk cId="311864859" sldId="686"/>
        </pc:sldMkLst>
      </pc:sldChg>
      <pc:sldChg chg="del">
        <pc:chgData name="Daphne Economou" userId="d065a339-36cf-4937-af08-41751becbd81" providerId="ADAL" clId="{399B43EB-C122-41B4-B524-0A89A0D9B122}" dt="2023-10-20T20:05:01.665" v="14" actId="47"/>
        <pc:sldMkLst>
          <pc:docMk/>
          <pc:sldMk cId="2573299379" sldId="687"/>
        </pc:sldMkLst>
      </pc:sldChg>
      <pc:sldChg chg="del">
        <pc:chgData name="Daphne Economou" userId="d065a339-36cf-4937-af08-41751becbd81" providerId="ADAL" clId="{399B43EB-C122-41B4-B524-0A89A0D9B122}" dt="2023-10-20T20:05:01.665" v="14" actId="47"/>
        <pc:sldMkLst>
          <pc:docMk/>
          <pc:sldMk cId="1268397854" sldId="688"/>
        </pc:sldMkLst>
      </pc:sldChg>
      <pc:sldChg chg="del">
        <pc:chgData name="Daphne Economou" userId="d065a339-36cf-4937-af08-41751becbd81" providerId="ADAL" clId="{399B43EB-C122-41B4-B524-0A89A0D9B122}" dt="2023-10-20T20:05:01.665" v="14" actId="47"/>
        <pc:sldMkLst>
          <pc:docMk/>
          <pc:sldMk cId="4170147541" sldId="689"/>
        </pc:sldMkLst>
      </pc:sldChg>
      <pc:sldChg chg="del">
        <pc:chgData name="Daphne Economou" userId="d065a339-36cf-4937-af08-41751becbd81" providerId="ADAL" clId="{399B43EB-C122-41B4-B524-0A89A0D9B122}" dt="2023-10-20T20:05:01.665" v="14" actId="47"/>
        <pc:sldMkLst>
          <pc:docMk/>
          <pc:sldMk cId="2326073187" sldId="690"/>
        </pc:sldMkLst>
      </pc:sldChg>
      <pc:sldChg chg="del">
        <pc:chgData name="Daphne Economou" userId="d065a339-36cf-4937-af08-41751becbd81" providerId="ADAL" clId="{399B43EB-C122-41B4-B524-0A89A0D9B122}" dt="2023-10-20T20:05:01.665" v="14" actId="47"/>
        <pc:sldMkLst>
          <pc:docMk/>
          <pc:sldMk cId="2589886861" sldId="691"/>
        </pc:sldMkLst>
      </pc:sldChg>
      <pc:sldChg chg="del">
        <pc:chgData name="Daphne Economou" userId="d065a339-36cf-4937-af08-41751becbd81" providerId="ADAL" clId="{399B43EB-C122-41B4-B524-0A89A0D9B122}" dt="2023-10-20T20:05:01.665" v="14" actId="47"/>
        <pc:sldMkLst>
          <pc:docMk/>
          <pc:sldMk cId="232357518" sldId="692"/>
        </pc:sldMkLst>
      </pc:sldChg>
      <pc:sldChg chg="del">
        <pc:chgData name="Daphne Economou" userId="d065a339-36cf-4937-af08-41751becbd81" providerId="ADAL" clId="{399B43EB-C122-41B4-B524-0A89A0D9B122}" dt="2023-10-20T20:05:01.665" v="14" actId="47"/>
        <pc:sldMkLst>
          <pc:docMk/>
          <pc:sldMk cId="1149311275" sldId="693"/>
        </pc:sldMkLst>
      </pc:sldChg>
      <pc:sldChg chg="del">
        <pc:chgData name="Daphne Economou" userId="d065a339-36cf-4937-af08-41751becbd81" providerId="ADAL" clId="{399B43EB-C122-41B4-B524-0A89A0D9B122}" dt="2023-10-20T20:05:01.665" v="14" actId="47"/>
        <pc:sldMkLst>
          <pc:docMk/>
          <pc:sldMk cId="190135260" sldId="695"/>
        </pc:sldMkLst>
      </pc:sldChg>
      <pc:sldChg chg="del">
        <pc:chgData name="Daphne Economou" userId="d065a339-36cf-4937-af08-41751becbd81" providerId="ADAL" clId="{399B43EB-C122-41B4-B524-0A89A0D9B122}" dt="2023-10-20T20:05:01.665" v="14" actId="47"/>
        <pc:sldMkLst>
          <pc:docMk/>
          <pc:sldMk cId="956517098" sldId="696"/>
        </pc:sldMkLst>
      </pc:sldChg>
      <pc:sldChg chg="del">
        <pc:chgData name="Daphne Economou" userId="d065a339-36cf-4937-af08-41751becbd81" providerId="ADAL" clId="{399B43EB-C122-41B4-B524-0A89A0D9B122}" dt="2023-10-20T20:05:01.665" v="14" actId="47"/>
        <pc:sldMkLst>
          <pc:docMk/>
          <pc:sldMk cId="652799084" sldId="697"/>
        </pc:sldMkLst>
      </pc:sldChg>
      <pc:sldChg chg="del">
        <pc:chgData name="Daphne Economou" userId="d065a339-36cf-4937-af08-41751becbd81" providerId="ADAL" clId="{399B43EB-C122-41B4-B524-0A89A0D9B122}" dt="2023-10-20T20:05:01.665" v="14" actId="47"/>
        <pc:sldMkLst>
          <pc:docMk/>
          <pc:sldMk cId="1861020392" sldId="698"/>
        </pc:sldMkLst>
      </pc:sldChg>
      <pc:sldChg chg="del">
        <pc:chgData name="Daphne Economou" userId="d065a339-36cf-4937-af08-41751becbd81" providerId="ADAL" clId="{399B43EB-C122-41B4-B524-0A89A0D9B122}" dt="2023-10-20T20:05:01.665" v="14" actId="47"/>
        <pc:sldMkLst>
          <pc:docMk/>
          <pc:sldMk cId="3593614078" sldId="699"/>
        </pc:sldMkLst>
      </pc:sldChg>
      <pc:sldChg chg="del">
        <pc:chgData name="Daphne Economou" userId="d065a339-36cf-4937-af08-41751becbd81" providerId="ADAL" clId="{399B43EB-C122-41B4-B524-0A89A0D9B122}" dt="2023-10-20T20:05:01.665" v="14" actId="47"/>
        <pc:sldMkLst>
          <pc:docMk/>
          <pc:sldMk cId="3736631847" sldId="700"/>
        </pc:sldMkLst>
      </pc:sldChg>
      <pc:sldChg chg="del">
        <pc:chgData name="Daphne Economou" userId="d065a339-36cf-4937-af08-41751becbd81" providerId="ADAL" clId="{399B43EB-C122-41B4-B524-0A89A0D9B122}" dt="2023-10-20T20:05:01.665" v="14" actId="47"/>
        <pc:sldMkLst>
          <pc:docMk/>
          <pc:sldMk cId="3660008594" sldId="702"/>
        </pc:sldMkLst>
      </pc:sldChg>
      <pc:sldChg chg="del">
        <pc:chgData name="Daphne Economou" userId="d065a339-36cf-4937-af08-41751becbd81" providerId="ADAL" clId="{399B43EB-C122-41B4-B524-0A89A0D9B122}" dt="2023-10-20T20:04:35.268" v="13" actId="47"/>
        <pc:sldMkLst>
          <pc:docMk/>
          <pc:sldMk cId="2595989643" sldId="703"/>
        </pc:sldMkLst>
      </pc:sldChg>
      <pc:sldChg chg="modSp mod">
        <pc:chgData name="Daphne Economou" userId="d065a339-36cf-4937-af08-41751becbd81" providerId="ADAL" clId="{399B43EB-C122-41B4-B524-0A89A0D9B122}" dt="2023-10-21T20:14:41.323" v="4985" actId="27636"/>
        <pc:sldMkLst>
          <pc:docMk/>
          <pc:sldMk cId="2591326158" sldId="704"/>
        </pc:sldMkLst>
        <pc:spChg chg="mod">
          <ac:chgData name="Daphne Economou" userId="d065a339-36cf-4937-af08-41751becbd81" providerId="ADAL" clId="{399B43EB-C122-41B4-B524-0A89A0D9B122}" dt="2023-10-21T20:14:41.323" v="4985" actId="27636"/>
          <ac:spMkLst>
            <pc:docMk/>
            <pc:sldMk cId="2591326158" sldId="704"/>
            <ac:spMk id="8" creationId="{BFE09B54-DAEB-6F22-458D-C52D97E24D8C}"/>
          </ac:spMkLst>
        </pc:spChg>
      </pc:sldChg>
      <pc:sldChg chg="del">
        <pc:chgData name="Daphne Economou" userId="d065a339-36cf-4937-af08-41751becbd81" providerId="ADAL" clId="{399B43EB-C122-41B4-B524-0A89A0D9B122}" dt="2023-10-20T20:05:01.665" v="14" actId="47"/>
        <pc:sldMkLst>
          <pc:docMk/>
          <pc:sldMk cId="43082428" sldId="705"/>
        </pc:sldMkLst>
      </pc:sldChg>
      <pc:sldChg chg="addSp delSp modSp new del mod chgLayout">
        <pc:chgData name="Daphne Economou" userId="d065a339-36cf-4937-af08-41751becbd81" providerId="ADAL" clId="{399B43EB-C122-41B4-B524-0A89A0D9B122}" dt="2023-10-21T11:56:27.046" v="245" actId="47"/>
        <pc:sldMkLst>
          <pc:docMk/>
          <pc:sldMk cId="2268447843" sldId="705"/>
        </pc:sldMkLst>
        <pc:spChg chg="del mod ord">
          <ac:chgData name="Daphne Economou" userId="d065a339-36cf-4937-af08-41751becbd81" providerId="ADAL" clId="{399B43EB-C122-41B4-B524-0A89A0D9B122}" dt="2023-10-20T20:11:01.046" v="25" actId="700"/>
          <ac:spMkLst>
            <pc:docMk/>
            <pc:sldMk cId="2268447843" sldId="705"/>
            <ac:spMk id="2" creationId="{8ADA9E3C-BF9C-C2C5-5998-68A8F7470884}"/>
          </ac:spMkLst>
        </pc:spChg>
        <pc:spChg chg="add mod ord">
          <ac:chgData name="Daphne Economou" userId="d065a339-36cf-4937-af08-41751becbd81" providerId="ADAL" clId="{399B43EB-C122-41B4-B524-0A89A0D9B122}" dt="2023-10-21T11:56:12.598" v="244" actId="6549"/>
          <ac:spMkLst>
            <pc:docMk/>
            <pc:sldMk cId="2268447843" sldId="705"/>
            <ac:spMk id="2" creationId="{B2711AD4-E68B-8EA2-E1D4-5EFC01035C47}"/>
          </ac:spMkLst>
        </pc:spChg>
        <pc:spChg chg="del mod ord">
          <ac:chgData name="Daphne Economou" userId="d065a339-36cf-4937-af08-41751becbd81" providerId="ADAL" clId="{399B43EB-C122-41B4-B524-0A89A0D9B122}" dt="2023-10-20T20:11:01.046" v="25" actId="700"/>
          <ac:spMkLst>
            <pc:docMk/>
            <pc:sldMk cId="2268447843" sldId="705"/>
            <ac:spMk id="3" creationId="{D981FDDA-2B8F-24F9-3293-7B439AA333CB}"/>
          </ac:spMkLst>
        </pc:spChg>
        <pc:spChg chg="mod ord">
          <ac:chgData name="Daphne Economou" userId="d065a339-36cf-4937-af08-41751becbd81" providerId="ADAL" clId="{399B43EB-C122-41B4-B524-0A89A0D9B122}" dt="2023-10-21T11:53:10.368" v="185" actId="700"/>
          <ac:spMkLst>
            <pc:docMk/>
            <pc:sldMk cId="2268447843" sldId="705"/>
            <ac:spMk id="4" creationId="{3C302B66-CE70-E148-B13F-601B2E77609B}"/>
          </ac:spMkLst>
        </pc:spChg>
        <pc:spChg chg="mod ord">
          <ac:chgData name="Daphne Economou" userId="d065a339-36cf-4937-af08-41751becbd81" providerId="ADAL" clId="{399B43EB-C122-41B4-B524-0A89A0D9B122}" dt="2023-10-21T11:53:10.368" v="185" actId="700"/>
          <ac:spMkLst>
            <pc:docMk/>
            <pc:sldMk cId="2268447843" sldId="705"/>
            <ac:spMk id="5" creationId="{0FE1E4E7-56DE-016A-A480-82B197070913}"/>
          </ac:spMkLst>
        </pc:spChg>
        <pc:spChg chg="add del">
          <ac:chgData name="Daphne Economou" userId="d065a339-36cf-4937-af08-41751becbd81" providerId="ADAL" clId="{399B43EB-C122-41B4-B524-0A89A0D9B122}" dt="2023-10-20T20:10:57.703" v="24" actId="22"/>
          <ac:spMkLst>
            <pc:docMk/>
            <pc:sldMk cId="2268447843" sldId="705"/>
            <ac:spMk id="7" creationId="{198FE897-967F-1842-D18F-70D98A2763B7}"/>
          </ac:spMkLst>
        </pc:spChg>
        <pc:spChg chg="add mod ord">
          <ac:chgData name="Daphne Economou" userId="d065a339-36cf-4937-af08-41751becbd81" providerId="ADAL" clId="{399B43EB-C122-41B4-B524-0A89A0D9B122}" dt="2023-10-21T11:54:27.884" v="239" actId="27636"/>
          <ac:spMkLst>
            <pc:docMk/>
            <pc:sldMk cId="2268447843" sldId="705"/>
            <ac:spMk id="8" creationId="{DC2F3EED-15DC-5EFB-A8D0-537686F3E1D4}"/>
          </ac:spMkLst>
        </pc:spChg>
        <pc:spChg chg="add del mod ord">
          <ac:chgData name="Daphne Economou" userId="d065a339-36cf-4937-af08-41751becbd81" providerId="ADAL" clId="{399B43EB-C122-41B4-B524-0A89A0D9B122}" dt="2023-10-21T11:53:10.368" v="185" actId="700"/>
          <ac:spMkLst>
            <pc:docMk/>
            <pc:sldMk cId="2268447843" sldId="705"/>
            <ac:spMk id="9" creationId="{0D56A77D-67CC-48F0-9E3D-BDA3C27BE5F0}"/>
          </ac:spMkLst>
        </pc:spChg>
      </pc:sldChg>
      <pc:sldChg chg="del">
        <pc:chgData name="Daphne Economou" userId="d065a339-36cf-4937-af08-41751becbd81" providerId="ADAL" clId="{399B43EB-C122-41B4-B524-0A89A0D9B122}" dt="2023-10-20T20:05:01.665" v="14" actId="47"/>
        <pc:sldMkLst>
          <pc:docMk/>
          <pc:sldMk cId="2858851835" sldId="706"/>
        </pc:sldMkLst>
      </pc:sldChg>
      <pc:sldChg chg="modSp add del mod">
        <pc:chgData name="Daphne Economou" userId="d065a339-36cf-4937-af08-41751becbd81" providerId="ADAL" clId="{399B43EB-C122-41B4-B524-0A89A0D9B122}" dt="2023-10-21T11:57:55.757" v="272" actId="47"/>
        <pc:sldMkLst>
          <pc:docMk/>
          <pc:sldMk cId="3396119070" sldId="706"/>
        </pc:sldMkLst>
        <pc:spChg chg="mod">
          <ac:chgData name="Daphne Economou" userId="d065a339-36cf-4937-af08-41751becbd81" providerId="ADAL" clId="{399B43EB-C122-41B4-B524-0A89A0D9B122}" dt="2023-10-20T20:11:25.125" v="37" actId="20577"/>
          <ac:spMkLst>
            <pc:docMk/>
            <pc:sldMk cId="3396119070" sldId="706"/>
            <ac:spMk id="8" creationId="{DC2F3EED-15DC-5EFB-A8D0-537686F3E1D4}"/>
          </ac:spMkLst>
        </pc:spChg>
        <pc:spChg chg="mod">
          <ac:chgData name="Daphne Economou" userId="d065a339-36cf-4937-af08-41751becbd81" providerId="ADAL" clId="{399B43EB-C122-41B4-B524-0A89A0D9B122}" dt="2023-10-20T20:11:33.948" v="41" actId="27636"/>
          <ac:spMkLst>
            <pc:docMk/>
            <pc:sldMk cId="3396119070" sldId="706"/>
            <ac:spMk id="9" creationId="{0D56A77D-67CC-48F0-9E3D-BDA3C27BE5F0}"/>
          </ac:spMkLst>
        </pc:spChg>
      </pc:sldChg>
      <pc:sldChg chg="modSp add del mod">
        <pc:chgData name="Daphne Economou" userId="d065a339-36cf-4937-af08-41751becbd81" providerId="ADAL" clId="{399B43EB-C122-41B4-B524-0A89A0D9B122}" dt="2023-10-20T20:12:17.266" v="66" actId="47"/>
        <pc:sldMkLst>
          <pc:docMk/>
          <pc:sldMk cId="3670969651" sldId="707"/>
        </pc:sldMkLst>
        <pc:spChg chg="mod">
          <ac:chgData name="Daphne Economou" userId="d065a339-36cf-4937-af08-41751becbd81" providerId="ADAL" clId="{399B43EB-C122-41B4-B524-0A89A0D9B122}" dt="2023-10-20T20:11:44.680" v="63" actId="20577"/>
          <ac:spMkLst>
            <pc:docMk/>
            <pc:sldMk cId="3670969651" sldId="707"/>
            <ac:spMk id="8" creationId="{DC2F3EED-15DC-5EFB-A8D0-537686F3E1D4}"/>
          </ac:spMkLst>
        </pc:spChg>
      </pc:sldChg>
      <pc:sldChg chg="add del">
        <pc:chgData name="Daphne Economou" userId="d065a339-36cf-4937-af08-41751becbd81" providerId="ADAL" clId="{399B43EB-C122-41B4-B524-0A89A0D9B122}" dt="2023-10-20T20:11:47.202" v="64" actId="47"/>
        <pc:sldMkLst>
          <pc:docMk/>
          <pc:sldMk cId="985695669" sldId="708"/>
        </pc:sldMkLst>
      </pc:sldChg>
      <pc:sldChg chg="addSp delSp modSp add del mod modClrScheme chgLayout">
        <pc:chgData name="Daphne Economou" userId="d065a339-36cf-4937-af08-41751becbd81" providerId="ADAL" clId="{399B43EB-C122-41B4-B524-0A89A0D9B122}" dt="2023-10-21T12:05:54.110" v="360" actId="47"/>
        <pc:sldMkLst>
          <pc:docMk/>
          <pc:sldMk cId="3528258720" sldId="826"/>
        </pc:sldMkLst>
        <pc:spChg chg="mod ord">
          <ac:chgData name="Daphne Economou" userId="d065a339-36cf-4937-af08-41751becbd81" providerId="ADAL" clId="{399B43EB-C122-41B4-B524-0A89A0D9B122}" dt="2023-10-21T11:52:16.652" v="184" actId="700"/>
          <ac:spMkLst>
            <pc:docMk/>
            <pc:sldMk cId="3528258720" sldId="826"/>
            <ac:spMk id="2" creationId="{0C4BA308-2E66-FD58-1AE0-9CC2A4A5BD64}"/>
          </ac:spMkLst>
        </pc:spChg>
        <pc:spChg chg="mod ord">
          <ac:chgData name="Daphne Economou" userId="d065a339-36cf-4937-af08-41751becbd81" providerId="ADAL" clId="{399B43EB-C122-41B4-B524-0A89A0D9B122}" dt="2023-10-21T11:52:16.652" v="184" actId="700"/>
          <ac:spMkLst>
            <pc:docMk/>
            <pc:sldMk cId="3528258720" sldId="826"/>
            <ac:spMk id="3" creationId="{3B4AC086-E1C7-665C-C0A8-B10F311AE1F1}"/>
          </ac:spMkLst>
        </pc:spChg>
        <pc:spChg chg="mod ord">
          <ac:chgData name="Daphne Economou" userId="d065a339-36cf-4937-af08-41751becbd81" providerId="ADAL" clId="{399B43EB-C122-41B4-B524-0A89A0D9B122}" dt="2023-10-21T11:52:16.652" v="184" actId="700"/>
          <ac:spMkLst>
            <pc:docMk/>
            <pc:sldMk cId="3528258720" sldId="826"/>
            <ac:spMk id="4" creationId="{56A080AE-A156-BA8C-7FB8-008809542DCC}"/>
          </ac:spMkLst>
        </pc:spChg>
        <pc:spChg chg="mod ord">
          <ac:chgData name="Daphne Economou" userId="d065a339-36cf-4937-af08-41751becbd81" providerId="ADAL" clId="{399B43EB-C122-41B4-B524-0A89A0D9B122}" dt="2023-10-21T11:52:16.652" v="184" actId="700"/>
          <ac:spMkLst>
            <pc:docMk/>
            <pc:sldMk cId="3528258720" sldId="826"/>
            <ac:spMk id="6" creationId="{5BCF8513-5A27-4BA4-C652-B9C5549303B9}"/>
          </ac:spMkLst>
        </pc:spChg>
        <pc:spChg chg="add del mod ord">
          <ac:chgData name="Daphne Economou" userId="d065a339-36cf-4937-af08-41751becbd81" providerId="ADAL" clId="{399B43EB-C122-41B4-B524-0A89A0D9B122}" dt="2023-10-21T11:52:16.652" v="184" actId="700"/>
          <ac:spMkLst>
            <pc:docMk/>
            <pc:sldMk cId="3528258720" sldId="826"/>
            <ac:spMk id="7" creationId="{33BEA297-72F0-44CE-56AE-7A660A4A733F}"/>
          </ac:spMkLst>
        </pc:spChg>
        <pc:spChg chg="mod ord">
          <ac:chgData name="Daphne Economou" userId="d065a339-36cf-4937-af08-41751becbd81" providerId="ADAL" clId="{399B43EB-C122-41B4-B524-0A89A0D9B122}" dt="2023-10-21T11:52:16.652" v="184" actId="700"/>
          <ac:spMkLst>
            <pc:docMk/>
            <pc:sldMk cId="3528258720" sldId="826"/>
            <ac:spMk id="11" creationId="{68BC5278-2431-A67A-ECFA-8B8A190A1C41}"/>
          </ac:spMkLst>
        </pc:spChg>
        <pc:graphicFrameChg chg="mod">
          <ac:chgData name="Daphne Economou" userId="d065a339-36cf-4937-af08-41751becbd81" providerId="ADAL" clId="{399B43EB-C122-41B4-B524-0A89A0D9B122}" dt="2023-10-21T11:52:15.051" v="183"/>
          <ac:graphicFrameMkLst>
            <pc:docMk/>
            <pc:sldMk cId="3528258720" sldId="826"/>
            <ac:graphicFrameMk id="8" creationId="{F5F42F4A-1D87-1456-2ADE-0122BE7B685D}"/>
          </ac:graphicFrameMkLst>
        </pc:graphicFrameChg>
        <pc:inkChg chg="add">
          <ac:chgData name="Daphne Economou" userId="d065a339-36cf-4937-af08-41751becbd81" providerId="ADAL" clId="{399B43EB-C122-41B4-B524-0A89A0D9B122}" dt="2023-10-21T11:51:53.795" v="180" actId="9405"/>
          <ac:inkMkLst>
            <pc:docMk/>
            <pc:sldMk cId="3528258720" sldId="826"/>
            <ac:inkMk id="5" creationId="{203B70F2-C7FB-8C7D-494C-79C9716DDB39}"/>
          </ac:inkMkLst>
        </pc:inkChg>
      </pc:sldChg>
      <pc:sldChg chg="add del ord">
        <pc:chgData name="Daphne Economou" userId="d065a339-36cf-4937-af08-41751becbd81" providerId="ADAL" clId="{399B43EB-C122-41B4-B524-0A89A0D9B122}" dt="2023-10-21T11:57:48.552" v="271" actId="47"/>
        <pc:sldMkLst>
          <pc:docMk/>
          <pc:sldMk cId="2479329136" sldId="827"/>
        </pc:sldMkLst>
      </pc:sldChg>
      <pc:sldChg chg="addSp delSp modSp new mod">
        <pc:chgData name="Daphne Economou" userId="d065a339-36cf-4937-af08-41751becbd81" providerId="ADAL" clId="{399B43EB-C122-41B4-B524-0A89A0D9B122}" dt="2023-10-21T12:13:27.314" v="438" actId="114"/>
        <pc:sldMkLst>
          <pc:docMk/>
          <pc:sldMk cId="2821982130" sldId="827"/>
        </pc:sldMkLst>
        <pc:spChg chg="del">
          <ac:chgData name="Daphne Economou" userId="d065a339-36cf-4937-af08-41751becbd81" providerId="ADAL" clId="{399B43EB-C122-41B4-B524-0A89A0D9B122}" dt="2023-10-21T12:11:42.100" v="420" actId="478"/>
          <ac:spMkLst>
            <pc:docMk/>
            <pc:sldMk cId="2821982130" sldId="827"/>
            <ac:spMk id="2" creationId="{ACB29D13-58BC-D07E-D4F8-C71B5852FED0}"/>
          </ac:spMkLst>
        </pc:spChg>
        <pc:spChg chg="mod">
          <ac:chgData name="Daphne Economou" userId="d065a339-36cf-4937-af08-41751becbd81" providerId="ADAL" clId="{399B43EB-C122-41B4-B524-0A89A0D9B122}" dt="2023-10-21T12:06:11.894" v="387" actId="20577"/>
          <ac:spMkLst>
            <pc:docMk/>
            <pc:sldMk cId="2821982130" sldId="827"/>
            <ac:spMk id="3" creationId="{A2AA7DF4-F398-CF00-0F3F-230C83727F40}"/>
          </ac:spMkLst>
        </pc:spChg>
        <pc:spChg chg="add mod">
          <ac:chgData name="Daphne Economou" userId="d065a339-36cf-4937-af08-41751becbd81" providerId="ADAL" clId="{399B43EB-C122-41B4-B524-0A89A0D9B122}" dt="2023-10-21T12:13:27.314" v="438" actId="114"/>
          <ac:spMkLst>
            <pc:docMk/>
            <pc:sldMk cId="2821982130" sldId="827"/>
            <ac:spMk id="9" creationId="{35C8C843-41C0-6D1C-EF84-75C4A09093B5}"/>
          </ac:spMkLst>
        </pc:spChg>
        <pc:picChg chg="add mod">
          <ac:chgData name="Daphne Economou" userId="d065a339-36cf-4937-af08-41751becbd81" providerId="ADAL" clId="{399B43EB-C122-41B4-B524-0A89A0D9B122}" dt="2023-10-21T12:13:08.937" v="433" actId="14100"/>
          <ac:picMkLst>
            <pc:docMk/>
            <pc:sldMk cId="2821982130" sldId="827"/>
            <ac:picMk id="8" creationId="{E5248937-CEBD-3264-6B1E-B39D091CDD82}"/>
          </ac:picMkLst>
        </pc:picChg>
      </pc:sldChg>
      <pc:sldChg chg="modSp add del mod">
        <pc:chgData name="Daphne Economou" userId="d065a339-36cf-4937-af08-41751becbd81" providerId="ADAL" clId="{399B43EB-C122-41B4-B524-0A89A0D9B122}" dt="2023-10-21T11:57:47.491" v="270" actId="47"/>
        <pc:sldMkLst>
          <pc:docMk/>
          <pc:sldMk cId="937942129" sldId="828"/>
        </pc:sldMkLst>
        <pc:spChg chg="mod">
          <ac:chgData name="Daphne Economou" userId="d065a339-36cf-4937-af08-41751becbd81" providerId="ADAL" clId="{399B43EB-C122-41B4-B524-0A89A0D9B122}" dt="2023-10-21T11:57:13.071" v="269" actId="20577"/>
          <ac:spMkLst>
            <pc:docMk/>
            <pc:sldMk cId="937942129" sldId="828"/>
            <ac:spMk id="8" creationId="{DC2F3EED-15DC-5EFB-A8D0-537686F3E1D4}"/>
          </ac:spMkLst>
        </pc:spChg>
      </pc:sldChg>
      <pc:sldChg chg="addSp delSp modSp new mod">
        <pc:chgData name="Daphne Economou" userId="d065a339-36cf-4937-af08-41751becbd81" providerId="ADAL" clId="{399B43EB-C122-41B4-B524-0A89A0D9B122}" dt="2023-10-21T13:33:43.929" v="931" actId="20577"/>
        <pc:sldMkLst>
          <pc:docMk/>
          <pc:sldMk cId="1607359340" sldId="828"/>
        </pc:sldMkLst>
        <pc:spChg chg="add del mod">
          <ac:chgData name="Daphne Economou" userId="d065a339-36cf-4937-af08-41751becbd81" providerId="ADAL" clId="{399B43EB-C122-41B4-B524-0A89A0D9B122}" dt="2023-10-21T13:30:25.361" v="854" actId="26606"/>
          <ac:spMkLst>
            <pc:docMk/>
            <pc:sldMk cId="1607359340" sldId="828"/>
            <ac:spMk id="2" creationId="{AEF8F5A9-5916-9891-420E-FB0D656AAA78}"/>
          </ac:spMkLst>
        </pc:spChg>
        <pc:spChg chg="mod">
          <ac:chgData name="Daphne Economou" userId="d065a339-36cf-4937-af08-41751becbd81" providerId="ADAL" clId="{399B43EB-C122-41B4-B524-0A89A0D9B122}" dt="2023-10-21T13:33:12.260" v="901" actId="20577"/>
          <ac:spMkLst>
            <pc:docMk/>
            <pc:sldMk cId="1607359340" sldId="828"/>
            <ac:spMk id="3" creationId="{B353CA00-3A81-312A-DEF5-8A26A988FEB3}"/>
          </ac:spMkLst>
        </pc:spChg>
        <pc:graphicFrameChg chg="add del">
          <ac:chgData name="Daphne Economou" userId="d065a339-36cf-4937-af08-41751becbd81" providerId="ADAL" clId="{399B43EB-C122-41B4-B524-0A89A0D9B122}" dt="2023-10-21T13:30:22.606" v="849" actId="26606"/>
          <ac:graphicFrameMkLst>
            <pc:docMk/>
            <pc:sldMk cId="1607359340" sldId="828"/>
            <ac:graphicFrameMk id="8" creationId="{F0994A62-A230-02F2-0583-2FD525424AE1}"/>
          </ac:graphicFrameMkLst>
        </pc:graphicFrameChg>
        <pc:graphicFrameChg chg="add del">
          <ac:chgData name="Daphne Economou" userId="d065a339-36cf-4937-af08-41751becbd81" providerId="ADAL" clId="{399B43EB-C122-41B4-B524-0A89A0D9B122}" dt="2023-10-21T13:30:24.077" v="851" actId="26606"/>
          <ac:graphicFrameMkLst>
            <pc:docMk/>
            <pc:sldMk cId="1607359340" sldId="828"/>
            <ac:graphicFrameMk id="10" creationId="{159DCC0F-835E-F5D2-3B1B-F2AD33F0240C}"/>
          </ac:graphicFrameMkLst>
        </pc:graphicFrameChg>
        <pc:graphicFrameChg chg="add del">
          <ac:chgData name="Daphne Economou" userId="d065a339-36cf-4937-af08-41751becbd81" providerId="ADAL" clId="{399B43EB-C122-41B4-B524-0A89A0D9B122}" dt="2023-10-21T13:30:25.321" v="853" actId="26606"/>
          <ac:graphicFrameMkLst>
            <pc:docMk/>
            <pc:sldMk cId="1607359340" sldId="828"/>
            <ac:graphicFrameMk id="12" creationId="{3543F8B5-41BF-5FA2-6209-44537FBBE2A2}"/>
          </ac:graphicFrameMkLst>
        </pc:graphicFrameChg>
        <pc:graphicFrameChg chg="add mod modGraphic">
          <ac:chgData name="Daphne Economou" userId="d065a339-36cf-4937-af08-41751becbd81" providerId="ADAL" clId="{399B43EB-C122-41B4-B524-0A89A0D9B122}" dt="2023-10-21T13:33:43.929" v="931" actId="20577"/>
          <ac:graphicFrameMkLst>
            <pc:docMk/>
            <pc:sldMk cId="1607359340" sldId="828"/>
            <ac:graphicFrameMk id="14" creationId="{F0994A62-A230-02F2-0583-2FD525424AE1}"/>
          </ac:graphicFrameMkLst>
        </pc:graphicFrameChg>
      </pc:sldChg>
      <pc:sldChg chg="modSp new mod ord">
        <pc:chgData name="Daphne Economou" userId="d065a339-36cf-4937-af08-41751becbd81" providerId="ADAL" clId="{399B43EB-C122-41B4-B524-0A89A0D9B122}" dt="2023-10-21T13:24:50.187" v="789"/>
        <pc:sldMkLst>
          <pc:docMk/>
          <pc:sldMk cId="1607737449" sldId="829"/>
        </pc:sldMkLst>
        <pc:spChg chg="mod">
          <ac:chgData name="Daphne Economou" userId="d065a339-36cf-4937-af08-41751becbd81" providerId="ADAL" clId="{399B43EB-C122-41B4-B524-0A89A0D9B122}" dt="2023-10-21T13:19:58.345" v="729" actId="20577"/>
          <ac:spMkLst>
            <pc:docMk/>
            <pc:sldMk cId="1607737449" sldId="829"/>
            <ac:spMk id="2" creationId="{F0A732E2-1799-2B79-8C42-D82C01F257AC}"/>
          </ac:spMkLst>
        </pc:spChg>
        <pc:spChg chg="mod">
          <ac:chgData name="Daphne Economou" userId="d065a339-36cf-4937-af08-41751becbd81" providerId="ADAL" clId="{399B43EB-C122-41B4-B524-0A89A0D9B122}" dt="2023-10-21T13:23:17.285" v="787" actId="27636"/>
          <ac:spMkLst>
            <pc:docMk/>
            <pc:sldMk cId="1607737449" sldId="829"/>
            <ac:spMk id="3" creationId="{2537F4F7-3D2C-6D4D-950C-A1100DDE080D}"/>
          </ac:spMkLst>
        </pc:spChg>
      </pc:sldChg>
      <pc:sldChg chg="modSp add mod">
        <pc:chgData name="Daphne Economou" userId="d065a339-36cf-4937-af08-41751becbd81" providerId="ADAL" clId="{399B43EB-C122-41B4-B524-0A89A0D9B122}" dt="2023-10-21T13:26:06.330" v="844" actId="1076"/>
        <pc:sldMkLst>
          <pc:docMk/>
          <pc:sldMk cId="363726440" sldId="830"/>
        </pc:sldMkLst>
        <pc:spChg chg="mod">
          <ac:chgData name="Daphne Economou" userId="d065a339-36cf-4937-af08-41751becbd81" providerId="ADAL" clId="{399B43EB-C122-41B4-B524-0A89A0D9B122}" dt="2023-10-21T13:26:06.330" v="844" actId="1076"/>
          <ac:spMkLst>
            <pc:docMk/>
            <pc:sldMk cId="363726440" sldId="830"/>
            <ac:spMk id="2" creationId="{E1626F56-C1AE-48AD-F93F-AC3A291B9E85}"/>
          </ac:spMkLst>
        </pc:spChg>
        <pc:spChg chg="mod">
          <ac:chgData name="Daphne Economou" userId="d065a339-36cf-4937-af08-41751becbd81" providerId="ADAL" clId="{399B43EB-C122-41B4-B524-0A89A0D9B122}" dt="2023-10-21T13:25:12.893" v="795" actId="27636"/>
          <ac:spMkLst>
            <pc:docMk/>
            <pc:sldMk cId="363726440" sldId="830"/>
            <ac:spMk id="3" creationId="{9DCAE542-1E31-FC38-3DA2-F9047E9AAD38}"/>
          </ac:spMkLst>
        </pc:spChg>
      </pc:sldChg>
      <pc:sldChg chg="modSp add mod">
        <pc:chgData name="Daphne Economou" userId="d065a339-36cf-4937-af08-41751becbd81" providerId="ADAL" clId="{399B43EB-C122-41B4-B524-0A89A0D9B122}" dt="2023-10-21T13:36:50.489" v="1079" actId="20577"/>
        <pc:sldMkLst>
          <pc:docMk/>
          <pc:sldMk cId="2647135376" sldId="831"/>
        </pc:sldMkLst>
        <pc:spChg chg="mod">
          <ac:chgData name="Daphne Economou" userId="d065a339-36cf-4937-af08-41751becbd81" providerId="ADAL" clId="{399B43EB-C122-41B4-B524-0A89A0D9B122}" dt="2023-10-21T13:36:10.215" v="994" actId="20577"/>
          <ac:spMkLst>
            <pc:docMk/>
            <pc:sldMk cId="2647135376" sldId="831"/>
            <ac:spMk id="2" creationId="{A61E6A59-BC57-5D51-942E-CEB708DCDEAA}"/>
          </ac:spMkLst>
        </pc:spChg>
        <pc:spChg chg="mod">
          <ac:chgData name="Daphne Economou" userId="d065a339-36cf-4937-af08-41751becbd81" providerId="ADAL" clId="{399B43EB-C122-41B4-B524-0A89A0D9B122}" dt="2023-10-21T13:36:50.489" v="1079" actId="20577"/>
          <ac:spMkLst>
            <pc:docMk/>
            <pc:sldMk cId="2647135376" sldId="831"/>
            <ac:spMk id="3" creationId="{3E37B5CD-D409-794F-16AD-A8828FC98FA3}"/>
          </ac:spMkLst>
        </pc:spChg>
      </pc:sldChg>
      <pc:sldChg chg="addSp delSp modSp new mod">
        <pc:chgData name="Daphne Economou" userId="d065a339-36cf-4937-af08-41751becbd81" providerId="ADAL" clId="{399B43EB-C122-41B4-B524-0A89A0D9B122}" dt="2023-10-21T13:40:16.526" v="1153" actId="20577"/>
        <pc:sldMkLst>
          <pc:docMk/>
          <pc:sldMk cId="1496483177" sldId="832"/>
        </pc:sldMkLst>
        <pc:spChg chg="mod">
          <ac:chgData name="Daphne Economou" userId="d065a339-36cf-4937-af08-41751becbd81" providerId="ADAL" clId="{399B43EB-C122-41B4-B524-0A89A0D9B122}" dt="2023-10-21T13:38:18.155" v="1137" actId="1076"/>
          <ac:spMkLst>
            <pc:docMk/>
            <pc:sldMk cId="1496483177" sldId="832"/>
            <ac:spMk id="2" creationId="{63403B4C-5379-CBB4-8CCB-CAC787232B8A}"/>
          </ac:spMkLst>
        </pc:spChg>
        <pc:spChg chg="del mod">
          <ac:chgData name="Daphne Economou" userId="d065a339-36cf-4937-af08-41751becbd81" providerId="ADAL" clId="{399B43EB-C122-41B4-B524-0A89A0D9B122}" dt="2023-10-21T13:39:33.659" v="1140" actId="26606"/>
          <ac:spMkLst>
            <pc:docMk/>
            <pc:sldMk cId="1496483177" sldId="832"/>
            <ac:spMk id="3" creationId="{90F4F022-B090-1C5B-059C-95176CF24844}"/>
          </ac:spMkLst>
        </pc:spChg>
        <pc:graphicFrameChg chg="add mod">
          <ac:chgData name="Daphne Economou" userId="d065a339-36cf-4937-af08-41751becbd81" providerId="ADAL" clId="{399B43EB-C122-41B4-B524-0A89A0D9B122}" dt="2023-10-21T13:40:16.526" v="1153" actId="20577"/>
          <ac:graphicFrameMkLst>
            <pc:docMk/>
            <pc:sldMk cId="1496483177" sldId="832"/>
            <ac:graphicFrameMk id="7" creationId="{AF5B9342-0FD7-A454-B73E-C73AC92BE65D}"/>
          </ac:graphicFrameMkLst>
        </pc:graphicFrameChg>
      </pc:sldChg>
      <pc:sldChg chg="addSp delSp modSp new del mod chgLayout">
        <pc:chgData name="Daphne Economou" userId="d065a339-36cf-4937-af08-41751becbd81" providerId="ADAL" clId="{399B43EB-C122-41B4-B524-0A89A0D9B122}" dt="2023-10-21T14:05:20.499" v="1489" actId="47"/>
        <pc:sldMkLst>
          <pc:docMk/>
          <pc:sldMk cId="207933947" sldId="833"/>
        </pc:sldMkLst>
        <pc:spChg chg="del mod ord">
          <ac:chgData name="Daphne Economou" userId="d065a339-36cf-4937-af08-41751becbd81" providerId="ADAL" clId="{399B43EB-C122-41B4-B524-0A89A0D9B122}" dt="2023-10-21T14:04:20.107" v="1441" actId="700"/>
          <ac:spMkLst>
            <pc:docMk/>
            <pc:sldMk cId="207933947" sldId="833"/>
            <ac:spMk id="2" creationId="{46DC993B-4C9E-756F-FAF0-6431406DDF1C}"/>
          </ac:spMkLst>
        </pc:spChg>
        <pc:spChg chg="mod ord">
          <ac:chgData name="Daphne Economou" userId="d065a339-36cf-4937-af08-41751becbd81" providerId="ADAL" clId="{399B43EB-C122-41B4-B524-0A89A0D9B122}" dt="2023-10-21T14:04:20.107" v="1441" actId="700"/>
          <ac:spMkLst>
            <pc:docMk/>
            <pc:sldMk cId="207933947" sldId="833"/>
            <ac:spMk id="3" creationId="{5C78BD36-1DD9-FF88-4879-8063871CA6FD}"/>
          </ac:spMkLst>
        </pc:spChg>
        <pc:spChg chg="mod ord">
          <ac:chgData name="Daphne Economou" userId="d065a339-36cf-4937-af08-41751becbd81" providerId="ADAL" clId="{399B43EB-C122-41B4-B524-0A89A0D9B122}" dt="2023-10-21T14:04:20.107" v="1441" actId="700"/>
          <ac:spMkLst>
            <pc:docMk/>
            <pc:sldMk cId="207933947" sldId="833"/>
            <ac:spMk id="4" creationId="{E658DC6C-32EB-5D47-4E7C-36D40CF909AC}"/>
          </ac:spMkLst>
        </pc:spChg>
        <pc:spChg chg="mod ord">
          <ac:chgData name="Daphne Economou" userId="d065a339-36cf-4937-af08-41751becbd81" providerId="ADAL" clId="{399B43EB-C122-41B4-B524-0A89A0D9B122}" dt="2023-10-21T14:04:20.107" v="1441" actId="700"/>
          <ac:spMkLst>
            <pc:docMk/>
            <pc:sldMk cId="207933947" sldId="833"/>
            <ac:spMk id="5" creationId="{F9BB5FDB-7D36-1604-EB00-4D6C708D28C6}"/>
          </ac:spMkLst>
        </pc:spChg>
        <pc:spChg chg="add mod ord">
          <ac:chgData name="Daphne Economou" userId="d065a339-36cf-4937-af08-41751becbd81" providerId="ADAL" clId="{399B43EB-C122-41B4-B524-0A89A0D9B122}" dt="2023-10-21T14:04:50.835" v="1488" actId="1035"/>
          <ac:spMkLst>
            <pc:docMk/>
            <pc:sldMk cId="207933947" sldId="833"/>
            <ac:spMk id="6" creationId="{ADB24A33-26D9-6482-7C97-EA837772C1C7}"/>
          </ac:spMkLst>
        </pc:spChg>
        <pc:spChg chg="add mod ord">
          <ac:chgData name="Daphne Economou" userId="d065a339-36cf-4937-af08-41751becbd81" providerId="ADAL" clId="{399B43EB-C122-41B4-B524-0A89A0D9B122}" dt="2023-10-21T14:04:20.107" v="1441" actId="700"/>
          <ac:spMkLst>
            <pc:docMk/>
            <pc:sldMk cId="207933947" sldId="833"/>
            <ac:spMk id="7" creationId="{D86CFCC4-04A0-F71B-ACFD-06FDAA17D4EF}"/>
          </ac:spMkLst>
        </pc:spChg>
      </pc:sldChg>
      <pc:sldChg chg="addSp delSp modSp add mod ord modAnim">
        <pc:chgData name="Daphne Economou" userId="d065a339-36cf-4937-af08-41751becbd81" providerId="ADAL" clId="{399B43EB-C122-41B4-B524-0A89A0D9B122}" dt="2023-10-21T17:21:13.931" v="3009"/>
        <pc:sldMkLst>
          <pc:docMk/>
          <pc:sldMk cId="2300161641" sldId="833"/>
        </pc:sldMkLst>
        <pc:spChg chg="mod">
          <ac:chgData name="Daphne Economou" userId="d065a339-36cf-4937-af08-41751becbd81" providerId="ADAL" clId="{399B43EB-C122-41B4-B524-0A89A0D9B122}" dt="2023-10-21T14:57:17.867" v="1997" actId="20577"/>
          <ac:spMkLst>
            <pc:docMk/>
            <pc:sldMk cId="2300161641" sldId="833"/>
            <ac:spMk id="2" creationId="{00000000-0000-0000-0000-000000000000}"/>
          </ac:spMkLst>
        </pc:spChg>
        <pc:spChg chg="add mod">
          <ac:chgData name="Daphne Economou" userId="d065a339-36cf-4937-af08-41751becbd81" providerId="ADAL" clId="{399B43EB-C122-41B4-B524-0A89A0D9B122}" dt="2023-10-21T15:25:44.497" v="2035" actId="1076"/>
          <ac:spMkLst>
            <pc:docMk/>
            <pc:sldMk cId="2300161641" sldId="833"/>
            <ac:spMk id="8" creationId="{4E82B0C0-43E2-AADF-15E9-36A2F439D2C1}"/>
          </ac:spMkLst>
        </pc:spChg>
        <pc:spChg chg="mod">
          <ac:chgData name="Daphne Economou" userId="d065a339-36cf-4937-af08-41751becbd81" providerId="ADAL" clId="{399B43EB-C122-41B4-B524-0A89A0D9B122}" dt="2023-10-21T15:22:57.066" v="2004" actId="1076"/>
          <ac:spMkLst>
            <pc:docMk/>
            <pc:sldMk cId="2300161641" sldId="833"/>
            <ac:spMk id="11" creationId="{00000000-0000-0000-0000-000000000000}"/>
          </ac:spMkLst>
        </pc:spChg>
        <pc:graphicFrameChg chg="mod modGraphic">
          <ac:chgData name="Daphne Economou" userId="d065a339-36cf-4937-af08-41751becbd81" providerId="ADAL" clId="{399B43EB-C122-41B4-B524-0A89A0D9B122}" dt="2023-10-21T16:10:01.813" v="2573" actId="12"/>
          <ac:graphicFrameMkLst>
            <pc:docMk/>
            <pc:sldMk cId="2300161641" sldId="833"/>
            <ac:graphicFrameMk id="7" creationId="{00000000-0000-0000-0000-000000000000}"/>
          </ac:graphicFrameMkLst>
        </pc:graphicFrameChg>
        <pc:picChg chg="add mod">
          <ac:chgData name="Daphne Economou" userId="d065a339-36cf-4937-af08-41751becbd81" providerId="ADAL" clId="{399B43EB-C122-41B4-B524-0A89A0D9B122}" dt="2023-10-21T15:25:56.600" v="2089" actId="962"/>
          <ac:picMkLst>
            <pc:docMk/>
            <pc:sldMk cId="2300161641" sldId="833"/>
            <ac:picMk id="6" creationId="{EC277668-0A8B-544A-1B6E-958407C7DF6D}"/>
          </ac:picMkLst>
        </pc:picChg>
        <pc:picChg chg="add mod">
          <ac:chgData name="Daphne Economou" userId="d065a339-36cf-4937-af08-41751becbd81" providerId="ADAL" clId="{399B43EB-C122-41B4-B524-0A89A0D9B122}" dt="2023-10-21T15:27:25.719" v="2153" actId="962"/>
          <ac:picMkLst>
            <pc:docMk/>
            <pc:sldMk cId="2300161641" sldId="833"/>
            <ac:picMk id="12" creationId="{03A4095F-2642-A63B-B101-9A5FB2CC3C50}"/>
          </ac:picMkLst>
        </pc:picChg>
        <pc:picChg chg="add del mod">
          <ac:chgData name="Daphne Economou" userId="d065a339-36cf-4937-af08-41751becbd81" providerId="ADAL" clId="{399B43EB-C122-41B4-B524-0A89A0D9B122}" dt="2023-10-21T17:21:13.569" v="3008" actId="478"/>
          <ac:picMkLst>
            <pc:docMk/>
            <pc:sldMk cId="2300161641" sldId="833"/>
            <ac:picMk id="13" creationId="{5099AC4C-CFC0-F448-0A74-9F15B763B7A3}"/>
          </ac:picMkLst>
        </pc:picChg>
        <pc:picChg chg="add mod">
          <ac:chgData name="Daphne Economou" userId="d065a339-36cf-4937-af08-41751becbd81" providerId="ADAL" clId="{399B43EB-C122-41B4-B524-0A89A0D9B122}" dt="2023-10-21T17:21:13.931" v="3009"/>
          <ac:picMkLst>
            <pc:docMk/>
            <pc:sldMk cId="2300161641" sldId="833"/>
            <ac:picMk id="14" creationId="{EE9D7638-79B7-EEF5-FC74-88C150ED1709}"/>
          </ac:picMkLst>
        </pc:picChg>
      </pc:sldChg>
      <pc:sldChg chg="modSp new del mod">
        <pc:chgData name="Daphne Economou" userId="d065a339-36cf-4937-af08-41751becbd81" providerId="ADAL" clId="{399B43EB-C122-41B4-B524-0A89A0D9B122}" dt="2023-10-21T13:48:29.009" v="1420" actId="47"/>
        <pc:sldMkLst>
          <pc:docMk/>
          <pc:sldMk cId="3183849605" sldId="833"/>
        </pc:sldMkLst>
        <pc:spChg chg="mod">
          <ac:chgData name="Daphne Economou" userId="d065a339-36cf-4937-af08-41751becbd81" providerId="ADAL" clId="{399B43EB-C122-41B4-B524-0A89A0D9B122}" dt="2023-10-21T13:47:17.260" v="1419" actId="20577"/>
          <ac:spMkLst>
            <pc:docMk/>
            <pc:sldMk cId="3183849605" sldId="833"/>
            <ac:spMk id="2" creationId="{579152A0-265C-B83F-F3A6-52D349AD2E83}"/>
          </ac:spMkLst>
        </pc:spChg>
      </pc:sldChg>
      <pc:sldChg chg="addSp delSp modSp new del mod chgLayout">
        <pc:chgData name="Daphne Economou" userId="d065a339-36cf-4937-af08-41751becbd81" providerId="ADAL" clId="{399B43EB-C122-41B4-B524-0A89A0D9B122}" dt="2023-10-21T13:46:10.463" v="1364" actId="47"/>
        <pc:sldMkLst>
          <pc:docMk/>
          <pc:sldMk cId="4174374235" sldId="833"/>
        </pc:sldMkLst>
        <pc:spChg chg="del mod ord">
          <ac:chgData name="Daphne Economou" userId="d065a339-36cf-4937-af08-41751becbd81" providerId="ADAL" clId="{399B43EB-C122-41B4-B524-0A89A0D9B122}" dt="2023-10-21T13:41:21.956" v="1155" actId="700"/>
          <ac:spMkLst>
            <pc:docMk/>
            <pc:sldMk cId="4174374235" sldId="833"/>
            <ac:spMk id="2" creationId="{A2BC01EF-30CE-3FD8-07D7-9CA875F19E7F}"/>
          </ac:spMkLst>
        </pc:spChg>
        <pc:spChg chg="del mod ord">
          <ac:chgData name="Daphne Economou" userId="d065a339-36cf-4937-af08-41751becbd81" providerId="ADAL" clId="{399B43EB-C122-41B4-B524-0A89A0D9B122}" dt="2023-10-21T13:41:21.956" v="1155" actId="700"/>
          <ac:spMkLst>
            <pc:docMk/>
            <pc:sldMk cId="4174374235" sldId="833"/>
            <ac:spMk id="3" creationId="{4109DED9-0D17-79D1-2326-6F59FB305E3C}"/>
          </ac:spMkLst>
        </pc:spChg>
        <pc:spChg chg="mod ord">
          <ac:chgData name="Daphne Economou" userId="d065a339-36cf-4937-af08-41751becbd81" providerId="ADAL" clId="{399B43EB-C122-41B4-B524-0A89A0D9B122}" dt="2023-10-21T13:41:21.956" v="1155" actId="700"/>
          <ac:spMkLst>
            <pc:docMk/>
            <pc:sldMk cId="4174374235" sldId="833"/>
            <ac:spMk id="4" creationId="{5040D94D-CD5E-BBEC-8D45-D8FF00B278E9}"/>
          </ac:spMkLst>
        </pc:spChg>
        <pc:spChg chg="mod ord">
          <ac:chgData name="Daphne Economou" userId="d065a339-36cf-4937-af08-41751becbd81" providerId="ADAL" clId="{399B43EB-C122-41B4-B524-0A89A0D9B122}" dt="2023-10-21T13:41:21.956" v="1155" actId="700"/>
          <ac:spMkLst>
            <pc:docMk/>
            <pc:sldMk cId="4174374235" sldId="833"/>
            <ac:spMk id="5" creationId="{14C68C41-A0AA-FBE6-7449-7B9D7207CA15}"/>
          </ac:spMkLst>
        </pc:spChg>
        <pc:spChg chg="add mod ord">
          <ac:chgData name="Daphne Economou" userId="d065a339-36cf-4937-af08-41751becbd81" providerId="ADAL" clId="{399B43EB-C122-41B4-B524-0A89A0D9B122}" dt="2023-10-21T13:44:10.665" v="1342" actId="20577"/>
          <ac:spMkLst>
            <pc:docMk/>
            <pc:sldMk cId="4174374235" sldId="833"/>
            <ac:spMk id="6" creationId="{114A5427-948C-F96D-EC2A-36921F87A59A}"/>
          </ac:spMkLst>
        </pc:spChg>
        <pc:spChg chg="add mod ord">
          <ac:chgData name="Daphne Economou" userId="d065a339-36cf-4937-af08-41751becbd81" providerId="ADAL" clId="{399B43EB-C122-41B4-B524-0A89A0D9B122}" dt="2023-10-21T13:43:02.482" v="1324" actId="20577"/>
          <ac:spMkLst>
            <pc:docMk/>
            <pc:sldMk cId="4174374235" sldId="833"/>
            <ac:spMk id="7" creationId="{33992CEE-A364-3231-E5DA-B435AC7F69FE}"/>
          </ac:spMkLst>
        </pc:spChg>
      </pc:sldChg>
      <pc:sldChg chg="addSp delSp modSp add mod">
        <pc:chgData name="Daphne Economou" userId="d065a339-36cf-4937-af08-41751becbd81" providerId="ADAL" clId="{399B43EB-C122-41B4-B524-0A89A0D9B122}" dt="2023-10-21T17:21:07.042" v="3005"/>
        <pc:sldMkLst>
          <pc:docMk/>
          <pc:sldMk cId="289556434" sldId="834"/>
        </pc:sldMkLst>
        <pc:spChg chg="mod">
          <ac:chgData name="Daphne Economou" userId="d065a339-36cf-4937-af08-41751becbd81" providerId="ADAL" clId="{399B43EB-C122-41B4-B524-0A89A0D9B122}" dt="2023-10-21T17:18:21.437" v="2975" actId="1076"/>
          <ac:spMkLst>
            <pc:docMk/>
            <pc:sldMk cId="289556434" sldId="834"/>
            <ac:spMk id="2" creationId="{00000000-0000-0000-0000-000000000000}"/>
          </ac:spMkLst>
        </pc:spChg>
        <pc:spChg chg="add del">
          <ac:chgData name="Daphne Economou" userId="d065a339-36cf-4937-af08-41751becbd81" providerId="ADAL" clId="{399B43EB-C122-41B4-B524-0A89A0D9B122}" dt="2023-10-21T14:52:16.889" v="1895" actId="22"/>
          <ac:spMkLst>
            <pc:docMk/>
            <pc:sldMk cId="289556434" sldId="834"/>
            <ac:spMk id="10" creationId="{1FC9A4C4-153A-243A-F167-EF564A1B44F7}"/>
          </ac:spMkLst>
        </pc:spChg>
        <pc:graphicFrameChg chg="del modGraphic">
          <ac:chgData name="Daphne Economou" userId="d065a339-36cf-4937-af08-41751becbd81" providerId="ADAL" clId="{399B43EB-C122-41B4-B524-0A89A0D9B122}" dt="2023-10-21T14:46:36.043" v="1805" actId="478"/>
          <ac:graphicFrameMkLst>
            <pc:docMk/>
            <pc:sldMk cId="289556434" sldId="834"/>
            <ac:graphicFrameMk id="5" creationId="{352BF1BB-BA42-B73F-9701-2447B52B712D}"/>
          </ac:graphicFrameMkLst>
        </pc:graphicFrameChg>
        <pc:graphicFrameChg chg="mod modGraphic">
          <ac:chgData name="Daphne Economou" userId="d065a339-36cf-4937-af08-41751becbd81" providerId="ADAL" clId="{399B43EB-C122-41B4-B524-0A89A0D9B122}" dt="2023-10-21T15:36:19.850" v="2221" actId="14734"/>
          <ac:graphicFrameMkLst>
            <pc:docMk/>
            <pc:sldMk cId="289556434" sldId="834"/>
            <ac:graphicFrameMk id="7" creationId="{00000000-0000-0000-0000-000000000000}"/>
          </ac:graphicFrameMkLst>
        </pc:graphicFrameChg>
        <pc:picChg chg="add mod">
          <ac:chgData name="Daphne Economou" userId="d065a339-36cf-4937-af08-41751becbd81" providerId="ADAL" clId="{399B43EB-C122-41B4-B524-0A89A0D9B122}" dt="2023-10-21T14:53:39.705" v="1918" actId="1076"/>
          <ac:picMkLst>
            <pc:docMk/>
            <pc:sldMk cId="289556434" sldId="834"/>
            <ac:picMk id="8" creationId="{A192D618-9FC2-1FEE-E592-558059FFC1E8}"/>
          </ac:picMkLst>
        </pc:picChg>
        <pc:picChg chg="add del mod">
          <ac:chgData name="Daphne Economou" userId="d065a339-36cf-4937-af08-41751becbd81" providerId="ADAL" clId="{399B43EB-C122-41B4-B524-0A89A0D9B122}" dt="2023-10-21T17:21:06.723" v="3004" actId="478"/>
          <ac:picMkLst>
            <pc:docMk/>
            <pc:sldMk cId="289556434" sldId="834"/>
            <ac:picMk id="11" creationId="{523ECF9E-47BE-5D04-88E6-57E8491D29EB}"/>
          </ac:picMkLst>
        </pc:picChg>
        <pc:picChg chg="add mod">
          <ac:chgData name="Daphne Economou" userId="d065a339-36cf-4937-af08-41751becbd81" providerId="ADAL" clId="{399B43EB-C122-41B4-B524-0A89A0D9B122}" dt="2023-10-21T17:21:07.042" v="3005"/>
          <ac:picMkLst>
            <pc:docMk/>
            <pc:sldMk cId="289556434" sldId="834"/>
            <ac:picMk id="12" creationId="{94EB7814-DE62-2426-1704-B69C41726059}"/>
          </ac:picMkLst>
        </pc:picChg>
      </pc:sldChg>
      <pc:sldChg chg="addSp delSp modSp add mod">
        <pc:chgData name="Daphne Economou" userId="d065a339-36cf-4937-af08-41751becbd81" providerId="ADAL" clId="{399B43EB-C122-41B4-B524-0A89A0D9B122}" dt="2023-10-21T17:21:10.249" v="3007"/>
        <pc:sldMkLst>
          <pc:docMk/>
          <pc:sldMk cId="2447268297" sldId="835"/>
        </pc:sldMkLst>
        <pc:spChg chg="del mod">
          <ac:chgData name="Daphne Economou" userId="d065a339-36cf-4937-af08-41751becbd81" providerId="ADAL" clId="{399B43EB-C122-41B4-B524-0A89A0D9B122}" dt="2023-10-21T17:18:32.347" v="2976" actId="478"/>
          <ac:spMkLst>
            <pc:docMk/>
            <pc:sldMk cId="2447268297" sldId="835"/>
            <ac:spMk id="2" creationId="{00000000-0000-0000-0000-000000000000}"/>
          </ac:spMkLst>
        </pc:spChg>
        <pc:spChg chg="add del mod">
          <ac:chgData name="Daphne Economou" userId="d065a339-36cf-4937-af08-41751becbd81" providerId="ADAL" clId="{399B43EB-C122-41B4-B524-0A89A0D9B122}" dt="2023-10-21T17:18:35.427" v="2979" actId="478"/>
          <ac:spMkLst>
            <pc:docMk/>
            <pc:sldMk cId="2447268297" sldId="835"/>
            <ac:spMk id="10" creationId="{D27AF903-FDF3-E3CB-E25B-3E40582A8B05}"/>
          </ac:spMkLst>
        </pc:spChg>
        <pc:spChg chg="add mod">
          <ac:chgData name="Daphne Economou" userId="d065a339-36cf-4937-af08-41751becbd81" providerId="ADAL" clId="{399B43EB-C122-41B4-B524-0A89A0D9B122}" dt="2023-10-21T17:18:32.811" v="2978" actId="27636"/>
          <ac:spMkLst>
            <pc:docMk/>
            <pc:sldMk cId="2447268297" sldId="835"/>
            <ac:spMk id="11" creationId="{A7F88B3D-ADB6-CE70-433E-A1F6A254D758}"/>
          </ac:spMkLst>
        </pc:spChg>
        <pc:graphicFrameChg chg="modGraphic">
          <ac:chgData name="Daphne Economou" userId="d065a339-36cf-4937-af08-41751becbd81" providerId="ADAL" clId="{399B43EB-C122-41B4-B524-0A89A0D9B122}" dt="2023-10-21T15:36:09.135" v="2219" actId="14734"/>
          <ac:graphicFrameMkLst>
            <pc:docMk/>
            <pc:sldMk cId="2447268297" sldId="835"/>
            <ac:graphicFrameMk id="7" creationId="{00000000-0000-0000-0000-000000000000}"/>
          </ac:graphicFrameMkLst>
        </pc:graphicFrameChg>
        <pc:picChg chg="add mod">
          <ac:chgData name="Daphne Economou" userId="d065a339-36cf-4937-af08-41751becbd81" providerId="ADAL" clId="{399B43EB-C122-41B4-B524-0A89A0D9B122}" dt="2023-10-21T14:53:46.822" v="1921" actId="14100"/>
          <ac:picMkLst>
            <pc:docMk/>
            <pc:sldMk cId="2447268297" sldId="835"/>
            <ac:picMk id="6" creationId="{5BDE5C03-BF73-AF6B-5B2E-F2E028D5E9C0}"/>
          </ac:picMkLst>
        </pc:picChg>
        <pc:picChg chg="add del mod">
          <ac:chgData name="Daphne Economou" userId="d065a339-36cf-4937-af08-41751becbd81" providerId="ADAL" clId="{399B43EB-C122-41B4-B524-0A89A0D9B122}" dt="2023-10-21T17:18:32.347" v="2976" actId="478"/>
          <ac:picMkLst>
            <pc:docMk/>
            <pc:sldMk cId="2447268297" sldId="835"/>
            <ac:picMk id="8" creationId="{49C63C78-A3A8-97EE-122A-22D3540731C9}"/>
          </ac:picMkLst>
        </pc:picChg>
        <pc:picChg chg="add del mod">
          <ac:chgData name="Daphne Economou" userId="d065a339-36cf-4937-af08-41751becbd81" providerId="ADAL" clId="{399B43EB-C122-41B4-B524-0A89A0D9B122}" dt="2023-10-21T17:21:10.029" v="3006" actId="478"/>
          <ac:picMkLst>
            <pc:docMk/>
            <pc:sldMk cId="2447268297" sldId="835"/>
            <ac:picMk id="12" creationId="{ADCFD2CE-FC9E-8CDF-EACC-DBE4A82BA8CB}"/>
          </ac:picMkLst>
        </pc:picChg>
        <pc:picChg chg="add mod">
          <ac:chgData name="Daphne Economou" userId="d065a339-36cf-4937-af08-41751becbd81" providerId="ADAL" clId="{399B43EB-C122-41B4-B524-0A89A0D9B122}" dt="2023-10-21T17:21:10.249" v="3007"/>
          <ac:picMkLst>
            <pc:docMk/>
            <pc:sldMk cId="2447268297" sldId="835"/>
            <ac:picMk id="13" creationId="{4E888411-04EF-FCC3-8C6A-A2C7C4A209C3}"/>
          </ac:picMkLst>
        </pc:picChg>
      </pc:sldChg>
      <pc:sldChg chg="addSp delSp modSp add mod">
        <pc:chgData name="Daphne Economou" userId="d065a339-36cf-4937-af08-41751becbd81" providerId="ADAL" clId="{399B43EB-C122-41B4-B524-0A89A0D9B122}" dt="2023-10-21T17:21:18.704" v="3011"/>
        <pc:sldMkLst>
          <pc:docMk/>
          <pc:sldMk cId="3372268665" sldId="836"/>
        </pc:sldMkLst>
        <pc:spChg chg="mod">
          <ac:chgData name="Daphne Economou" userId="d065a339-36cf-4937-af08-41751becbd81" providerId="ADAL" clId="{399B43EB-C122-41B4-B524-0A89A0D9B122}" dt="2023-10-21T15:29:06.512" v="2160" actId="20577"/>
          <ac:spMkLst>
            <pc:docMk/>
            <pc:sldMk cId="3372268665" sldId="836"/>
            <ac:spMk id="2" creationId="{00000000-0000-0000-0000-000000000000}"/>
          </ac:spMkLst>
        </pc:spChg>
        <pc:spChg chg="mod">
          <ac:chgData name="Daphne Economou" userId="d065a339-36cf-4937-af08-41751becbd81" providerId="ADAL" clId="{399B43EB-C122-41B4-B524-0A89A0D9B122}" dt="2023-10-21T15:42:43.960" v="2299" actId="1036"/>
          <ac:spMkLst>
            <pc:docMk/>
            <pc:sldMk cId="3372268665" sldId="836"/>
            <ac:spMk id="11" creationId="{00000000-0000-0000-0000-000000000000}"/>
          </ac:spMkLst>
        </pc:spChg>
        <pc:graphicFrameChg chg="mod modGraphic">
          <ac:chgData name="Daphne Economou" userId="d065a339-36cf-4937-af08-41751becbd81" providerId="ADAL" clId="{399B43EB-C122-41B4-B524-0A89A0D9B122}" dt="2023-10-21T15:42:39.524" v="2297" actId="14100"/>
          <ac:graphicFrameMkLst>
            <pc:docMk/>
            <pc:sldMk cId="3372268665" sldId="836"/>
            <ac:graphicFrameMk id="7" creationId="{00000000-0000-0000-0000-000000000000}"/>
          </ac:graphicFrameMkLst>
        </pc:graphicFrameChg>
        <pc:picChg chg="add del mod">
          <ac:chgData name="Daphne Economou" userId="d065a339-36cf-4937-af08-41751becbd81" providerId="ADAL" clId="{399B43EB-C122-41B4-B524-0A89A0D9B122}" dt="2023-10-21T17:21:18.390" v="3010" actId="478"/>
          <ac:picMkLst>
            <pc:docMk/>
            <pc:sldMk cId="3372268665" sldId="836"/>
            <ac:picMk id="5" creationId="{0EA8AD21-E496-E6E7-4A08-2E6EAA09CB42}"/>
          </ac:picMkLst>
        </pc:picChg>
        <pc:picChg chg="add mod">
          <ac:chgData name="Daphne Economou" userId="d065a339-36cf-4937-af08-41751becbd81" providerId="ADAL" clId="{399B43EB-C122-41B4-B524-0A89A0D9B122}" dt="2023-10-21T17:21:18.704" v="3011"/>
          <ac:picMkLst>
            <pc:docMk/>
            <pc:sldMk cId="3372268665" sldId="836"/>
            <ac:picMk id="6" creationId="{EFBDB7D0-AFEF-6A06-D9CA-C5237C5D2E18}"/>
          </ac:picMkLst>
        </pc:picChg>
      </pc:sldChg>
      <pc:sldChg chg="new del">
        <pc:chgData name="Daphne Economou" userId="d065a339-36cf-4937-af08-41751becbd81" providerId="ADAL" clId="{399B43EB-C122-41B4-B524-0A89A0D9B122}" dt="2023-10-21T15:43:11.283" v="2302" actId="47"/>
        <pc:sldMkLst>
          <pc:docMk/>
          <pc:sldMk cId="1873126195" sldId="837"/>
        </pc:sldMkLst>
      </pc:sldChg>
      <pc:sldChg chg="addSp delSp modSp add mod">
        <pc:chgData name="Daphne Economou" userId="d065a339-36cf-4937-af08-41751becbd81" providerId="ADAL" clId="{399B43EB-C122-41B4-B524-0A89A0D9B122}" dt="2023-10-21T17:21:22.099" v="3013"/>
        <pc:sldMkLst>
          <pc:docMk/>
          <pc:sldMk cId="148097865" sldId="838"/>
        </pc:sldMkLst>
        <pc:spChg chg="mod">
          <ac:chgData name="Daphne Economou" userId="d065a339-36cf-4937-af08-41751becbd81" providerId="ADAL" clId="{399B43EB-C122-41B4-B524-0A89A0D9B122}" dt="2023-10-21T15:43:17.606" v="2312" actId="20577"/>
          <ac:spMkLst>
            <pc:docMk/>
            <pc:sldMk cId="148097865" sldId="838"/>
            <ac:spMk id="2" creationId="{00000000-0000-0000-0000-000000000000}"/>
          </ac:spMkLst>
        </pc:spChg>
        <pc:spChg chg="add mod">
          <ac:chgData name="Daphne Economou" userId="d065a339-36cf-4937-af08-41751becbd81" providerId="ADAL" clId="{399B43EB-C122-41B4-B524-0A89A0D9B122}" dt="2023-10-21T16:00:43.698" v="2472"/>
          <ac:spMkLst>
            <pc:docMk/>
            <pc:sldMk cId="148097865" sldId="838"/>
            <ac:spMk id="6" creationId="{2DCAF032-7176-3218-9B23-7DD48F7D4FE6}"/>
          </ac:spMkLst>
        </pc:spChg>
        <pc:spChg chg="del">
          <ac:chgData name="Daphne Economou" userId="d065a339-36cf-4937-af08-41751becbd81" providerId="ADAL" clId="{399B43EB-C122-41B4-B524-0A89A0D9B122}" dt="2023-10-21T15:50:15.714" v="2389" actId="478"/>
          <ac:spMkLst>
            <pc:docMk/>
            <pc:sldMk cId="148097865" sldId="838"/>
            <ac:spMk id="11" creationId="{00000000-0000-0000-0000-000000000000}"/>
          </ac:spMkLst>
        </pc:spChg>
        <pc:graphicFrameChg chg="add mod modGraphic">
          <ac:chgData name="Daphne Economou" userId="d065a339-36cf-4937-af08-41751becbd81" providerId="ADAL" clId="{399B43EB-C122-41B4-B524-0A89A0D9B122}" dt="2023-10-21T16:03:39.337" v="2560" actId="20577"/>
          <ac:graphicFrameMkLst>
            <pc:docMk/>
            <pc:sldMk cId="148097865" sldId="838"/>
            <ac:graphicFrameMk id="5" creationId="{84FD82E3-2DF4-E261-C954-22E6AAABEDBF}"/>
          </ac:graphicFrameMkLst>
        </pc:graphicFrameChg>
        <pc:graphicFrameChg chg="mod modGraphic">
          <ac:chgData name="Daphne Economou" userId="d065a339-36cf-4937-af08-41751becbd81" providerId="ADAL" clId="{399B43EB-C122-41B4-B524-0A89A0D9B122}" dt="2023-10-21T15:51:52.731" v="2409" actId="2164"/>
          <ac:graphicFrameMkLst>
            <pc:docMk/>
            <pc:sldMk cId="148097865" sldId="838"/>
            <ac:graphicFrameMk id="7" creationId="{00000000-0000-0000-0000-000000000000}"/>
          </ac:graphicFrameMkLst>
        </pc:graphicFrameChg>
        <pc:graphicFrameChg chg="del">
          <ac:chgData name="Daphne Economou" userId="d065a339-36cf-4937-af08-41751becbd81" providerId="ADAL" clId="{399B43EB-C122-41B4-B524-0A89A0D9B122}" dt="2023-10-21T15:50:16.750" v="2390" actId="478"/>
          <ac:graphicFrameMkLst>
            <pc:docMk/>
            <pc:sldMk cId="148097865" sldId="838"/>
            <ac:graphicFrameMk id="10" creationId="{00000000-0000-0000-0000-000000000000}"/>
          </ac:graphicFrameMkLst>
        </pc:graphicFrameChg>
        <pc:picChg chg="add del mod">
          <ac:chgData name="Daphne Economou" userId="d065a339-36cf-4937-af08-41751becbd81" providerId="ADAL" clId="{399B43EB-C122-41B4-B524-0A89A0D9B122}" dt="2023-10-21T17:21:21.817" v="3012" actId="478"/>
          <ac:picMkLst>
            <pc:docMk/>
            <pc:sldMk cId="148097865" sldId="838"/>
            <ac:picMk id="8" creationId="{CC65C9A3-2C28-FF2A-A4C0-5B640CAD8E9B}"/>
          </ac:picMkLst>
        </pc:picChg>
        <pc:picChg chg="add mod">
          <ac:chgData name="Daphne Economou" userId="d065a339-36cf-4937-af08-41751becbd81" providerId="ADAL" clId="{399B43EB-C122-41B4-B524-0A89A0D9B122}" dt="2023-10-21T17:21:22.099" v="3013"/>
          <ac:picMkLst>
            <pc:docMk/>
            <pc:sldMk cId="148097865" sldId="838"/>
            <ac:picMk id="9" creationId="{D762247B-F24A-6582-93DC-B9EF142ED6FE}"/>
          </ac:picMkLst>
        </pc:picChg>
      </pc:sldChg>
      <pc:sldChg chg="addSp modSp add mod">
        <pc:chgData name="Daphne Economou" userId="d065a339-36cf-4937-af08-41751becbd81" providerId="ADAL" clId="{399B43EB-C122-41B4-B524-0A89A0D9B122}" dt="2023-10-21T17:40:03.781" v="3841" actId="962"/>
        <pc:sldMkLst>
          <pc:docMk/>
          <pc:sldMk cId="1754363876" sldId="839"/>
        </pc:sldMkLst>
        <pc:spChg chg="mod">
          <ac:chgData name="Daphne Economou" userId="d065a339-36cf-4937-af08-41751becbd81" providerId="ADAL" clId="{399B43EB-C122-41B4-B524-0A89A0D9B122}" dt="2023-10-21T16:03:48.358" v="2572" actId="20577"/>
          <ac:spMkLst>
            <pc:docMk/>
            <pc:sldMk cId="1754363876" sldId="839"/>
            <ac:spMk id="2" creationId="{00000000-0000-0000-0000-000000000000}"/>
          </ac:spMkLst>
        </pc:spChg>
        <pc:spChg chg="mod">
          <ac:chgData name="Daphne Economou" userId="d065a339-36cf-4937-af08-41751becbd81" providerId="ADAL" clId="{399B43EB-C122-41B4-B524-0A89A0D9B122}" dt="2023-10-21T16:15:05.101" v="2726" actId="1076"/>
          <ac:spMkLst>
            <pc:docMk/>
            <pc:sldMk cId="1754363876" sldId="839"/>
            <ac:spMk id="11" creationId="{00000000-0000-0000-0000-000000000000}"/>
          </ac:spMkLst>
        </pc:spChg>
        <pc:graphicFrameChg chg="mod modGraphic">
          <ac:chgData name="Daphne Economou" userId="d065a339-36cf-4937-af08-41751becbd81" providerId="ADAL" clId="{399B43EB-C122-41B4-B524-0A89A0D9B122}" dt="2023-10-21T16:14:43.420" v="2720" actId="14100"/>
          <ac:graphicFrameMkLst>
            <pc:docMk/>
            <pc:sldMk cId="1754363876" sldId="839"/>
            <ac:graphicFrameMk id="7" creationId="{00000000-0000-0000-0000-000000000000}"/>
          </ac:graphicFrameMkLst>
        </pc:graphicFrameChg>
        <pc:graphicFrameChg chg="mod modGraphic">
          <ac:chgData name="Daphne Economou" userId="d065a339-36cf-4937-af08-41751becbd81" providerId="ADAL" clId="{399B43EB-C122-41B4-B524-0A89A0D9B122}" dt="2023-10-21T16:15:02.438" v="2725" actId="1076"/>
          <ac:graphicFrameMkLst>
            <pc:docMk/>
            <pc:sldMk cId="1754363876" sldId="839"/>
            <ac:graphicFrameMk id="10" creationId="{00000000-0000-0000-0000-000000000000}"/>
          </ac:graphicFrameMkLst>
        </pc:graphicFrameChg>
        <pc:picChg chg="add mod">
          <ac:chgData name="Daphne Economou" userId="d065a339-36cf-4937-af08-41751becbd81" providerId="ADAL" clId="{399B43EB-C122-41B4-B524-0A89A0D9B122}" dt="2023-10-21T17:40:03.781" v="3841" actId="962"/>
          <ac:picMkLst>
            <pc:docMk/>
            <pc:sldMk cId="1754363876" sldId="839"/>
            <ac:picMk id="6" creationId="{31AA8627-BDDC-5842-DF7F-48B4A673F893}"/>
          </ac:picMkLst>
        </pc:picChg>
        <pc:picChg chg="add mod">
          <ac:chgData name="Daphne Economou" userId="d065a339-36cf-4937-af08-41751becbd81" providerId="ADAL" clId="{399B43EB-C122-41B4-B524-0A89A0D9B122}" dt="2023-10-21T17:20:49.792" v="2999" actId="1582"/>
          <ac:picMkLst>
            <pc:docMk/>
            <pc:sldMk cId="1754363876" sldId="839"/>
            <ac:picMk id="8" creationId="{F3CBD575-0AD6-6E81-8612-A5B965246816}"/>
          </ac:picMkLst>
        </pc:picChg>
      </pc:sldChg>
      <pc:sldChg chg="add del">
        <pc:chgData name="Daphne Economou" userId="d065a339-36cf-4937-af08-41751becbd81" providerId="ADAL" clId="{399B43EB-C122-41B4-B524-0A89A0D9B122}" dt="2023-10-21T15:44:06.931" v="2314"/>
        <pc:sldMkLst>
          <pc:docMk/>
          <pc:sldMk cId="2614402659" sldId="839"/>
        </pc:sldMkLst>
      </pc:sldChg>
      <pc:sldChg chg="addSp delSp modSp add mod">
        <pc:chgData name="Daphne Economou" userId="d065a339-36cf-4937-af08-41751becbd81" providerId="ADAL" clId="{399B43EB-C122-41B4-B524-0A89A0D9B122}" dt="2023-10-21T17:39:37.492" v="3671" actId="962"/>
        <pc:sldMkLst>
          <pc:docMk/>
          <pc:sldMk cId="2281705385" sldId="840"/>
        </pc:sldMkLst>
        <pc:graphicFrameChg chg="mod modGraphic">
          <ac:chgData name="Daphne Economou" userId="d065a339-36cf-4937-af08-41751becbd81" providerId="ADAL" clId="{399B43EB-C122-41B4-B524-0A89A0D9B122}" dt="2023-10-21T15:59:44.039" v="2466" actId="14100"/>
          <ac:graphicFrameMkLst>
            <pc:docMk/>
            <pc:sldMk cId="2281705385" sldId="840"/>
            <ac:graphicFrameMk id="7" creationId="{00000000-0000-0000-0000-000000000000}"/>
          </ac:graphicFrameMkLst>
        </pc:graphicFrameChg>
        <pc:picChg chg="add mod">
          <ac:chgData name="Daphne Economou" userId="d065a339-36cf-4937-af08-41751becbd81" providerId="ADAL" clId="{399B43EB-C122-41B4-B524-0A89A0D9B122}" dt="2023-10-21T17:39:29.462" v="3637" actId="962"/>
          <ac:picMkLst>
            <pc:docMk/>
            <pc:sldMk cId="2281705385" sldId="840"/>
            <ac:picMk id="6" creationId="{A5A7F9FB-94D0-4947-AF1B-BD00BEBA6D92}"/>
          </ac:picMkLst>
        </pc:picChg>
        <pc:picChg chg="add mod">
          <ac:chgData name="Daphne Economou" userId="d065a339-36cf-4937-af08-41751becbd81" providerId="ADAL" clId="{399B43EB-C122-41B4-B524-0A89A0D9B122}" dt="2023-10-21T17:39:37.492" v="3671" actId="962"/>
          <ac:picMkLst>
            <pc:docMk/>
            <pc:sldMk cId="2281705385" sldId="840"/>
            <ac:picMk id="9" creationId="{B7722717-83E5-566D-CCD0-847B84E800F8}"/>
          </ac:picMkLst>
        </pc:picChg>
        <pc:picChg chg="add del mod">
          <ac:chgData name="Daphne Economou" userId="d065a339-36cf-4937-af08-41751becbd81" providerId="ADAL" clId="{399B43EB-C122-41B4-B524-0A89A0D9B122}" dt="2023-10-21T17:20:54.872" v="3000" actId="478"/>
          <ac:picMkLst>
            <pc:docMk/>
            <pc:sldMk cId="2281705385" sldId="840"/>
            <ac:picMk id="10" creationId="{EDD4B19C-6F6C-C7C7-3DDC-7385FBA64286}"/>
          </ac:picMkLst>
        </pc:picChg>
        <pc:picChg chg="add mod">
          <ac:chgData name="Daphne Economou" userId="d065a339-36cf-4937-af08-41751becbd81" providerId="ADAL" clId="{399B43EB-C122-41B4-B524-0A89A0D9B122}" dt="2023-10-21T17:20:55.242" v="3001"/>
          <ac:picMkLst>
            <pc:docMk/>
            <pc:sldMk cId="2281705385" sldId="840"/>
            <ac:picMk id="11" creationId="{2E510C84-2D66-AA05-7E3F-A749DB562EF2}"/>
          </ac:picMkLst>
        </pc:picChg>
      </pc:sldChg>
      <pc:sldChg chg="addSp delSp modSp new mod ord">
        <pc:chgData name="Daphne Economou" userId="d065a339-36cf-4937-af08-41751becbd81" providerId="ADAL" clId="{399B43EB-C122-41B4-B524-0A89A0D9B122}" dt="2023-10-21T17:51:23.956" v="3972" actId="27636"/>
        <pc:sldMkLst>
          <pc:docMk/>
          <pc:sldMk cId="3100128231" sldId="841"/>
        </pc:sldMkLst>
        <pc:spChg chg="mod">
          <ac:chgData name="Daphne Economou" userId="d065a339-36cf-4937-af08-41751becbd81" providerId="ADAL" clId="{399B43EB-C122-41B4-B524-0A89A0D9B122}" dt="2023-10-21T17:35:00.614" v="3382" actId="20577"/>
          <ac:spMkLst>
            <pc:docMk/>
            <pc:sldMk cId="3100128231" sldId="841"/>
            <ac:spMk id="2" creationId="{64C8BC29-3CF8-B9CA-F3D4-ACB2D6F43FFE}"/>
          </ac:spMkLst>
        </pc:spChg>
        <pc:spChg chg="mod">
          <ac:chgData name="Daphne Economou" userId="d065a339-36cf-4937-af08-41751becbd81" providerId="ADAL" clId="{399B43EB-C122-41B4-B524-0A89A0D9B122}" dt="2023-10-21T17:51:23.956" v="3972" actId="27636"/>
          <ac:spMkLst>
            <pc:docMk/>
            <pc:sldMk cId="3100128231" sldId="841"/>
            <ac:spMk id="3" creationId="{A0798B8C-12D2-D61E-B305-2191C0A20EF4}"/>
          </ac:spMkLst>
        </pc:spChg>
        <pc:spChg chg="add del mod">
          <ac:chgData name="Daphne Economou" userId="d065a339-36cf-4937-af08-41751becbd81" providerId="ADAL" clId="{399B43EB-C122-41B4-B524-0A89A0D9B122}" dt="2023-10-21T17:51:19.062" v="3966" actId="478"/>
          <ac:spMkLst>
            <pc:docMk/>
            <pc:sldMk cId="3100128231" sldId="841"/>
            <ac:spMk id="11" creationId="{BC493FA8-FD73-8962-47A3-3E2AAFDC9D63}"/>
          </ac:spMkLst>
        </pc:spChg>
        <pc:picChg chg="add del mod">
          <ac:chgData name="Daphne Economou" userId="d065a339-36cf-4937-af08-41751becbd81" providerId="ADAL" clId="{399B43EB-C122-41B4-B524-0A89A0D9B122}" dt="2023-10-21T17:51:22.025" v="3970" actId="478"/>
          <ac:picMkLst>
            <pc:docMk/>
            <pc:sldMk cId="3100128231" sldId="841"/>
            <ac:picMk id="7" creationId="{C0BD8DE4-0AB8-7C15-D6DC-E234C2EB6069}"/>
          </ac:picMkLst>
        </pc:picChg>
        <pc:picChg chg="add del mod">
          <ac:chgData name="Daphne Economou" userId="d065a339-36cf-4937-af08-41751becbd81" providerId="ADAL" clId="{399B43EB-C122-41B4-B524-0A89A0D9B122}" dt="2023-10-21T17:51:21.180" v="3969" actId="478"/>
          <ac:picMkLst>
            <pc:docMk/>
            <pc:sldMk cId="3100128231" sldId="841"/>
            <ac:picMk id="8" creationId="{38ABF6DD-5477-5440-5A30-3B258E98E74F}"/>
          </ac:picMkLst>
        </pc:picChg>
        <pc:picChg chg="add del mod">
          <ac:chgData name="Daphne Economou" userId="d065a339-36cf-4937-af08-41751becbd81" providerId="ADAL" clId="{399B43EB-C122-41B4-B524-0A89A0D9B122}" dt="2023-10-21T17:51:20.123" v="3967" actId="478"/>
          <ac:picMkLst>
            <pc:docMk/>
            <pc:sldMk cId="3100128231" sldId="841"/>
            <ac:picMk id="9" creationId="{82A3D56D-CFE0-1E6C-7D16-740978571FB1}"/>
          </ac:picMkLst>
        </pc:picChg>
        <pc:picChg chg="add del mod">
          <ac:chgData name="Daphne Economou" userId="d065a339-36cf-4937-af08-41751becbd81" providerId="ADAL" clId="{399B43EB-C122-41B4-B524-0A89A0D9B122}" dt="2023-10-21T17:51:20.703" v="3968" actId="478"/>
          <ac:picMkLst>
            <pc:docMk/>
            <pc:sldMk cId="3100128231" sldId="841"/>
            <ac:picMk id="10" creationId="{3E5C03CB-8276-C4C3-A590-C077709044D7}"/>
          </ac:picMkLst>
        </pc:picChg>
      </pc:sldChg>
      <pc:sldChg chg="addSp modSp add del mod">
        <pc:chgData name="Daphne Economou" userId="d065a339-36cf-4937-af08-41751becbd81" providerId="ADAL" clId="{399B43EB-C122-41B4-B524-0A89A0D9B122}" dt="2023-10-21T17:22:20.146" v="3034" actId="2696"/>
        <pc:sldMkLst>
          <pc:docMk/>
          <pc:sldMk cId="539474047" sldId="842"/>
        </pc:sldMkLst>
        <pc:spChg chg="mod">
          <ac:chgData name="Daphne Economou" userId="d065a339-36cf-4937-af08-41751becbd81" providerId="ADAL" clId="{399B43EB-C122-41B4-B524-0A89A0D9B122}" dt="2023-10-21T17:22:07.121" v="3033" actId="20577"/>
          <ac:spMkLst>
            <pc:docMk/>
            <pc:sldMk cId="539474047" sldId="842"/>
            <ac:spMk id="10" creationId="{E47151AA-6B67-F3F6-28CB-B5C0E7F5E282}"/>
          </ac:spMkLst>
        </pc:spChg>
        <pc:picChg chg="add mod">
          <ac:chgData name="Daphne Economou" userId="d065a339-36cf-4937-af08-41751becbd81" providerId="ADAL" clId="{399B43EB-C122-41B4-B524-0A89A0D9B122}" dt="2023-10-21T17:20:29.915" v="2997" actId="1582"/>
          <ac:picMkLst>
            <pc:docMk/>
            <pc:sldMk cId="539474047" sldId="842"/>
            <ac:picMk id="3" creationId="{E3867887-68AF-82AB-AC80-A1C5899AD086}"/>
          </ac:picMkLst>
        </pc:picChg>
      </pc:sldChg>
      <pc:sldChg chg="modSp add mod">
        <pc:chgData name="Daphne Economou" userId="d065a339-36cf-4937-af08-41751becbd81" providerId="ADAL" clId="{399B43EB-C122-41B4-B524-0A89A0D9B122}" dt="2023-10-21T19:21:40.803" v="4701" actId="20577"/>
        <pc:sldMkLst>
          <pc:docMk/>
          <pc:sldMk cId="3909085206" sldId="842"/>
        </pc:sldMkLst>
        <pc:spChg chg="mod">
          <ac:chgData name="Daphne Economou" userId="d065a339-36cf-4937-af08-41751becbd81" providerId="ADAL" clId="{399B43EB-C122-41B4-B524-0A89A0D9B122}" dt="2023-10-21T19:21:40.803" v="4701" actId="20577"/>
          <ac:spMkLst>
            <pc:docMk/>
            <pc:sldMk cId="3909085206" sldId="842"/>
            <ac:spMk id="10" creationId="{E47151AA-6B67-F3F6-28CB-B5C0E7F5E282}"/>
          </ac:spMkLst>
        </pc:spChg>
      </pc:sldChg>
      <pc:sldChg chg="modSp new mod">
        <pc:chgData name="Daphne Economou" userId="d065a339-36cf-4937-af08-41751becbd81" providerId="ADAL" clId="{399B43EB-C122-41B4-B524-0A89A0D9B122}" dt="2023-10-21T17:23:24.247" v="3101" actId="20577"/>
        <pc:sldMkLst>
          <pc:docMk/>
          <pc:sldMk cId="1582337668" sldId="843"/>
        </pc:sldMkLst>
        <pc:spChg chg="mod">
          <ac:chgData name="Daphne Economou" userId="d065a339-36cf-4937-af08-41751becbd81" providerId="ADAL" clId="{399B43EB-C122-41B4-B524-0A89A0D9B122}" dt="2023-10-21T17:23:12.018" v="3068" actId="20577"/>
          <ac:spMkLst>
            <pc:docMk/>
            <pc:sldMk cId="1582337668" sldId="843"/>
            <ac:spMk id="2" creationId="{98C761C1-347B-B759-401E-CFECF920BFF2}"/>
          </ac:spMkLst>
        </pc:spChg>
        <pc:spChg chg="mod">
          <ac:chgData name="Daphne Economou" userId="d065a339-36cf-4937-af08-41751becbd81" providerId="ADAL" clId="{399B43EB-C122-41B4-B524-0A89A0D9B122}" dt="2023-10-21T17:23:24.247" v="3101" actId="20577"/>
          <ac:spMkLst>
            <pc:docMk/>
            <pc:sldMk cId="1582337668" sldId="843"/>
            <ac:spMk id="3" creationId="{596211F3-BD7B-6E0A-D68A-2FCD2C0773D2}"/>
          </ac:spMkLst>
        </pc:spChg>
      </pc:sldChg>
      <pc:sldChg chg="addSp delSp modSp new mod chgLayout">
        <pc:chgData name="Daphne Economou" userId="d065a339-36cf-4937-af08-41751becbd81" providerId="ADAL" clId="{399B43EB-C122-41B4-B524-0A89A0D9B122}" dt="2023-10-21T17:33:02.125" v="3308" actId="948"/>
        <pc:sldMkLst>
          <pc:docMk/>
          <pc:sldMk cId="1017929612" sldId="844"/>
        </pc:sldMkLst>
        <pc:spChg chg="del mod ord">
          <ac:chgData name="Daphne Economou" userId="d065a339-36cf-4937-af08-41751becbd81" providerId="ADAL" clId="{399B43EB-C122-41B4-B524-0A89A0D9B122}" dt="2023-10-21T17:25:23.039" v="3135" actId="700"/>
          <ac:spMkLst>
            <pc:docMk/>
            <pc:sldMk cId="1017929612" sldId="844"/>
            <ac:spMk id="2" creationId="{3BAC15B5-F802-307E-083F-3484280C2FC8}"/>
          </ac:spMkLst>
        </pc:spChg>
        <pc:spChg chg="del mod ord">
          <ac:chgData name="Daphne Economou" userId="d065a339-36cf-4937-af08-41751becbd81" providerId="ADAL" clId="{399B43EB-C122-41B4-B524-0A89A0D9B122}" dt="2023-10-21T17:25:23.039" v="3135" actId="700"/>
          <ac:spMkLst>
            <pc:docMk/>
            <pc:sldMk cId="1017929612" sldId="844"/>
            <ac:spMk id="3" creationId="{A15FF5BA-4673-DC33-6F0D-479AA32A118C}"/>
          </ac:spMkLst>
        </pc:spChg>
        <pc:spChg chg="mod ord">
          <ac:chgData name="Daphne Economou" userId="d065a339-36cf-4937-af08-41751becbd81" providerId="ADAL" clId="{399B43EB-C122-41B4-B524-0A89A0D9B122}" dt="2023-10-21T17:25:23.039" v="3135" actId="700"/>
          <ac:spMkLst>
            <pc:docMk/>
            <pc:sldMk cId="1017929612" sldId="844"/>
            <ac:spMk id="4" creationId="{822D6EA4-ECB9-9929-92DF-5D689F1E7DB3}"/>
          </ac:spMkLst>
        </pc:spChg>
        <pc:spChg chg="mod ord">
          <ac:chgData name="Daphne Economou" userId="d065a339-36cf-4937-af08-41751becbd81" providerId="ADAL" clId="{399B43EB-C122-41B4-B524-0A89A0D9B122}" dt="2023-10-21T17:25:23.039" v="3135" actId="700"/>
          <ac:spMkLst>
            <pc:docMk/>
            <pc:sldMk cId="1017929612" sldId="844"/>
            <ac:spMk id="5" creationId="{EC3A6731-6465-1DBB-17F5-0A1010EC1CF5}"/>
          </ac:spMkLst>
        </pc:spChg>
        <pc:spChg chg="add mod ord">
          <ac:chgData name="Daphne Economou" userId="d065a339-36cf-4937-af08-41751becbd81" providerId="ADAL" clId="{399B43EB-C122-41B4-B524-0A89A0D9B122}" dt="2023-10-21T17:30:25.623" v="3220" actId="20577"/>
          <ac:spMkLst>
            <pc:docMk/>
            <pc:sldMk cId="1017929612" sldId="844"/>
            <ac:spMk id="6" creationId="{6CDC20A0-622F-E261-66F4-DBEC355336B2}"/>
          </ac:spMkLst>
        </pc:spChg>
        <pc:spChg chg="add mod ord">
          <ac:chgData name="Daphne Economou" userId="d065a339-36cf-4937-af08-41751becbd81" providerId="ADAL" clId="{399B43EB-C122-41B4-B524-0A89A0D9B122}" dt="2023-10-21T17:33:02.125" v="3308" actId="948"/>
          <ac:spMkLst>
            <pc:docMk/>
            <pc:sldMk cId="1017929612" sldId="844"/>
            <ac:spMk id="7" creationId="{E2C4DA49-5CE6-C378-673F-246777A79DB0}"/>
          </ac:spMkLst>
        </pc:spChg>
      </pc:sldChg>
      <pc:sldChg chg="addSp delSp modSp add mod">
        <pc:chgData name="Daphne Economou" userId="d065a339-36cf-4937-af08-41751becbd81" providerId="ADAL" clId="{399B43EB-C122-41B4-B524-0A89A0D9B122}" dt="2023-10-21T17:55:20.828" v="4050" actId="1076"/>
        <pc:sldMkLst>
          <pc:docMk/>
          <pc:sldMk cId="198657939" sldId="845"/>
        </pc:sldMkLst>
        <pc:spChg chg="del">
          <ac:chgData name="Daphne Economou" userId="d065a339-36cf-4937-af08-41751becbd81" providerId="ADAL" clId="{399B43EB-C122-41B4-B524-0A89A0D9B122}" dt="2023-10-21T17:51:31.204" v="3973" actId="478"/>
          <ac:spMkLst>
            <pc:docMk/>
            <pc:sldMk cId="198657939" sldId="845"/>
            <ac:spMk id="3" creationId="{A0798B8C-12D2-D61E-B305-2191C0A20EF4}"/>
          </ac:spMkLst>
        </pc:spChg>
        <pc:spChg chg="del mod">
          <ac:chgData name="Daphne Economou" userId="d065a339-36cf-4937-af08-41751becbd81" providerId="ADAL" clId="{399B43EB-C122-41B4-B524-0A89A0D9B122}" dt="2023-10-21T17:51:44.498" v="3984"/>
          <ac:spMkLst>
            <pc:docMk/>
            <pc:sldMk cId="198657939" sldId="845"/>
            <ac:spMk id="11" creationId="{BC493FA8-FD73-8962-47A3-3E2AAFDC9D63}"/>
          </ac:spMkLst>
        </pc:spChg>
        <pc:spChg chg="add mod">
          <ac:chgData name="Daphne Economou" userId="d065a339-36cf-4937-af08-41751becbd81" providerId="ADAL" clId="{399B43EB-C122-41B4-B524-0A89A0D9B122}" dt="2023-10-21T17:53:24.251" v="4009" actId="14100"/>
          <ac:spMkLst>
            <pc:docMk/>
            <pc:sldMk cId="198657939" sldId="845"/>
            <ac:spMk id="12" creationId="{097CDEB1-ED85-D337-1CC8-EF87B487F10C}"/>
          </ac:spMkLst>
        </pc:spChg>
        <pc:spChg chg="add mod">
          <ac:chgData name="Daphne Economou" userId="d065a339-36cf-4937-af08-41751becbd81" providerId="ADAL" clId="{399B43EB-C122-41B4-B524-0A89A0D9B122}" dt="2023-10-21T17:55:01.293" v="4045" actId="207"/>
          <ac:spMkLst>
            <pc:docMk/>
            <pc:sldMk cId="198657939" sldId="845"/>
            <ac:spMk id="13" creationId="{F4402DF5-0C4A-444D-E66F-2D7852804C91}"/>
          </ac:spMkLst>
        </pc:spChg>
        <pc:spChg chg="add mod">
          <ac:chgData name="Daphne Economou" userId="d065a339-36cf-4937-af08-41751becbd81" providerId="ADAL" clId="{399B43EB-C122-41B4-B524-0A89A0D9B122}" dt="2023-10-21T17:55:20.828" v="4050" actId="1076"/>
          <ac:spMkLst>
            <pc:docMk/>
            <pc:sldMk cId="198657939" sldId="845"/>
            <ac:spMk id="14" creationId="{7253B4E8-4BA8-1AB8-E0F8-6A9DE2115CD9}"/>
          </ac:spMkLst>
        </pc:spChg>
        <pc:picChg chg="mod">
          <ac:chgData name="Daphne Economou" userId="d065a339-36cf-4937-af08-41751becbd81" providerId="ADAL" clId="{399B43EB-C122-41B4-B524-0A89A0D9B122}" dt="2023-10-21T17:55:16.626" v="4049" actId="1076"/>
          <ac:picMkLst>
            <pc:docMk/>
            <pc:sldMk cId="198657939" sldId="845"/>
            <ac:picMk id="7" creationId="{C0BD8DE4-0AB8-7C15-D6DC-E234C2EB6069}"/>
          </ac:picMkLst>
        </pc:picChg>
        <pc:picChg chg="mod">
          <ac:chgData name="Daphne Economou" userId="d065a339-36cf-4937-af08-41751becbd81" providerId="ADAL" clId="{399B43EB-C122-41B4-B524-0A89A0D9B122}" dt="2023-10-21T17:55:16.626" v="4049" actId="1076"/>
          <ac:picMkLst>
            <pc:docMk/>
            <pc:sldMk cId="198657939" sldId="845"/>
            <ac:picMk id="8" creationId="{38ABF6DD-5477-5440-5A30-3B258E98E74F}"/>
          </ac:picMkLst>
        </pc:picChg>
        <pc:picChg chg="mod">
          <ac:chgData name="Daphne Economou" userId="d065a339-36cf-4937-af08-41751becbd81" providerId="ADAL" clId="{399B43EB-C122-41B4-B524-0A89A0D9B122}" dt="2023-10-21T17:54:34.051" v="4043" actId="1076"/>
          <ac:picMkLst>
            <pc:docMk/>
            <pc:sldMk cId="198657939" sldId="845"/>
            <ac:picMk id="9" creationId="{82A3D56D-CFE0-1E6C-7D16-740978571FB1}"/>
          </ac:picMkLst>
        </pc:picChg>
        <pc:picChg chg="mod">
          <ac:chgData name="Daphne Economou" userId="d065a339-36cf-4937-af08-41751becbd81" providerId="ADAL" clId="{399B43EB-C122-41B4-B524-0A89A0D9B122}" dt="2023-10-21T17:55:16.626" v="4049" actId="1076"/>
          <ac:picMkLst>
            <pc:docMk/>
            <pc:sldMk cId="198657939" sldId="845"/>
            <ac:picMk id="10" creationId="{3E5C03CB-8276-C4C3-A590-C077709044D7}"/>
          </ac:picMkLst>
        </pc:picChg>
      </pc:sldChg>
      <pc:sldChg chg="addSp delSp modSp new mod">
        <pc:chgData name="Daphne Economou" userId="d065a339-36cf-4937-af08-41751becbd81" providerId="ADAL" clId="{399B43EB-C122-41B4-B524-0A89A0D9B122}" dt="2023-10-21T18:34:08.531" v="4361" actId="6549"/>
        <pc:sldMkLst>
          <pc:docMk/>
          <pc:sldMk cId="3689596096" sldId="846"/>
        </pc:sldMkLst>
        <pc:spChg chg="mod">
          <ac:chgData name="Daphne Economou" userId="d065a339-36cf-4937-af08-41751becbd81" providerId="ADAL" clId="{399B43EB-C122-41B4-B524-0A89A0D9B122}" dt="2023-10-21T17:58:21.019" v="4117" actId="1035"/>
          <ac:spMkLst>
            <pc:docMk/>
            <pc:sldMk cId="3689596096" sldId="846"/>
            <ac:spMk id="2" creationId="{3E9489ED-EB99-CD30-0CCB-13381542DB48}"/>
          </ac:spMkLst>
        </pc:spChg>
        <pc:spChg chg="add del mod">
          <ac:chgData name="Daphne Economou" userId="d065a339-36cf-4937-af08-41751becbd81" providerId="ADAL" clId="{399B43EB-C122-41B4-B524-0A89A0D9B122}" dt="2023-10-21T18:34:08.531" v="4361" actId="6549"/>
          <ac:spMkLst>
            <pc:docMk/>
            <pc:sldMk cId="3689596096" sldId="846"/>
            <ac:spMk id="3" creationId="{1FEDA29C-E911-8D07-3297-569C251E5515}"/>
          </ac:spMkLst>
        </pc:spChg>
        <pc:spChg chg="add del mod">
          <ac:chgData name="Daphne Economou" userId="d065a339-36cf-4937-af08-41751becbd81" providerId="ADAL" clId="{399B43EB-C122-41B4-B524-0A89A0D9B122}" dt="2023-10-21T17:58:28.460" v="4119"/>
          <ac:spMkLst>
            <pc:docMk/>
            <pc:sldMk cId="3689596096" sldId="846"/>
            <ac:spMk id="6" creationId="{35B7BEBA-E7B9-5148-503D-83D7657C6619}"/>
          </ac:spMkLst>
        </pc:spChg>
        <pc:picChg chg="add mod">
          <ac:chgData name="Daphne Economou" userId="d065a339-36cf-4937-af08-41751becbd81" providerId="ADAL" clId="{399B43EB-C122-41B4-B524-0A89A0D9B122}" dt="2023-10-21T18:28:48.530" v="4319"/>
          <ac:picMkLst>
            <pc:docMk/>
            <pc:sldMk cId="3689596096" sldId="846"/>
            <ac:picMk id="7" creationId="{9AD437E2-A5CC-99E4-23AA-464080144204}"/>
          </ac:picMkLst>
        </pc:picChg>
        <pc:picChg chg="add mod">
          <ac:chgData name="Daphne Economou" userId="d065a339-36cf-4937-af08-41751becbd81" providerId="ADAL" clId="{399B43EB-C122-41B4-B524-0A89A0D9B122}" dt="2023-10-21T18:29:09.408" v="4321"/>
          <ac:picMkLst>
            <pc:docMk/>
            <pc:sldMk cId="3689596096" sldId="846"/>
            <ac:picMk id="8" creationId="{EB47C3CE-3839-63B9-E53A-229D1FA42390}"/>
          </ac:picMkLst>
        </pc:picChg>
        <pc:picChg chg="add mod">
          <ac:chgData name="Daphne Economou" userId="d065a339-36cf-4937-af08-41751becbd81" providerId="ADAL" clId="{399B43EB-C122-41B4-B524-0A89A0D9B122}" dt="2023-10-21T18:29:24.625" v="4322"/>
          <ac:picMkLst>
            <pc:docMk/>
            <pc:sldMk cId="3689596096" sldId="846"/>
            <ac:picMk id="9" creationId="{573ED830-04CD-3DE7-8082-063AB1639B2B}"/>
          </ac:picMkLst>
        </pc:picChg>
      </pc:sldChg>
      <pc:sldChg chg="addSp modSp new mod">
        <pc:chgData name="Daphne Economou" userId="d065a339-36cf-4937-af08-41751becbd81" providerId="ADAL" clId="{399B43EB-C122-41B4-B524-0A89A0D9B122}" dt="2023-10-21T18:37:19.784" v="4450" actId="11"/>
        <pc:sldMkLst>
          <pc:docMk/>
          <pc:sldMk cId="3091944951" sldId="847"/>
        </pc:sldMkLst>
        <pc:spChg chg="mod">
          <ac:chgData name="Daphne Economou" userId="d065a339-36cf-4937-af08-41751becbd81" providerId="ADAL" clId="{399B43EB-C122-41B4-B524-0A89A0D9B122}" dt="2023-10-21T18:12:27.936" v="4250" actId="20577"/>
          <ac:spMkLst>
            <pc:docMk/>
            <pc:sldMk cId="3091944951" sldId="847"/>
            <ac:spMk id="2" creationId="{A09C3605-5B78-A06E-5AF4-767256758EA5}"/>
          </ac:spMkLst>
        </pc:spChg>
        <pc:spChg chg="mod">
          <ac:chgData name="Daphne Economou" userId="d065a339-36cf-4937-af08-41751becbd81" providerId="ADAL" clId="{399B43EB-C122-41B4-B524-0A89A0D9B122}" dt="2023-10-21T18:37:07.080" v="4448" actId="27636"/>
          <ac:spMkLst>
            <pc:docMk/>
            <pc:sldMk cId="3091944951" sldId="847"/>
            <ac:spMk id="3" creationId="{AB04B2A9-7AF2-B76A-F682-44DBC07E553C}"/>
          </ac:spMkLst>
        </pc:spChg>
        <pc:spChg chg="add mod">
          <ac:chgData name="Daphne Economou" userId="d065a339-36cf-4937-af08-41751becbd81" providerId="ADAL" clId="{399B43EB-C122-41B4-B524-0A89A0D9B122}" dt="2023-10-21T18:37:19.784" v="4450" actId="11"/>
          <ac:spMkLst>
            <pc:docMk/>
            <pc:sldMk cId="3091944951" sldId="847"/>
            <ac:spMk id="8" creationId="{8CC84555-DB55-BC91-D207-94AC46333ED0}"/>
          </ac:spMkLst>
        </pc:spChg>
        <pc:picChg chg="add mod">
          <ac:chgData name="Daphne Economou" userId="d065a339-36cf-4937-af08-41751becbd81" providerId="ADAL" clId="{399B43EB-C122-41B4-B524-0A89A0D9B122}" dt="2023-10-21T18:36:32.398" v="4426" actId="1076"/>
          <ac:picMkLst>
            <pc:docMk/>
            <pc:sldMk cId="3091944951" sldId="847"/>
            <ac:picMk id="7" creationId="{040174C2-6167-2D56-7AC6-C585271CFC59}"/>
          </ac:picMkLst>
        </pc:picChg>
      </pc:sldChg>
      <pc:sldChg chg="addSp delSp modSp new mod modClrScheme chgLayout">
        <pc:chgData name="Daphne Economou" userId="d065a339-36cf-4937-af08-41751becbd81" providerId="ADAL" clId="{399B43EB-C122-41B4-B524-0A89A0D9B122}" dt="2023-10-21T18:50:05.514" v="4501" actId="1035"/>
        <pc:sldMkLst>
          <pc:docMk/>
          <pc:sldMk cId="1017245805" sldId="848"/>
        </pc:sldMkLst>
        <pc:spChg chg="del">
          <ac:chgData name="Daphne Economou" userId="d065a339-36cf-4937-af08-41751becbd81" providerId="ADAL" clId="{399B43EB-C122-41B4-B524-0A89A0D9B122}" dt="2023-10-21T18:46:24.313" v="4452" actId="700"/>
          <ac:spMkLst>
            <pc:docMk/>
            <pc:sldMk cId="1017245805" sldId="848"/>
            <ac:spMk id="2" creationId="{7713D323-D738-A45C-DC52-807A20690C71}"/>
          </ac:spMkLst>
        </pc:spChg>
        <pc:spChg chg="del mod ord">
          <ac:chgData name="Daphne Economou" userId="d065a339-36cf-4937-af08-41751becbd81" providerId="ADAL" clId="{399B43EB-C122-41B4-B524-0A89A0D9B122}" dt="2023-10-21T18:46:24.313" v="4452" actId="700"/>
          <ac:spMkLst>
            <pc:docMk/>
            <pc:sldMk cId="1017245805" sldId="848"/>
            <ac:spMk id="3" creationId="{C22A6B76-72A7-F6CE-4FCF-CF8DB3333045}"/>
          </ac:spMkLst>
        </pc:spChg>
        <pc:spChg chg="mod ord">
          <ac:chgData name="Daphne Economou" userId="d065a339-36cf-4937-af08-41751becbd81" providerId="ADAL" clId="{399B43EB-C122-41B4-B524-0A89A0D9B122}" dt="2023-10-21T18:47:25.092" v="4464" actId="700"/>
          <ac:spMkLst>
            <pc:docMk/>
            <pc:sldMk cId="1017245805" sldId="848"/>
            <ac:spMk id="4" creationId="{4D6680BF-AD9A-B08F-40D0-68BD40BB83FF}"/>
          </ac:spMkLst>
        </pc:spChg>
        <pc:spChg chg="mod ord">
          <ac:chgData name="Daphne Economou" userId="d065a339-36cf-4937-af08-41751becbd81" providerId="ADAL" clId="{399B43EB-C122-41B4-B524-0A89A0D9B122}" dt="2023-10-21T18:47:25.092" v="4464" actId="700"/>
          <ac:spMkLst>
            <pc:docMk/>
            <pc:sldMk cId="1017245805" sldId="848"/>
            <ac:spMk id="5" creationId="{E7AABFCF-6E28-6345-CBEC-8546FC704073}"/>
          </ac:spMkLst>
        </pc:spChg>
        <pc:spChg chg="del mod ord">
          <ac:chgData name="Daphne Economou" userId="d065a339-36cf-4937-af08-41751becbd81" providerId="ADAL" clId="{399B43EB-C122-41B4-B524-0A89A0D9B122}" dt="2023-10-21T18:47:25.092" v="4464" actId="700"/>
          <ac:spMkLst>
            <pc:docMk/>
            <pc:sldMk cId="1017245805" sldId="848"/>
            <ac:spMk id="6" creationId="{2F665344-D235-C76B-CE4D-6B58D389A544}"/>
          </ac:spMkLst>
        </pc:spChg>
        <pc:spChg chg="add del mod ord">
          <ac:chgData name="Daphne Economou" userId="d065a339-36cf-4937-af08-41751becbd81" providerId="ADAL" clId="{399B43EB-C122-41B4-B524-0A89A0D9B122}" dt="2023-10-21T18:47:25.092" v="4464" actId="700"/>
          <ac:spMkLst>
            <pc:docMk/>
            <pc:sldMk cId="1017245805" sldId="848"/>
            <ac:spMk id="7" creationId="{581572B3-2C72-F8D6-813E-AA795A430CC3}"/>
          </ac:spMkLst>
        </pc:spChg>
        <pc:spChg chg="add mod ord">
          <ac:chgData name="Daphne Economou" userId="d065a339-36cf-4937-af08-41751becbd81" providerId="ADAL" clId="{399B43EB-C122-41B4-B524-0A89A0D9B122}" dt="2023-10-21T18:47:56.241" v="4475" actId="1036"/>
          <ac:spMkLst>
            <pc:docMk/>
            <pc:sldMk cId="1017245805" sldId="848"/>
            <ac:spMk id="8" creationId="{F6868A33-2F2B-EB5B-E31E-6DAC4C0A89C2}"/>
          </ac:spMkLst>
        </pc:spChg>
        <pc:spChg chg="add del mod ord">
          <ac:chgData name="Daphne Economou" userId="d065a339-36cf-4937-af08-41751becbd81" providerId="ADAL" clId="{399B43EB-C122-41B4-B524-0A89A0D9B122}" dt="2023-10-21T18:47:25.897" v="4465"/>
          <ac:spMkLst>
            <pc:docMk/>
            <pc:sldMk cId="1017245805" sldId="848"/>
            <ac:spMk id="9" creationId="{B183D571-2AA5-56F4-627F-F5EBDC459A3B}"/>
          </ac:spMkLst>
        </pc:spChg>
        <pc:spChg chg="add mod">
          <ac:chgData name="Daphne Economou" userId="d065a339-36cf-4937-af08-41751becbd81" providerId="ADAL" clId="{399B43EB-C122-41B4-B524-0A89A0D9B122}" dt="2023-10-21T18:50:05.514" v="4501" actId="1035"/>
          <ac:spMkLst>
            <pc:docMk/>
            <pc:sldMk cId="1017245805" sldId="848"/>
            <ac:spMk id="10" creationId="{200F38F9-508D-49E2-A132-213ABABEDB7D}"/>
          </ac:spMkLst>
        </pc:spChg>
      </pc:sldChg>
      <pc:sldChg chg="modSp add mod">
        <pc:chgData name="Daphne Economou" userId="d065a339-36cf-4937-af08-41751becbd81" providerId="ADAL" clId="{399B43EB-C122-41B4-B524-0A89A0D9B122}" dt="2023-10-21T18:49:57.013" v="4495" actId="20577"/>
        <pc:sldMkLst>
          <pc:docMk/>
          <pc:sldMk cId="319545312" sldId="849"/>
        </pc:sldMkLst>
        <pc:spChg chg="mod">
          <ac:chgData name="Daphne Economou" userId="d065a339-36cf-4937-af08-41751becbd81" providerId="ADAL" clId="{399B43EB-C122-41B4-B524-0A89A0D9B122}" dt="2023-10-21T18:49:57.013" v="4495" actId="20577"/>
          <ac:spMkLst>
            <pc:docMk/>
            <pc:sldMk cId="319545312" sldId="849"/>
            <ac:spMk id="10" creationId="{200F38F9-508D-49E2-A132-213ABABEDB7D}"/>
          </ac:spMkLst>
        </pc:spChg>
      </pc:sldChg>
      <pc:sldChg chg="modSp new mod">
        <pc:chgData name="Daphne Economou" userId="d065a339-36cf-4937-af08-41751becbd81" providerId="ADAL" clId="{399B43EB-C122-41B4-B524-0A89A0D9B122}" dt="2023-10-21T19:26:45.318" v="4843" actId="27636"/>
        <pc:sldMkLst>
          <pc:docMk/>
          <pc:sldMk cId="1022666741" sldId="850"/>
        </pc:sldMkLst>
        <pc:spChg chg="mod">
          <ac:chgData name="Daphne Economou" userId="d065a339-36cf-4937-af08-41751becbd81" providerId="ADAL" clId="{399B43EB-C122-41B4-B524-0A89A0D9B122}" dt="2023-10-21T19:22:44.736" v="4707" actId="27636"/>
          <ac:spMkLst>
            <pc:docMk/>
            <pc:sldMk cId="1022666741" sldId="850"/>
            <ac:spMk id="2" creationId="{C2CB1B50-B538-9293-F902-12A6E53507BB}"/>
          </ac:spMkLst>
        </pc:spChg>
        <pc:spChg chg="mod">
          <ac:chgData name="Daphne Economou" userId="d065a339-36cf-4937-af08-41751becbd81" providerId="ADAL" clId="{399B43EB-C122-41B4-B524-0A89A0D9B122}" dt="2023-10-21T19:26:45.318" v="4843" actId="27636"/>
          <ac:spMkLst>
            <pc:docMk/>
            <pc:sldMk cId="1022666741" sldId="850"/>
            <ac:spMk id="3" creationId="{63186D21-47A9-91E8-8347-7C4964B7621C}"/>
          </ac:spMkLst>
        </pc:spChg>
      </pc:sldChg>
      <pc:sldChg chg="addSp modSp add mod">
        <pc:chgData name="Daphne Economou" userId="d065a339-36cf-4937-af08-41751becbd81" providerId="ADAL" clId="{399B43EB-C122-41B4-B524-0A89A0D9B122}" dt="2023-10-21T19:35:42.210" v="4963" actId="14100"/>
        <pc:sldMkLst>
          <pc:docMk/>
          <pc:sldMk cId="3259245563" sldId="851"/>
        </pc:sldMkLst>
        <pc:spChg chg="mod">
          <ac:chgData name="Daphne Economou" userId="d065a339-36cf-4937-af08-41751becbd81" providerId="ADAL" clId="{399B43EB-C122-41B4-B524-0A89A0D9B122}" dt="2023-10-21T19:27:58.729" v="4849" actId="1076"/>
          <ac:spMkLst>
            <pc:docMk/>
            <pc:sldMk cId="3259245563" sldId="851"/>
            <ac:spMk id="2" creationId="{C2CB1B50-B538-9293-F902-12A6E53507BB}"/>
          </ac:spMkLst>
        </pc:spChg>
        <pc:spChg chg="mod">
          <ac:chgData name="Daphne Economou" userId="d065a339-36cf-4937-af08-41751becbd81" providerId="ADAL" clId="{399B43EB-C122-41B4-B524-0A89A0D9B122}" dt="2023-10-21T19:35:38.708" v="4962" actId="1076"/>
          <ac:spMkLst>
            <pc:docMk/>
            <pc:sldMk cId="3259245563" sldId="851"/>
            <ac:spMk id="3" creationId="{63186D21-47A9-91E8-8347-7C4964B7621C}"/>
          </ac:spMkLst>
        </pc:spChg>
        <pc:spChg chg="add mod">
          <ac:chgData name="Daphne Economou" userId="d065a339-36cf-4937-af08-41751becbd81" providerId="ADAL" clId="{399B43EB-C122-41B4-B524-0A89A0D9B122}" dt="2023-10-21T19:35:42.210" v="4963" actId="14100"/>
          <ac:spMkLst>
            <pc:docMk/>
            <pc:sldMk cId="3259245563" sldId="851"/>
            <ac:spMk id="6" creationId="{1FD62A6F-1A4A-75BF-0AA1-4243173AF052}"/>
          </ac:spMkLst>
        </pc:spChg>
      </pc:sldChg>
      <pc:sldMasterChg chg="modSldLayout">
        <pc:chgData name="Daphne Economou" userId="d065a339-36cf-4937-af08-41751becbd81" providerId="ADAL" clId="{399B43EB-C122-41B4-B524-0A89A0D9B122}" dt="2023-10-21T20:15:57.485" v="4999" actId="20577"/>
        <pc:sldMasterMkLst>
          <pc:docMk/>
          <pc:sldMasterMk cId="0" sldId="2147483768"/>
        </pc:sldMasterMkLst>
        <pc:sldLayoutChg chg="modSp mod">
          <pc:chgData name="Daphne Economou" userId="d065a339-36cf-4937-af08-41751becbd81" providerId="ADAL" clId="{399B43EB-C122-41B4-B524-0A89A0D9B122}" dt="2023-10-21T20:15:31.746" v="4987" actId="20577"/>
          <pc:sldLayoutMkLst>
            <pc:docMk/>
            <pc:sldMasterMk cId="0" sldId="2147483768"/>
            <pc:sldLayoutMk cId="0" sldId="2147483770"/>
          </pc:sldLayoutMkLst>
          <pc:spChg chg="mod">
            <ac:chgData name="Daphne Economou" userId="d065a339-36cf-4937-af08-41751becbd81" providerId="ADAL" clId="{399B43EB-C122-41B4-B524-0A89A0D9B122}" dt="2023-10-21T20:15:31.746" v="4987"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399B43EB-C122-41B4-B524-0A89A0D9B122}" dt="2023-10-21T20:15:35.346" v="4989" actId="20577"/>
          <pc:sldLayoutMkLst>
            <pc:docMk/>
            <pc:sldMasterMk cId="0" sldId="2147483768"/>
            <pc:sldLayoutMk cId="0" sldId="2147483771"/>
          </pc:sldLayoutMkLst>
          <pc:spChg chg="mod">
            <ac:chgData name="Daphne Economou" userId="d065a339-36cf-4937-af08-41751becbd81" providerId="ADAL" clId="{399B43EB-C122-41B4-B524-0A89A0D9B122}" dt="2023-10-21T20:15:35.346" v="4989"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399B43EB-C122-41B4-B524-0A89A0D9B122}" dt="2023-10-21T20:15:38.774" v="4991" actId="20577"/>
          <pc:sldLayoutMkLst>
            <pc:docMk/>
            <pc:sldMasterMk cId="0" sldId="2147483768"/>
            <pc:sldLayoutMk cId="0" sldId="2147483772"/>
          </pc:sldLayoutMkLst>
          <pc:spChg chg="mod">
            <ac:chgData name="Daphne Economou" userId="d065a339-36cf-4937-af08-41751becbd81" providerId="ADAL" clId="{399B43EB-C122-41B4-B524-0A89A0D9B122}" dt="2023-10-21T20:15:38.774" v="4991"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399B43EB-C122-41B4-B524-0A89A0D9B122}" dt="2023-10-21T20:15:45.072" v="4993" actId="20577"/>
          <pc:sldLayoutMkLst>
            <pc:docMk/>
            <pc:sldMasterMk cId="0" sldId="2147483768"/>
            <pc:sldLayoutMk cId="0" sldId="2147483773"/>
          </pc:sldLayoutMkLst>
          <pc:spChg chg="mod">
            <ac:chgData name="Daphne Economou" userId="d065a339-36cf-4937-af08-41751becbd81" providerId="ADAL" clId="{399B43EB-C122-41B4-B524-0A89A0D9B122}" dt="2023-10-21T20:15:45.072" v="4993"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399B43EB-C122-41B4-B524-0A89A0D9B122}" dt="2023-10-21T20:15:48.629" v="4995" actId="20577"/>
          <pc:sldLayoutMkLst>
            <pc:docMk/>
            <pc:sldMasterMk cId="0" sldId="2147483768"/>
            <pc:sldLayoutMk cId="0" sldId="2147483774"/>
          </pc:sldLayoutMkLst>
          <pc:spChg chg="mod">
            <ac:chgData name="Daphne Economou" userId="d065a339-36cf-4937-af08-41751becbd81" providerId="ADAL" clId="{399B43EB-C122-41B4-B524-0A89A0D9B122}" dt="2023-10-21T20:15:48.629" v="4995"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399B43EB-C122-41B4-B524-0A89A0D9B122}" dt="2023-10-21T20:15:53.049" v="4997" actId="20577"/>
          <pc:sldLayoutMkLst>
            <pc:docMk/>
            <pc:sldMasterMk cId="0" sldId="2147483768"/>
            <pc:sldLayoutMk cId="0" sldId="2147483776"/>
          </pc:sldLayoutMkLst>
          <pc:spChg chg="mod">
            <ac:chgData name="Daphne Economou" userId="d065a339-36cf-4937-af08-41751becbd81" providerId="ADAL" clId="{399B43EB-C122-41B4-B524-0A89A0D9B122}" dt="2023-10-21T20:15:53.049" v="4997"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399B43EB-C122-41B4-B524-0A89A0D9B122}" dt="2023-10-21T20:15:57.485" v="4999" actId="20577"/>
          <pc:sldLayoutMkLst>
            <pc:docMk/>
            <pc:sldMasterMk cId="0" sldId="2147483768"/>
            <pc:sldLayoutMk cId="0" sldId="2147483777"/>
          </pc:sldLayoutMkLst>
          <pc:spChg chg="mod">
            <ac:chgData name="Daphne Economou" userId="d065a339-36cf-4937-af08-41751becbd81" providerId="ADAL" clId="{399B43EB-C122-41B4-B524-0A89A0D9B122}" dt="2023-10-21T20:15:57.485" v="4999" actId="20577"/>
            <ac:spMkLst>
              <pc:docMk/>
              <pc:sldMasterMk cId="0" sldId="2147483768"/>
              <pc:sldLayoutMk cId="0" sldId="2147483777"/>
              <ac:spMk id="13" creationId="{00000000-0000-0000-0000-000000000000}"/>
            </ac:spMkLst>
          </pc:spChg>
        </pc:sldLayoutChg>
      </pc:sldMasterChg>
    </pc:docChg>
  </pc:docChgLst>
  <pc:docChgLst>
    <pc:chgData name="Daphne Economou" userId="d065a339-36cf-4937-af08-41751becbd81" providerId="ADAL" clId="{6FFDA6C5-88BB-4D1D-B182-8649261BBC18}"/>
    <pc:docChg chg="undo custSel delSld modSld modMainMaster">
      <pc:chgData name="Daphne Economou" userId="d065a339-36cf-4937-af08-41751becbd81" providerId="ADAL" clId="{6FFDA6C5-88BB-4D1D-B182-8649261BBC18}" dt="2024-10-21T18:36:38.670" v="41" actId="20577"/>
      <pc:docMkLst>
        <pc:docMk/>
      </pc:docMkLst>
      <pc:sldChg chg="del">
        <pc:chgData name="Daphne Economou" userId="d065a339-36cf-4937-af08-41751becbd81" providerId="ADAL" clId="{6FFDA6C5-88BB-4D1D-B182-8649261BBC18}" dt="2024-10-21T18:30:15.082" v="8" actId="47"/>
        <pc:sldMkLst>
          <pc:docMk/>
          <pc:sldMk cId="0" sldId="571"/>
        </pc:sldMkLst>
      </pc:sldChg>
      <pc:sldChg chg="del">
        <pc:chgData name="Daphne Economou" userId="d065a339-36cf-4937-af08-41751becbd81" providerId="ADAL" clId="{6FFDA6C5-88BB-4D1D-B182-8649261BBC18}" dt="2024-10-21T18:30:15.082" v="8" actId="47"/>
        <pc:sldMkLst>
          <pc:docMk/>
          <pc:sldMk cId="0" sldId="573"/>
        </pc:sldMkLst>
      </pc:sldChg>
      <pc:sldChg chg="del">
        <pc:chgData name="Daphne Economou" userId="d065a339-36cf-4937-af08-41751becbd81" providerId="ADAL" clId="{6FFDA6C5-88BB-4D1D-B182-8649261BBC18}" dt="2024-10-21T18:30:15.082" v="8" actId="47"/>
        <pc:sldMkLst>
          <pc:docMk/>
          <pc:sldMk cId="0" sldId="595"/>
        </pc:sldMkLst>
      </pc:sldChg>
      <pc:sldChg chg="del">
        <pc:chgData name="Daphne Economou" userId="d065a339-36cf-4937-af08-41751becbd81" providerId="ADAL" clId="{6FFDA6C5-88BB-4D1D-B182-8649261BBC18}" dt="2024-10-21T18:30:15.082" v="8" actId="47"/>
        <pc:sldMkLst>
          <pc:docMk/>
          <pc:sldMk cId="389220247" sldId="611"/>
        </pc:sldMkLst>
      </pc:sldChg>
      <pc:sldChg chg="del">
        <pc:chgData name="Daphne Economou" userId="d065a339-36cf-4937-af08-41751becbd81" providerId="ADAL" clId="{6FFDA6C5-88BB-4D1D-B182-8649261BBC18}" dt="2024-10-21T18:30:15.082" v="8" actId="47"/>
        <pc:sldMkLst>
          <pc:docMk/>
          <pc:sldMk cId="1469544103" sldId="615"/>
        </pc:sldMkLst>
      </pc:sldChg>
      <pc:sldChg chg="modSp mod">
        <pc:chgData name="Daphne Economou" userId="d065a339-36cf-4937-af08-41751becbd81" providerId="ADAL" clId="{6FFDA6C5-88BB-4D1D-B182-8649261BBC18}" dt="2024-10-21T18:27:46.435" v="7" actId="27636"/>
        <pc:sldMkLst>
          <pc:docMk/>
          <pc:sldMk cId="2138905082" sldId="616"/>
        </pc:sldMkLst>
        <pc:spChg chg="mod">
          <ac:chgData name="Daphne Economou" userId="d065a339-36cf-4937-af08-41751becbd81" providerId="ADAL" clId="{6FFDA6C5-88BB-4D1D-B182-8649261BBC18}" dt="2024-10-21T18:27:46.435" v="7" actId="27636"/>
          <ac:spMkLst>
            <pc:docMk/>
            <pc:sldMk cId="2138905082" sldId="616"/>
            <ac:spMk id="3" creationId="{00000000-0000-0000-0000-000000000000}"/>
          </ac:spMkLst>
        </pc:spChg>
      </pc:sldChg>
      <pc:sldChg chg="del">
        <pc:chgData name="Daphne Economou" userId="d065a339-36cf-4937-af08-41751becbd81" providerId="ADAL" clId="{6FFDA6C5-88BB-4D1D-B182-8649261BBC18}" dt="2024-10-21T18:30:15.082" v="8" actId="47"/>
        <pc:sldMkLst>
          <pc:docMk/>
          <pc:sldMk cId="1007427124" sldId="624"/>
        </pc:sldMkLst>
      </pc:sldChg>
      <pc:sldChg chg="del">
        <pc:chgData name="Daphne Economou" userId="d065a339-36cf-4937-af08-41751becbd81" providerId="ADAL" clId="{6FFDA6C5-88BB-4D1D-B182-8649261BBC18}" dt="2024-10-21T18:30:15.082" v="8" actId="47"/>
        <pc:sldMkLst>
          <pc:docMk/>
          <pc:sldMk cId="1567356395" sldId="636"/>
        </pc:sldMkLst>
      </pc:sldChg>
      <pc:sldChg chg="modSp mod">
        <pc:chgData name="Daphne Economou" userId="d065a339-36cf-4937-af08-41751becbd81" providerId="ADAL" clId="{6FFDA6C5-88BB-4D1D-B182-8649261BBC18}" dt="2024-10-21T18:33:59.419" v="19" actId="20577"/>
        <pc:sldMkLst>
          <pc:docMk/>
          <pc:sldMk cId="2645575915" sldId="637"/>
        </pc:sldMkLst>
        <pc:spChg chg="mod">
          <ac:chgData name="Daphne Economou" userId="d065a339-36cf-4937-af08-41751becbd81" providerId="ADAL" clId="{6FFDA6C5-88BB-4D1D-B182-8649261BBC18}" dt="2024-10-21T18:33:59.419" v="19" actId="20577"/>
          <ac:spMkLst>
            <pc:docMk/>
            <pc:sldMk cId="2645575915" sldId="637"/>
            <ac:spMk id="8" creationId="{DC83A988-DAC8-A304-08C6-5B322754E3CD}"/>
          </ac:spMkLst>
        </pc:spChg>
      </pc:sldChg>
      <pc:sldChg chg="modSp mod">
        <pc:chgData name="Daphne Economou" userId="d065a339-36cf-4937-af08-41751becbd81" providerId="ADAL" clId="{6FFDA6C5-88BB-4D1D-B182-8649261BBC18}" dt="2024-10-21T18:25:19.863" v="5" actId="20577"/>
        <pc:sldMkLst>
          <pc:docMk/>
          <pc:sldMk cId="1607737449" sldId="829"/>
        </pc:sldMkLst>
        <pc:spChg chg="mod">
          <ac:chgData name="Daphne Economou" userId="d065a339-36cf-4937-af08-41751becbd81" providerId="ADAL" clId="{6FFDA6C5-88BB-4D1D-B182-8649261BBC18}" dt="2024-10-21T18:25:19.863" v="5" actId="20577"/>
          <ac:spMkLst>
            <pc:docMk/>
            <pc:sldMk cId="1607737449" sldId="829"/>
            <ac:spMk id="3" creationId="{2537F4F7-3D2C-6D4D-950C-A1100DDE080D}"/>
          </ac:spMkLst>
        </pc:spChg>
      </pc:sldChg>
      <pc:sldChg chg="del">
        <pc:chgData name="Daphne Economou" userId="d065a339-36cf-4937-af08-41751becbd81" providerId="ADAL" clId="{6FFDA6C5-88BB-4D1D-B182-8649261BBC18}" dt="2024-10-21T18:30:15.082" v="8" actId="47"/>
        <pc:sldMkLst>
          <pc:docMk/>
          <pc:sldMk cId="2300161641" sldId="833"/>
        </pc:sldMkLst>
      </pc:sldChg>
      <pc:sldChg chg="del">
        <pc:chgData name="Daphne Economou" userId="d065a339-36cf-4937-af08-41751becbd81" providerId="ADAL" clId="{6FFDA6C5-88BB-4D1D-B182-8649261BBC18}" dt="2024-10-21T18:30:15.082" v="8" actId="47"/>
        <pc:sldMkLst>
          <pc:docMk/>
          <pc:sldMk cId="289556434" sldId="834"/>
        </pc:sldMkLst>
      </pc:sldChg>
      <pc:sldChg chg="del">
        <pc:chgData name="Daphne Economou" userId="d065a339-36cf-4937-af08-41751becbd81" providerId="ADAL" clId="{6FFDA6C5-88BB-4D1D-B182-8649261BBC18}" dt="2024-10-21T18:30:15.082" v="8" actId="47"/>
        <pc:sldMkLst>
          <pc:docMk/>
          <pc:sldMk cId="2447268297" sldId="835"/>
        </pc:sldMkLst>
      </pc:sldChg>
      <pc:sldChg chg="del">
        <pc:chgData name="Daphne Economou" userId="d065a339-36cf-4937-af08-41751becbd81" providerId="ADAL" clId="{6FFDA6C5-88BB-4D1D-B182-8649261BBC18}" dt="2024-10-21T18:30:15.082" v="8" actId="47"/>
        <pc:sldMkLst>
          <pc:docMk/>
          <pc:sldMk cId="3372268665" sldId="836"/>
        </pc:sldMkLst>
      </pc:sldChg>
      <pc:sldChg chg="del">
        <pc:chgData name="Daphne Economou" userId="d065a339-36cf-4937-af08-41751becbd81" providerId="ADAL" clId="{6FFDA6C5-88BB-4D1D-B182-8649261BBC18}" dt="2024-10-21T18:30:15.082" v="8" actId="47"/>
        <pc:sldMkLst>
          <pc:docMk/>
          <pc:sldMk cId="148097865" sldId="838"/>
        </pc:sldMkLst>
      </pc:sldChg>
      <pc:sldChg chg="del">
        <pc:chgData name="Daphne Economou" userId="d065a339-36cf-4937-af08-41751becbd81" providerId="ADAL" clId="{6FFDA6C5-88BB-4D1D-B182-8649261BBC18}" dt="2024-10-21T18:30:15.082" v="8" actId="47"/>
        <pc:sldMkLst>
          <pc:docMk/>
          <pc:sldMk cId="1754363876" sldId="839"/>
        </pc:sldMkLst>
      </pc:sldChg>
      <pc:sldChg chg="del">
        <pc:chgData name="Daphne Economou" userId="d065a339-36cf-4937-af08-41751becbd81" providerId="ADAL" clId="{6FFDA6C5-88BB-4D1D-B182-8649261BBC18}" dt="2024-10-21T18:30:15.082" v="8" actId="47"/>
        <pc:sldMkLst>
          <pc:docMk/>
          <pc:sldMk cId="2281705385" sldId="840"/>
        </pc:sldMkLst>
      </pc:sldChg>
      <pc:sldChg chg="del">
        <pc:chgData name="Daphne Economou" userId="d065a339-36cf-4937-af08-41751becbd81" providerId="ADAL" clId="{6FFDA6C5-88BB-4D1D-B182-8649261BBC18}" dt="2024-10-21T18:30:15.082" v="8" actId="47"/>
        <pc:sldMkLst>
          <pc:docMk/>
          <pc:sldMk cId="3100128231" sldId="841"/>
        </pc:sldMkLst>
      </pc:sldChg>
      <pc:sldChg chg="del">
        <pc:chgData name="Daphne Economou" userId="d065a339-36cf-4937-af08-41751becbd81" providerId="ADAL" clId="{6FFDA6C5-88BB-4D1D-B182-8649261BBC18}" dt="2024-10-21T18:30:15.082" v="8" actId="47"/>
        <pc:sldMkLst>
          <pc:docMk/>
          <pc:sldMk cId="3909085206" sldId="842"/>
        </pc:sldMkLst>
      </pc:sldChg>
      <pc:sldChg chg="del">
        <pc:chgData name="Daphne Economou" userId="d065a339-36cf-4937-af08-41751becbd81" providerId="ADAL" clId="{6FFDA6C5-88BB-4D1D-B182-8649261BBC18}" dt="2024-10-21T18:30:15.082" v="8" actId="47"/>
        <pc:sldMkLst>
          <pc:docMk/>
          <pc:sldMk cId="1582337668" sldId="843"/>
        </pc:sldMkLst>
      </pc:sldChg>
      <pc:sldChg chg="del">
        <pc:chgData name="Daphne Economou" userId="d065a339-36cf-4937-af08-41751becbd81" providerId="ADAL" clId="{6FFDA6C5-88BB-4D1D-B182-8649261BBC18}" dt="2024-10-21T18:30:15.082" v="8" actId="47"/>
        <pc:sldMkLst>
          <pc:docMk/>
          <pc:sldMk cId="1017929612" sldId="844"/>
        </pc:sldMkLst>
      </pc:sldChg>
      <pc:sldChg chg="del">
        <pc:chgData name="Daphne Economou" userId="d065a339-36cf-4937-af08-41751becbd81" providerId="ADAL" clId="{6FFDA6C5-88BB-4D1D-B182-8649261BBC18}" dt="2024-10-21T18:30:15.082" v="8" actId="47"/>
        <pc:sldMkLst>
          <pc:docMk/>
          <pc:sldMk cId="198657939" sldId="845"/>
        </pc:sldMkLst>
      </pc:sldChg>
      <pc:sldMasterChg chg="modSldLayout">
        <pc:chgData name="Daphne Economou" userId="d065a339-36cf-4937-af08-41751becbd81" providerId="ADAL" clId="{6FFDA6C5-88BB-4D1D-B182-8649261BBC18}" dt="2024-10-21T18:36:38.670" v="41" actId="20577"/>
        <pc:sldMasterMkLst>
          <pc:docMk/>
          <pc:sldMasterMk cId="0" sldId="2147483768"/>
        </pc:sldMasterMkLst>
        <pc:sldLayoutChg chg="modSp mod">
          <pc:chgData name="Daphne Economou" userId="d065a339-36cf-4937-af08-41751becbd81" providerId="ADAL" clId="{6FFDA6C5-88BB-4D1D-B182-8649261BBC18}" dt="2024-10-21T18:35:42.043" v="21" actId="20577"/>
          <pc:sldLayoutMkLst>
            <pc:docMk/>
            <pc:sldMasterMk cId="0" sldId="2147483768"/>
            <pc:sldLayoutMk cId="0" sldId="2147483769"/>
          </pc:sldLayoutMkLst>
          <pc:spChg chg="mod">
            <ac:chgData name="Daphne Economou" userId="d065a339-36cf-4937-af08-41751becbd81" providerId="ADAL" clId="{6FFDA6C5-88BB-4D1D-B182-8649261BBC18}" dt="2024-10-21T18:35:42.043" v="21"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6FFDA6C5-88BB-4D1D-B182-8649261BBC18}" dt="2024-10-21T18:35:46.617" v="23" actId="20577"/>
          <pc:sldLayoutMkLst>
            <pc:docMk/>
            <pc:sldMasterMk cId="0" sldId="2147483768"/>
            <pc:sldLayoutMk cId="0" sldId="2147483770"/>
          </pc:sldLayoutMkLst>
          <pc:spChg chg="mod">
            <ac:chgData name="Daphne Economou" userId="d065a339-36cf-4937-af08-41751becbd81" providerId="ADAL" clId="{6FFDA6C5-88BB-4D1D-B182-8649261BBC18}" dt="2024-10-21T18:35:46.617" v="23"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6FFDA6C5-88BB-4D1D-B182-8649261BBC18}" dt="2024-10-21T18:35:51.476" v="25" actId="20577"/>
          <pc:sldLayoutMkLst>
            <pc:docMk/>
            <pc:sldMasterMk cId="0" sldId="2147483768"/>
            <pc:sldLayoutMk cId="0" sldId="2147483771"/>
          </pc:sldLayoutMkLst>
          <pc:spChg chg="mod">
            <ac:chgData name="Daphne Economou" userId="d065a339-36cf-4937-af08-41751becbd81" providerId="ADAL" clId="{6FFDA6C5-88BB-4D1D-B182-8649261BBC18}" dt="2024-10-21T18:35:51.476" v="25"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6FFDA6C5-88BB-4D1D-B182-8649261BBC18}" dt="2024-10-21T18:36:00.870" v="27" actId="20577"/>
          <pc:sldLayoutMkLst>
            <pc:docMk/>
            <pc:sldMasterMk cId="0" sldId="2147483768"/>
            <pc:sldLayoutMk cId="0" sldId="2147483772"/>
          </pc:sldLayoutMkLst>
          <pc:spChg chg="mod">
            <ac:chgData name="Daphne Economou" userId="d065a339-36cf-4937-af08-41751becbd81" providerId="ADAL" clId="{6FFDA6C5-88BB-4D1D-B182-8649261BBC18}" dt="2024-10-21T18:36:00.870" v="27"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6FFDA6C5-88BB-4D1D-B182-8649261BBC18}" dt="2024-10-21T18:36:04.987" v="29" actId="20577"/>
          <pc:sldLayoutMkLst>
            <pc:docMk/>
            <pc:sldMasterMk cId="0" sldId="2147483768"/>
            <pc:sldLayoutMk cId="0" sldId="2147483773"/>
          </pc:sldLayoutMkLst>
          <pc:spChg chg="mod">
            <ac:chgData name="Daphne Economou" userId="d065a339-36cf-4937-af08-41751becbd81" providerId="ADAL" clId="{6FFDA6C5-88BB-4D1D-B182-8649261BBC18}" dt="2024-10-21T18:36:04.987" v="29"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6FFDA6C5-88BB-4D1D-B182-8649261BBC18}" dt="2024-10-21T18:36:12.047" v="31" actId="20577"/>
          <pc:sldLayoutMkLst>
            <pc:docMk/>
            <pc:sldMasterMk cId="0" sldId="2147483768"/>
            <pc:sldLayoutMk cId="0" sldId="2147483774"/>
          </pc:sldLayoutMkLst>
          <pc:spChg chg="mod">
            <ac:chgData name="Daphne Economou" userId="d065a339-36cf-4937-af08-41751becbd81" providerId="ADAL" clId="{6FFDA6C5-88BB-4D1D-B182-8649261BBC18}" dt="2024-10-21T18:36:12.047" v="31"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6FFDA6C5-88BB-4D1D-B182-8649261BBC18}" dt="2024-10-21T18:36:17.151" v="33" actId="20577"/>
          <pc:sldLayoutMkLst>
            <pc:docMk/>
            <pc:sldMasterMk cId="0" sldId="2147483768"/>
            <pc:sldLayoutMk cId="0" sldId="2147483775"/>
          </pc:sldLayoutMkLst>
          <pc:spChg chg="mod">
            <ac:chgData name="Daphne Economou" userId="d065a339-36cf-4937-af08-41751becbd81" providerId="ADAL" clId="{6FFDA6C5-88BB-4D1D-B182-8649261BBC18}" dt="2024-10-21T18:36:17.151" v="33"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6FFDA6C5-88BB-4D1D-B182-8649261BBC18}" dt="2024-10-21T18:36:22.436" v="35" actId="20577"/>
          <pc:sldLayoutMkLst>
            <pc:docMk/>
            <pc:sldMasterMk cId="0" sldId="2147483768"/>
            <pc:sldLayoutMk cId="0" sldId="2147483776"/>
          </pc:sldLayoutMkLst>
          <pc:spChg chg="mod">
            <ac:chgData name="Daphne Economou" userId="d065a339-36cf-4937-af08-41751becbd81" providerId="ADAL" clId="{6FFDA6C5-88BB-4D1D-B182-8649261BBC18}" dt="2024-10-21T18:36:22.436" v="35"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6FFDA6C5-88BB-4D1D-B182-8649261BBC18}" dt="2024-10-21T18:36:26.841" v="37" actId="20577"/>
          <pc:sldLayoutMkLst>
            <pc:docMk/>
            <pc:sldMasterMk cId="0" sldId="2147483768"/>
            <pc:sldLayoutMk cId="0" sldId="2147483777"/>
          </pc:sldLayoutMkLst>
          <pc:spChg chg="mod">
            <ac:chgData name="Daphne Economou" userId="d065a339-36cf-4937-af08-41751becbd81" providerId="ADAL" clId="{6FFDA6C5-88BB-4D1D-B182-8649261BBC18}" dt="2024-10-21T18:36:26.841" v="37"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6FFDA6C5-88BB-4D1D-B182-8649261BBC18}" dt="2024-10-21T18:36:31.980" v="39" actId="20577"/>
          <pc:sldLayoutMkLst>
            <pc:docMk/>
            <pc:sldMasterMk cId="0" sldId="2147483768"/>
            <pc:sldLayoutMk cId="0" sldId="2147483778"/>
          </pc:sldLayoutMkLst>
          <pc:spChg chg="mod">
            <ac:chgData name="Daphne Economou" userId="d065a339-36cf-4937-af08-41751becbd81" providerId="ADAL" clId="{6FFDA6C5-88BB-4D1D-B182-8649261BBC18}" dt="2024-10-21T18:36:31.980" v="39"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6FFDA6C5-88BB-4D1D-B182-8649261BBC18}" dt="2024-10-21T18:36:38.670" v="41" actId="20577"/>
          <pc:sldLayoutMkLst>
            <pc:docMk/>
            <pc:sldMasterMk cId="0" sldId="2147483768"/>
            <pc:sldLayoutMk cId="0" sldId="2147483779"/>
          </pc:sldLayoutMkLst>
          <pc:spChg chg="mod">
            <ac:chgData name="Daphne Economou" userId="d065a339-36cf-4937-af08-41751becbd81" providerId="ADAL" clId="{6FFDA6C5-88BB-4D1D-B182-8649261BBC18}" dt="2024-10-21T18:36:38.670" v="41" actId="20577"/>
            <ac:spMkLst>
              <pc:docMk/>
              <pc:sldMasterMk cId="0" sldId="2147483768"/>
              <pc:sldLayoutMk cId="0" sldId="2147483779"/>
              <ac:spMk id="6" creationId="{00000000-0000-0000-0000-000000000000}"/>
            </ac:spMkLst>
          </pc:spChg>
        </pc:sldLayoutChg>
      </pc:sldMaster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6CB1A9-3209-416E-8C01-089D3BC9412B}" type="doc">
      <dgm:prSet loTypeId="urn:microsoft.com/office/officeart/2016/7/layout/LinearArrowProcessNumbered" loCatId="process" qsTypeId="urn:microsoft.com/office/officeart/2005/8/quickstyle/simple1" qsCatId="simple" csTypeId="urn:microsoft.com/office/officeart/2005/8/colors/accent1_2" csCatId="accent1" phldr="1"/>
      <dgm:spPr/>
      <dgm:t>
        <a:bodyPr/>
        <a:lstStyle/>
        <a:p>
          <a:endParaRPr lang="en-US"/>
        </a:p>
      </dgm:t>
    </dgm:pt>
    <dgm:pt modelId="{D5DDD4EF-E2FC-45E4-B11D-FD5806D2C3DC}">
      <dgm:prSet custT="1"/>
      <dgm:spPr/>
      <dgm:t>
        <a:bodyPr/>
        <a:lstStyle/>
        <a:p>
          <a:r>
            <a:rPr lang="en-GB" sz="1600" b="1" i="0" dirty="0"/>
            <a:t>Defines the objectives of the usability test</a:t>
          </a:r>
          <a:r>
            <a:rPr lang="en-GB" sz="1600" b="0" i="0" dirty="0"/>
            <a:t>, including what specific aspects of the product or system you want to evaluate.</a:t>
          </a:r>
          <a:endParaRPr lang="en-US" sz="1600" dirty="0"/>
        </a:p>
      </dgm:t>
    </dgm:pt>
    <dgm:pt modelId="{7244AFA4-0E45-466D-BF83-F99DF2399329}" type="parTrans" cxnId="{9E04986F-7FBF-4C9D-9F6F-8799F30FECF5}">
      <dgm:prSet/>
      <dgm:spPr/>
      <dgm:t>
        <a:bodyPr/>
        <a:lstStyle/>
        <a:p>
          <a:endParaRPr lang="en-US"/>
        </a:p>
      </dgm:t>
    </dgm:pt>
    <dgm:pt modelId="{8976B0F3-CD2A-4AED-AA96-76C4CFE4C82C}" type="sibTrans" cxnId="{9E04986F-7FBF-4C9D-9F6F-8799F30FECF5}">
      <dgm:prSet phldrT="1" phldr="0"/>
      <dgm:spPr/>
      <dgm:t>
        <a:bodyPr/>
        <a:lstStyle/>
        <a:p>
          <a:r>
            <a:rPr lang="en-US"/>
            <a:t>1</a:t>
          </a:r>
        </a:p>
      </dgm:t>
    </dgm:pt>
    <dgm:pt modelId="{A4C21122-EBF6-4FF8-B6CA-6FF6B421E91B}">
      <dgm:prSet custT="1"/>
      <dgm:spPr/>
      <dgm:t>
        <a:bodyPr/>
        <a:lstStyle/>
        <a:p>
          <a:r>
            <a:rPr lang="en-GB" sz="1600" b="0" i="0" dirty="0"/>
            <a:t>Identifies the </a:t>
          </a:r>
          <a:r>
            <a:rPr lang="en-GB" sz="1600" b="1" i="0" dirty="0"/>
            <a:t>target user </a:t>
          </a:r>
          <a:r>
            <a:rPr lang="en-GB" sz="1600" b="0" i="0" dirty="0"/>
            <a:t>group or demographic.</a:t>
          </a:r>
          <a:endParaRPr lang="en-US" sz="1600" dirty="0"/>
        </a:p>
      </dgm:t>
    </dgm:pt>
    <dgm:pt modelId="{9963D9F5-3933-4709-8DAF-E65313C31F4E}" type="parTrans" cxnId="{2036AAB8-8823-4AE3-83F7-7EA39B1D5E21}">
      <dgm:prSet/>
      <dgm:spPr/>
      <dgm:t>
        <a:bodyPr/>
        <a:lstStyle/>
        <a:p>
          <a:endParaRPr lang="en-US"/>
        </a:p>
      </dgm:t>
    </dgm:pt>
    <dgm:pt modelId="{F77F8AD6-7B3A-4A11-A08E-318E33F908E6}" type="sibTrans" cxnId="{2036AAB8-8823-4AE3-83F7-7EA39B1D5E21}">
      <dgm:prSet phldrT="2" phldr="0"/>
      <dgm:spPr/>
      <dgm:t>
        <a:bodyPr/>
        <a:lstStyle/>
        <a:p>
          <a:r>
            <a:rPr lang="en-US"/>
            <a:t>2</a:t>
          </a:r>
        </a:p>
      </dgm:t>
    </dgm:pt>
    <dgm:pt modelId="{E29FF1A0-5860-4C8D-B4A2-18997FA14A9F}">
      <dgm:prSet custT="1"/>
      <dgm:spPr/>
      <dgm:t>
        <a:bodyPr/>
        <a:lstStyle/>
        <a:p>
          <a:r>
            <a:rPr lang="en-GB" sz="1600" b="0" i="0" dirty="0"/>
            <a:t>Specifies the usability test </a:t>
          </a:r>
          <a:r>
            <a:rPr lang="en-GB" sz="1600" b="1" i="0" dirty="0"/>
            <a:t>scenarios</a:t>
          </a:r>
          <a:r>
            <a:rPr lang="en-GB" sz="1600" b="0" i="0" dirty="0"/>
            <a:t> and tasks that participants will complete during the test.</a:t>
          </a:r>
          <a:endParaRPr lang="en-US" sz="1600" dirty="0"/>
        </a:p>
      </dgm:t>
    </dgm:pt>
    <dgm:pt modelId="{01626A52-67A4-4F86-BBB2-365AF9DA5961}" type="parTrans" cxnId="{27AE7885-CD35-4967-B2D2-A8F6F0FCA5E3}">
      <dgm:prSet/>
      <dgm:spPr/>
      <dgm:t>
        <a:bodyPr/>
        <a:lstStyle/>
        <a:p>
          <a:endParaRPr lang="en-US"/>
        </a:p>
      </dgm:t>
    </dgm:pt>
    <dgm:pt modelId="{7E9BBC96-7DCA-4136-8636-ECE30002ABC0}" type="sibTrans" cxnId="{27AE7885-CD35-4967-B2D2-A8F6F0FCA5E3}">
      <dgm:prSet phldrT="3" phldr="0"/>
      <dgm:spPr/>
      <dgm:t>
        <a:bodyPr/>
        <a:lstStyle/>
        <a:p>
          <a:r>
            <a:rPr lang="en-US"/>
            <a:t>3</a:t>
          </a:r>
        </a:p>
      </dgm:t>
    </dgm:pt>
    <dgm:pt modelId="{017C188D-46BA-4FC1-BB57-0A984F717536}">
      <dgm:prSet custT="1"/>
      <dgm:spPr/>
      <dgm:t>
        <a:bodyPr/>
        <a:lstStyle/>
        <a:p>
          <a:r>
            <a:rPr lang="en-GB" sz="1500" b="0" i="0" dirty="0"/>
            <a:t>Determines the </a:t>
          </a:r>
          <a:r>
            <a:rPr lang="en-GB" sz="1500" b="1" i="0" dirty="0"/>
            <a:t>location</a:t>
          </a:r>
          <a:r>
            <a:rPr lang="en-GB" sz="1500" b="0" i="0" dirty="0"/>
            <a:t> and </a:t>
          </a:r>
          <a:r>
            <a:rPr lang="en-GB" sz="1500" b="1" i="0" dirty="0"/>
            <a:t>logistics</a:t>
          </a:r>
          <a:r>
            <a:rPr lang="en-GB" sz="1500" b="0" i="0" dirty="0"/>
            <a:t> of the usability test, including how many participants you need, the equipment required, and the timeline.</a:t>
          </a:r>
          <a:endParaRPr lang="en-US" sz="1500" dirty="0"/>
        </a:p>
      </dgm:t>
    </dgm:pt>
    <dgm:pt modelId="{E9A2B741-26C5-40D3-ADA7-A1FF818EE54E}" type="parTrans" cxnId="{5CD6858A-D232-4D96-8FD3-D3B7C1B388E8}">
      <dgm:prSet/>
      <dgm:spPr/>
      <dgm:t>
        <a:bodyPr/>
        <a:lstStyle/>
        <a:p>
          <a:endParaRPr lang="en-US"/>
        </a:p>
      </dgm:t>
    </dgm:pt>
    <dgm:pt modelId="{64A383C0-6A43-42E8-9DBB-0FEA1C14DBFE}" type="sibTrans" cxnId="{5CD6858A-D232-4D96-8FD3-D3B7C1B388E8}">
      <dgm:prSet phldrT="4" phldr="0"/>
      <dgm:spPr/>
      <dgm:t>
        <a:bodyPr/>
        <a:lstStyle/>
        <a:p>
          <a:r>
            <a:rPr lang="en-US"/>
            <a:t>4</a:t>
          </a:r>
        </a:p>
      </dgm:t>
    </dgm:pt>
    <dgm:pt modelId="{F4BD00A0-D4C7-4649-91FD-D31A7972D33F}" type="pres">
      <dgm:prSet presAssocID="{BA6CB1A9-3209-416E-8C01-089D3BC9412B}" presName="linearFlow" presStyleCnt="0">
        <dgm:presLayoutVars>
          <dgm:dir/>
          <dgm:animLvl val="lvl"/>
          <dgm:resizeHandles val="exact"/>
        </dgm:presLayoutVars>
      </dgm:prSet>
      <dgm:spPr/>
    </dgm:pt>
    <dgm:pt modelId="{3F2F8653-3BD2-4915-B37F-33C85B285DB1}" type="pres">
      <dgm:prSet presAssocID="{D5DDD4EF-E2FC-45E4-B11D-FD5806D2C3DC}" presName="compositeNode" presStyleCnt="0"/>
      <dgm:spPr/>
    </dgm:pt>
    <dgm:pt modelId="{DA7606C9-D012-40E8-B12C-9EAF73C539EA}" type="pres">
      <dgm:prSet presAssocID="{D5DDD4EF-E2FC-45E4-B11D-FD5806D2C3DC}" presName="parTx" presStyleLbl="node1" presStyleIdx="0" presStyleCnt="0">
        <dgm:presLayoutVars>
          <dgm:chMax val="0"/>
          <dgm:chPref val="0"/>
          <dgm:bulletEnabled val="1"/>
        </dgm:presLayoutVars>
      </dgm:prSet>
      <dgm:spPr/>
    </dgm:pt>
    <dgm:pt modelId="{B3E0D763-6BD9-438C-9087-BD0393F82FF9}" type="pres">
      <dgm:prSet presAssocID="{D5DDD4EF-E2FC-45E4-B11D-FD5806D2C3DC}" presName="parSh" presStyleCnt="0"/>
      <dgm:spPr/>
    </dgm:pt>
    <dgm:pt modelId="{403C1C60-86EE-480D-BBCF-BA6E702594B7}" type="pres">
      <dgm:prSet presAssocID="{D5DDD4EF-E2FC-45E4-B11D-FD5806D2C3DC}" presName="lineNode" presStyleLbl="alignAccFollowNode1" presStyleIdx="0" presStyleCnt="12"/>
      <dgm:spPr/>
    </dgm:pt>
    <dgm:pt modelId="{71EB3EDF-579B-4904-9B8B-7FBD4CFBDE39}" type="pres">
      <dgm:prSet presAssocID="{D5DDD4EF-E2FC-45E4-B11D-FD5806D2C3DC}" presName="lineArrowNode" presStyleLbl="alignAccFollowNode1" presStyleIdx="1" presStyleCnt="12"/>
      <dgm:spPr/>
    </dgm:pt>
    <dgm:pt modelId="{4FB42927-A7BB-46D0-A9D5-9A12D76DB57F}" type="pres">
      <dgm:prSet presAssocID="{8976B0F3-CD2A-4AED-AA96-76C4CFE4C82C}" presName="sibTransNodeCircle" presStyleLbl="alignNode1" presStyleIdx="0" presStyleCnt="4">
        <dgm:presLayoutVars>
          <dgm:chMax val="0"/>
          <dgm:bulletEnabled/>
        </dgm:presLayoutVars>
      </dgm:prSet>
      <dgm:spPr/>
    </dgm:pt>
    <dgm:pt modelId="{3A92078C-4523-443B-A249-17027B02659A}" type="pres">
      <dgm:prSet presAssocID="{8976B0F3-CD2A-4AED-AA96-76C4CFE4C82C}" presName="spacerBetweenCircleAndCallout" presStyleCnt="0">
        <dgm:presLayoutVars/>
      </dgm:prSet>
      <dgm:spPr/>
    </dgm:pt>
    <dgm:pt modelId="{4CF4943C-64D2-4900-97AD-933BE3069BE0}" type="pres">
      <dgm:prSet presAssocID="{D5DDD4EF-E2FC-45E4-B11D-FD5806D2C3DC}" presName="nodeText" presStyleLbl="alignAccFollowNode1" presStyleIdx="2" presStyleCnt="12">
        <dgm:presLayoutVars>
          <dgm:bulletEnabled val="1"/>
        </dgm:presLayoutVars>
      </dgm:prSet>
      <dgm:spPr/>
    </dgm:pt>
    <dgm:pt modelId="{E38394A3-D953-45B5-90E1-38C1A51069AB}" type="pres">
      <dgm:prSet presAssocID="{8976B0F3-CD2A-4AED-AA96-76C4CFE4C82C}" presName="sibTransComposite" presStyleCnt="0"/>
      <dgm:spPr/>
    </dgm:pt>
    <dgm:pt modelId="{649A653E-0068-42F8-9027-9022EED480EB}" type="pres">
      <dgm:prSet presAssocID="{A4C21122-EBF6-4FF8-B6CA-6FF6B421E91B}" presName="compositeNode" presStyleCnt="0"/>
      <dgm:spPr/>
    </dgm:pt>
    <dgm:pt modelId="{B8F31FCC-93EB-4D78-9F92-C84E8023C26F}" type="pres">
      <dgm:prSet presAssocID="{A4C21122-EBF6-4FF8-B6CA-6FF6B421E91B}" presName="parTx" presStyleLbl="node1" presStyleIdx="0" presStyleCnt="0">
        <dgm:presLayoutVars>
          <dgm:chMax val="0"/>
          <dgm:chPref val="0"/>
          <dgm:bulletEnabled val="1"/>
        </dgm:presLayoutVars>
      </dgm:prSet>
      <dgm:spPr/>
    </dgm:pt>
    <dgm:pt modelId="{B614971D-DF42-4F01-982B-1B34EC5E0321}" type="pres">
      <dgm:prSet presAssocID="{A4C21122-EBF6-4FF8-B6CA-6FF6B421E91B}" presName="parSh" presStyleCnt="0"/>
      <dgm:spPr/>
    </dgm:pt>
    <dgm:pt modelId="{DBB1D2B0-DF5D-41E1-B80F-A95A78C64844}" type="pres">
      <dgm:prSet presAssocID="{A4C21122-EBF6-4FF8-B6CA-6FF6B421E91B}" presName="lineNode" presStyleLbl="alignAccFollowNode1" presStyleIdx="3" presStyleCnt="12"/>
      <dgm:spPr/>
    </dgm:pt>
    <dgm:pt modelId="{0AFFBC07-8E6A-463D-98DF-AAF48849FBF0}" type="pres">
      <dgm:prSet presAssocID="{A4C21122-EBF6-4FF8-B6CA-6FF6B421E91B}" presName="lineArrowNode" presStyleLbl="alignAccFollowNode1" presStyleIdx="4" presStyleCnt="12"/>
      <dgm:spPr/>
    </dgm:pt>
    <dgm:pt modelId="{6CA1F8F4-3D8B-4106-AFBC-C24E567641F3}" type="pres">
      <dgm:prSet presAssocID="{F77F8AD6-7B3A-4A11-A08E-318E33F908E6}" presName="sibTransNodeCircle" presStyleLbl="alignNode1" presStyleIdx="1" presStyleCnt="4">
        <dgm:presLayoutVars>
          <dgm:chMax val="0"/>
          <dgm:bulletEnabled/>
        </dgm:presLayoutVars>
      </dgm:prSet>
      <dgm:spPr/>
    </dgm:pt>
    <dgm:pt modelId="{BD2581D8-0E06-4E13-9992-B09F1426B675}" type="pres">
      <dgm:prSet presAssocID="{F77F8AD6-7B3A-4A11-A08E-318E33F908E6}" presName="spacerBetweenCircleAndCallout" presStyleCnt="0">
        <dgm:presLayoutVars/>
      </dgm:prSet>
      <dgm:spPr/>
    </dgm:pt>
    <dgm:pt modelId="{05CEA3D8-72FA-4E5A-AEF5-6C80C8AF3F2F}" type="pres">
      <dgm:prSet presAssocID="{A4C21122-EBF6-4FF8-B6CA-6FF6B421E91B}" presName="nodeText" presStyleLbl="alignAccFollowNode1" presStyleIdx="5" presStyleCnt="12">
        <dgm:presLayoutVars>
          <dgm:bulletEnabled val="1"/>
        </dgm:presLayoutVars>
      </dgm:prSet>
      <dgm:spPr/>
    </dgm:pt>
    <dgm:pt modelId="{116575F1-68F8-442B-8037-E1FCCF7DC0A4}" type="pres">
      <dgm:prSet presAssocID="{F77F8AD6-7B3A-4A11-A08E-318E33F908E6}" presName="sibTransComposite" presStyleCnt="0"/>
      <dgm:spPr/>
    </dgm:pt>
    <dgm:pt modelId="{968C27D0-988F-4046-91F3-DD61B8491E31}" type="pres">
      <dgm:prSet presAssocID="{E29FF1A0-5860-4C8D-B4A2-18997FA14A9F}" presName="compositeNode" presStyleCnt="0"/>
      <dgm:spPr/>
    </dgm:pt>
    <dgm:pt modelId="{960FB7A0-2625-4773-9380-6A56B73674A0}" type="pres">
      <dgm:prSet presAssocID="{E29FF1A0-5860-4C8D-B4A2-18997FA14A9F}" presName="parTx" presStyleLbl="node1" presStyleIdx="0" presStyleCnt="0">
        <dgm:presLayoutVars>
          <dgm:chMax val="0"/>
          <dgm:chPref val="0"/>
          <dgm:bulletEnabled val="1"/>
        </dgm:presLayoutVars>
      </dgm:prSet>
      <dgm:spPr/>
    </dgm:pt>
    <dgm:pt modelId="{E96CDDC7-1ED8-4687-80D5-9D743C0EB979}" type="pres">
      <dgm:prSet presAssocID="{E29FF1A0-5860-4C8D-B4A2-18997FA14A9F}" presName="parSh" presStyleCnt="0"/>
      <dgm:spPr/>
    </dgm:pt>
    <dgm:pt modelId="{A4E736AB-DB66-4F00-BAD1-6AEBE7BAECED}" type="pres">
      <dgm:prSet presAssocID="{E29FF1A0-5860-4C8D-B4A2-18997FA14A9F}" presName="lineNode" presStyleLbl="alignAccFollowNode1" presStyleIdx="6" presStyleCnt="12"/>
      <dgm:spPr/>
    </dgm:pt>
    <dgm:pt modelId="{0D6BC748-900C-4973-980F-1E644EAE971F}" type="pres">
      <dgm:prSet presAssocID="{E29FF1A0-5860-4C8D-B4A2-18997FA14A9F}" presName="lineArrowNode" presStyleLbl="alignAccFollowNode1" presStyleIdx="7" presStyleCnt="12"/>
      <dgm:spPr/>
    </dgm:pt>
    <dgm:pt modelId="{D504F4ED-6F96-4FD3-82DF-78CE639807F8}" type="pres">
      <dgm:prSet presAssocID="{7E9BBC96-7DCA-4136-8636-ECE30002ABC0}" presName="sibTransNodeCircle" presStyleLbl="alignNode1" presStyleIdx="2" presStyleCnt="4">
        <dgm:presLayoutVars>
          <dgm:chMax val="0"/>
          <dgm:bulletEnabled/>
        </dgm:presLayoutVars>
      </dgm:prSet>
      <dgm:spPr/>
    </dgm:pt>
    <dgm:pt modelId="{F885B445-3D32-484C-9A83-B95A642838FB}" type="pres">
      <dgm:prSet presAssocID="{7E9BBC96-7DCA-4136-8636-ECE30002ABC0}" presName="spacerBetweenCircleAndCallout" presStyleCnt="0">
        <dgm:presLayoutVars/>
      </dgm:prSet>
      <dgm:spPr/>
    </dgm:pt>
    <dgm:pt modelId="{FD75B8FD-5136-4D8D-B67D-B1740DB64491}" type="pres">
      <dgm:prSet presAssocID="{E29FF1A0-5860-4C8D-B4A2-18997FA14A9F}" presName="nodeText" presStyleLbl="alignAccFollowNode1" presStyleIdx="8" presStyleCnt="12">
        <dgm:presLayoutVars>
          <dgm:bulletEnabled val="1"/>
        </dgm:presLayoutVars>
      </dgm:prSet>
      <dgm:spPr/>
    </dgm:pt>
    <dgm:pt modelId="{ED1B2EB8-A4A9-47FD-91DA-A7F9812B4CCE}" type="pres">
      <dgm:prSet presAssocID="{7E9BBC96-7DCA-4136-8636-ECE30002ABC0}" presName="sibTransComposite" presStyleCnt="0"/>
      <dgm:spPr/>
    </dgm:pt>
    <dgm:pt modelId="{C555AFEC-58A2-4995-864B-F6ABDF03412B}" type="pres">
      <dgm:prSet presAssocID="{017C188D-46BA-4FC1-BB57-0A984F717536}" presName="compositeNode" presStyleCnt="0"/>
      <dgm:spPr/>
    </dgm:pt>
    <dgm:pt modelId="{E0E7D4D3-03C9-4777-8E35-DE51BC0C64D8}" type="pres">
      <dgm:prSet presAssocID="{017C188D-46BA-4FC1-BB57-0A984F717536}" presName="parTx" presStyleLbl="node1" presStyleIdx="0" presStyleCnt="0">
        <dgm:presLayoutVars>
          <dgm:chMax val="0"/>
          <dgm:chPref val="0"/>
          <dgm:bulletEnabled val="1"/>
        </dgm:presLayoutVars>
      </dgm:prSet>
      <dgm:spPr/>
    </dgm:pt>
    <dgm:pt modelId="{2739E4B1-5933-4DB2-8DBC-D236589EE52C}" type="pres">
      <dgm:prSet presAssocID="{017C188D-46BA-4FC1-BB57-0A984F717536}" presName="parSh" presStyleCnt="0"/>
      <dgm:spPr/>
    </dgm:pt>
    <dgm:pt modelId="{1740E341-D58C-4FD2-8E04-8A581505B3EB}" type="pres">
      <dgm:prSet presAssocID="{017C188D-46BA-4FC1-BB57-0A984F717536}" presName="lineNode" presStyleLbl="alignAccFollowNode1" presStyleIdx="9" presStyleCnt="12"/>
      <dgm:spPr/>
    </dgm:pt>
    <dgm:pt modelId="{4115BB76-9BAF-45E7-99C5-36ED312870E2}" type="pres">
      <dgm:prSet presAssocID="{017C188D-46BA-4FC1-BB57-0A984F717536}" presName="lineArrowNode" presStyleLbl="alignAccFollowNode1" presStyleIdx="10" presStyleCnt="12"/>
      <dgm:spPr/>
    </dgm:pt>
    <dgm:pt modelId="{48C8A3FA-FFFA-4DBF-8F53-DC805B110091}" type="pres">
      <dgm:prSet presAssocID="{64A383C0-6A43-42E8-9DBB-0FEA1C14DBFE}" presName="sibTransNodeCircle" presStyleLbl="alignNode1" presStyleIdx="3" presStyleCnt="4">
        <dgm:presLayoutVars>
          <dgm:chMax val="0"/>
          <dgm:bulletEnabled/>
        </dgm:presLayoutVars>
      </dgm:prSet>
      <dgm:spPr/>
    </dgm:pt>
    <dgm:pt modelId="{49F31677-BB3F-4244-B430-BC143BC2EAD2}" type="pres">
      <dgm:prSet presAssocID="{64A383C0-6A43-42E8-9DBB-0FEA1C14DBFE}" presName="spacerBetweenCircleAndCallout" presStyleCnt="0">
        <dgm:presLayoutVars/>
      </dgm:prSet>
      <dgm:spPr/>
    </dgm:pt>
    <dgm:pt modelId="{82869B71-0E74-4940-94B9-EC047BA5E930}" type="pres">
      <dgm:prSet presAssocID="{017C188D-46BA-4FC1-BB57-0A984F717536}" presName="nodeText" presStyleLbl="alignAccFollowNode1" presStyleIdx="11" presStyleCnt="12">
        <dgm:presLayoutVars>
          <dgm:bulletEnabled val="1"/>
        </dgm:presLayoutVars>
      </dgm:prSet>
      <dgm:spPr/>
    </dgm:pt>
  </dgm:ptLst>
  <dgm:cxnLst>
    <dgm:cxn modelId="{B859E502-A2A3-49E0-BBAD-F943917E1A00}" type="presOf" srcId="{E29FF1A0-5860-4C8D-B4A2-18997FA14A9F}" destId="{FD75B8FD-5136-4D8D-B67D-B1740DB64491}" srcOrd="0" destOrd="0" presId="urn:microsoft.com/office/officeart/2016/7/layout/LinearArrowProcessNumbered"/>
    <dgm:cxn modelId="{8DE9D82A-19BF-4CE1-8614-24681E1F4BBD}" type="presOf" srcId="{A4C21122-EBF6-4FF8-B6CA-6FF6B421E91B}" destId="{05CEA3D8-72FA-4E5A-AEF5-6C80C8AF3F2F}" srcOrd="0" destOrd="0" presId="urn:microsoft.com/office/officeart/2016/7/layout/LinearArrowProcessNumbered"/>
    <dgm:cxn modelId="{F2470A60-CAEC-422B-AD77-BEFC629707E8}" type="presOf" srcId="{8976B0F3-CD2A-4AED-AA96-76C4CFE4C82C}" destId="{4FB42927-A7BB-46D0-A9D5-9A12D76DB57F}" srcOrd="0" destOrd="0" presId="urn:microsoft.com/office/officeart/2016/7/layout/LinearArrowProcessNumbered"/>
    <dgm:cxn modelId="{9E04986F-7FBF-4C9D-9F6F-8799F30FECF5}" srcId="{BA6CB1A9-3209-416E-8C01-089D3BC9412B}" destId="{D5DDD4EF-E2FC-45E4-B11D-FD5806D2C3DC}" srcOrd="0" destOrd="0" parTransId="{7244AFA4-0E45-466D-BF83-F99DF2399329}" sibTransId="{8976B0F3-CD2A-4AED-AA96-76C4CFE4C82C}"/>
    <dgm:cxn modelId="{E2948E5A-AAE1-43EC-A148-621B8ABA3329}" type="presOf" srcId="{D5DDD4EF-E2FC-45E4-B11D-FD5806D2C3DC}" destId="{4CF4943C-64D2-4900-97AD-933BE3069BE0}" srcOrd="0" destOrd="0" presId="urn:microsoft.com/office/officeart/2016/7/layout/LinearArrowProcessNumbered"/>
    <dgm:cxn modelId="{27AE7885-CD35-4967-B2D2-A8F6F0FCA5E3}" srcId="{BA6CB1A9-3209-416E-8C01-089D3BC9412B}" destId="{E29FF1A0-5860-4C8D-B4A2-18997FA14A9F}" srcOrd="2" destOrd="0" parTransId="{01626A52-67A4-4F86-BBB2-365AF9DA5961}" sibTransId="{7E9BBC96-7DCA-4136-8636-ECE30002ABC0}"/>
    <dgm:cxn modelId="{5CD6858A-D232-4D96-8FD3-D3B7C1B388E8}" srcId="{BA6CB1A9-3209-416E-8C01-089D3BC9412B}" destId="{017C188D-46BA-4FC1-BB57-0A984F717536}" srcOrd="3" destOrd="0" parTransId="{E9A2B741-26C5-40D3-ADA7-A1FF818EE54E}" sibTransId="{64A383C0-6A43-42E8-9DBB-0FEA1C14DBFE}"/>
    <dgm:cxn modelId="{B0C01897-32F3-442C-AE87-CFBDFA38AA4E}" type="presOf" srcId="{BA6CB1A9-3209-416E-8C01-089D3BC9412B}" destId="{F4BD00A0-D4C7-4649-91FD-D31A7972D33F}" srcOrd="0" destOrd="0" presId="urn:microsoft.com/office/officeart/2016/7/layout/LinearArrowProcessNumbered"/>
    <dgm:cxn modelId="{8DF7E4A3-9DE0-49B4-AC4C-1ACA98DCC591}" type="presOf" srcId="{017C188D-46BA-4FC1-BB57-0A984F717536}" destId="{82869B71-0E74-4940-94B9-EC047BA5E930}" srcOrd="0" destOrd="0" presId="urn:microsoft.com/office/officeart/2016/7/layout/LinearArrowProcessNumbered"/>
    <dgm:cxn modelId="{E24000AF-18B5-41F4-B131-C468981EF599}" type="presOf" srcId="{F77F8AD6-7B3A-4A11-A08E-318E33F908E6}" destId="{6CA1F8F4-3D8B-4106-AFBC-C24E567641F3}" srcOrd="0" destOrd="0" presId="urn:microsoft.com/office/officeart/2016/7/layout/LinearArrowProcessNumbered"/>
    <dgm:cxn modelId="{2036AAB8-8823-4AE3-83F7-7EA39B1D5E21}" srcId="{BA6CB1A9-3209-416E-8C01-089D3BC9412B}" destId="{A4C21122-EBF6-4FF8-B6CA-6FF6B421E91B}" srcOrd="1" destOrd="0" parTransId="{9963D9F5-3933-4709-8DAF-E65313C31F4E}" sibTransId="{F77F8AD6-7B3A-4A11-A08E-318E33F908E6}"/>
    <dgm:cxn modelId="{7199FED7-F494-458F-AE72-2BA3F2263060}" type="presOf" srcId="{64A383C0-6A43-42E8-9DBB-0FEA1C14DBFE}" destId="{48C8A3FA-FFFA-4DBF-8F53-DC805B110091}" srcOrd="0" destOrd="0" presId="urn:microsoft.com/office/officeart/2016/7/layout/LinearArrowProcessNumbered"/>
    <dgm:cxn modelId="{3CD363DB-C839-4D46-8795-D0DF1D74B825}" type="presOf" srcId="{7E9BBC96-7DCA-4136-8636-ECE30002ABC0}" destId="{D504F4ED-6F96-4FD3-82DF-78CE639807F8}" srcOrd="0" destOrd="0" presId="urn:microsoft.com/office/officeart/2016/7/layout/LinearArrowProcessNumbered"/>
    <dgm:cxn modelId="{BDE0C3D4-CA47-46A4-BD3B-C3CE1C52C641}" type="presParOf" srcId="{F4BD00A0-D4C7-4649-91FD-D31A7972D33F}" destId="{3F2F8653-3BD2-4915-B37F-33C85B285DB1}" srcOrd="0" destOrd="0" presId="urn:microsoft.com/office/officeart/2016/7/layout/LinearArrowProcessNumbered"/>
    <dgm:cxn modelId="{E2F47F4B-39E9-4921-AB38-1D4316F559EF}" type="presParOf" srcId="{3F2F8653-3BD2-4915-B37F-33C85B285DB1}" destId="{DA7606C9-D012-40E8-B12C-9EAF73C539EA}" srcOrd="0" destOrd="0" presId="urn:microsoft.com/office/officeart/2016/7/layout/LinearArrowProcessNumbered"/>
    <dgm:cxn modelId="{0274FCCF-8753-4C4E-8F8B-AA6ADF9573DB}" type="presParOf" srcId="{3F2F8653-3BD2-4915-B37F-33C85B285DB1}" destId="{B3E0D763-6BD9-438C-9087-BD0393F82FF9}" srcOrd="1" destOrd="0" presId="urn:microsoft.com/office/officeart/2016/7/layout/LinearArrowProcessNumbered"/>
    <dgm:cxn modelId="{391AD3A1-88A8-4682-AB02-B96F3D93EE23}" type="presParOf" srcId="{B3E0D763-6BD9-438C-9087-BD0393F82FF9}" destId="{403C1C60-86EE-480D-BBCF-BA6E702594B7}" srcOrd="0" destOrd="0" presId="urn:microsoft.com/office/officeart/2016/7/layout/LinearArrowProcessNumbered"/>
    <dgm:cxn modelId="{DCF32119-8C79-4E38-835C-07DABD7A24B7}" type="presParOf" srcId="{B3E0D763-6BD9-438C-9087-BD0393F82FF9}" destId="{71EB3EDF-579B-4904-9B8B-7FBD4CFBDE39}" srcOrd="1" destOrd="0" presId="urn:microsoft.com/office/officeart/2016/7/layout/LinearArrowProcessNumbered"/>
    <dgm:cxn modelId="{6E71A43F-5271-4061-A8B2-40B9A6A6FC86}" type="presParOf" srcId="{B3E0D763-6BD9-438C-9087-BD0393F82FF9}" destId="{4FB42927-A7BB-46D0-A9D5-9A12D76DB57F}" srcOrd="2" destOrd="0" presId="urn:microsoft.com/office/officeart/2016/7/layout/LinearArrowProcessNumbered"/>
    <dgm:cxn modelId="{72E6C259-CD55-4100-9DD0-D1AAE3D467DC}" type="presParOf" srcId="{B3E0D763-6BD9-438C-9087-BD0393F82FF9}" destId="{3A92078C-4523-443B-A249-17027B02659A}" srcOrd="3" destOrd="0" presId="urn:microsoft.com/office/officeart/2016/7/layout/LinearArrowProcessNumbered"/>
    <dgm:cxn modelId="{E5A98214-2C09-4715-9E9C-1E0F6DF612EF}" type="presParOf" srcId="{3F2F8653-3BD2-4915-B37F-33C85B285DB1}" destId="{4CF4943C-64D2-4900-97AD-933BE3069BE0}" srcOrd="2" destOrd="0" presId="urn:microsoft.com/office/officeart/2016/7/layout/LinearArrowProcessNumbered"/>
    <dgm:cxn modelId="{4E2A0166-5763-44B2-822F-52ECBADC3254}" type="presParOf" srcId="{F4BD00A0-D4C7-4649-91FD-D31A7972D33F}" destId="{E38394A3-D953-45B5-90E1-38C1A51069AB}" srcOrd="1" destOrd="0" presId="urn:microsoft.com/office/officeart/2016/7/layout/LinearArrowProcessNumbered"/>
    <dgm:cxn modelId="{53061C3F-9010-40F4-9AEF-624EE837550E}" type="presParOf" srcId="{F4BD00A0-D4C7-4649-91FD-D31A7972D33F}" destId="{649A653E-0068-42F8-9027-9022EED480EB}" srcOrd="2" destOrd="0" presId="urn:microsoft.com/office/officeart/2016/7/layout/LinearArrowProcessNumbered"/>
    <dgm:cxn modelId="{31E1DCBB-B4F2-451B-A3F5-DCEB76687488}" type="presParOf" srcId="{649A653E-0068-42F8-9027-9022EED480EB}" destId="{B8F31FCC-93EB-4D78-9F92-C84E8023C26F}" srcOrd="0" destOrd="0" presId="urn:microsoft.com/office/officeart/2016/7/layout/LinearArrowProcessNumbered"/>
    <dgm:cxn modelId="{8B1CED02-6748-4B70-A9D6-C295CA31F5E1}" type="presParOf" srcId="{649A653E-0068-42F8-9027-9022EED480EB}" destId="{B614971D-DF42-4F01-982B-1B34EC5E0321}" srcOrd="1" destOrd="0" presId="urn:microsoft.com/office/officeart/2016/7/layout/LinearArrowProcessNumbered"/>
    <dgm:cxn modelId="{909E86BA-89A5-404D-801D-430492014B0B}" type="presParOf" srcId="{B614971D-DF42-4F01-982B-1B34EC5E0321}" destId="{DBB1D2B0-DF5D-41E1-B80F-A95A78C64844}" srcOrd="0" destOrd="0" presId="urn:microsoft.com/office/officeart/2016/7/layout/LinearArrowProcessNumbered"/>
    <dgm:cxn modelId="{52982ED5-7971-4BFE-A4C5-EE805DA484C4}" type="presParOf" srcId="{B614971D-DF42-4F01-982B-1B34EC5E0321}" destId="{0AFFBC07-8E6A-463D-98DF-AAF48849FBF0}" srcOrd="1" destOrd="0" presId="urn:microsoft.com/office/officeart/2016/7/layout/LinearArrowProcessNumbered"/>
    <dgm:cxn modelId="{999CB1DD-A0ED-4A70-BE0F-FEE0B5A5E782}" type="presParOf" srcId="{B614971D-DF42-4F01-982B-1B34EC5E0321}" destId="{6CA1F8F4-3D8B-4106-AFBC-C24E567641F3}" srcOrd="2" destOrd="0" presId="urn:microsoft.com/office/officeart/2016/7/layout/LinearArrowProcessNumbered"/>
    <dgm:cxn modelId="{3224F449-B95F-435E-AD60-D9FC32D0AA4E}" type="presParOf" srcId="{B614971D-DF42-4F01-982B-1B34EC5E0321}" destId="{BD2581D8-0E06-4E13-9992-B09F1426B675}" srcOrd="3" destOrd="0" presId="urn:microsoft.com/office/officeart/2016/7/layout/LinearArrowProcessNumbered"/>
    <dgm:cxn modelId="{3DED495A-7C30-4423-8E9A-425199E56416}" type="presParOf" srcId="{649A653E-0068-42F8-9027-9022EED480EB}" destId="{05CEA3D8-72FA-4E5A-AEF5-6C80C8AF3F2F}" srcOrd="2" destOrd="0" presId="urn:microsoft.com/office/officeart/2016/7/layout/LinearArrowProcessNumbered"/>
    <dgm:cxn modelId="{035F7B29-DCA4-4EE6-A40D-4F4F116E0B39}" type="presParOf" srcId="{F4BD00A0-D4C7-4649-91FD-D31A7972D33F}" destId="{116575F1-68F8-442B-8037-E1FCCF7DC0A4}" srcOrd="3" destOrd="0" presId="urn:microsoft.com/office/officeart/2016/7/layout/LinearArrowProcessNumbered"/>
    <dgm:cxn modelId="{8BD414E9-F328-420E-A5AE-AED4548F4D2B}" type="presParOf" srcId="{F4BD00A0-D4C7-4649-91FD-D31A7972D33F}" destId="{968C27D0-988F-4046-91F3-DD61B8491E31}" srcOrd="4" destOrd="0" presId="urn:microsoft.com/office/officeart/2016/7/layout/LinearArrowProcessNumbered"/>
    <dgm:cxn modelId="{750DF77D-BC18-458A-BB7D-1D646291B19E}" type="presParOf" srcId="{968C27D0-988F-4046-91F3-DD61B8491E31}" destId="{960FB7A0-2625-4773-9380-6A56B73674A0}" srcOrd="0" destOrd="0" presId="urn:microsoft.com/office/officeart/2016/7/layout/LinearArrowProcessNumbered"/>
    <dgm:cxn modelId="{26EF98A9-A247-4F0B-9FA3-ADF7F5ECB4E6}" type="presParOf" srcId="{968C27D0-988F-4046-91F3-DD61B8491E31}" destId="{E96CDDC7-1ED8-4687-80D5-9D743C0EB979}" srcOrd="1" destOrd="0" presId="urn:microsoft.com/office/officeart/2016/7/layout/LinearArrowProcessNumbered"/>
    <dgm:cxn modelId="{F398C798-AE1D-4674-A433-DA2CE222C9A4}" type="presParOf" srcId="{E96CDDC7-1ED8-4687-80D5-9D743C0EB979}" destId="{A4E736AB-DB66-4F00-BAD1-6AEBE7BAECED}" srcOrd="0" destOrd="0" presId="urn:microsoft.com/office/officeart/2016/7/layout/LinearArrowProcessNumbered"/>
    <dgm:cxn modelId="{1FA1D821-C593-4DC9-BE51-A8AC2E845DEC}" type="presParOf" srcId="{E96CDDC7-1ED8-4687-80D5-9D743C0EB979}" destId="{0D6BC748-900C-4973-980F-1E644EAE971F}" srcOrd="1" destOrd="0" presId="urn:microsoft.com/office/officeart/2016/7/layout/LinearArrowProcessNumbered"/>
    <dgm:cxn modelId="{715FC610-C600-4783-A590-2670E6B77114}" type="presParOf" srcId="{E96CDDC7-1ED8-4687-80D5-9D743C0EB979}" destId="{D504F4ED-6F96-4FD3-82DF-78CE639807F8}" srcOrd="2" destOrd="0" presId="urn:microsoft.com/office/officeart/2016/7/layout/LinearArrowProcessNumbered"/>
    <dgm:cxn modelId="{6BDF8548-73A9-4B3B-85B9-A128EDE23F80}" type="presParOf" srcId="{E96CDDC7-1ED8-4687-80D5-9D743C0EB979}" destId="{F885B445-3D32-484C-9A83-B95A642838FB}" srcOrd="3" destOrd="0" presId="urn:microsoft.com/office/officeart/2016/7/layout/LinearArrowProcessNumbered"/>
    <dgm:cxn modelId="{2C9A96DF-6A71-44C2-B179-9B796F03C94B}" type="presParOf" srcId="{968C27D0-988F-4046-91F3-DD61B8491E31}" destId="{FD75B8FD-5136-4D8D-B67D-B1740DB64491}" srcOrd="2" destOrd="0" presId="urn:microsoft.com/office/officeart/2016/7/layout/LinearArrowProcessNumbered"/>
    <dgm:cxn modelId="{E0730A5A-2974-4EB0-A726-2B719BF8011E}" type="presParOf" srcId="{F4BD00A0-D4C7-4649-91FD-D31A7972D33F}" destId="{ED1B2EB8-A4A9-47FD-91DA-A7F9812B4CCE}" srcOrd="5" destOrd="0" presId="urn:microsoft.com/office/officeart/2016/7/layout/LinearArrowProcessNumbered"/>
    <dgm:cxn modelId="{D41B19D5-C73F-4B55-9B91-91B4D8FFEEC9}" type="presParOf" srcId="{F4BD00A0-D4C7-4649-91FD-D31A7972D33F}" destId="{C555AFEC-58A2-4995-864B-F6ABDF03412B}" srcOrd="6" destOrd="0" presId="urn:microsoft.com/office/officeart/2016/7/layout/LinearArrowProcessNumbered"/>
    <dgm:cxn modelId="{531B0349-43D2-4FCA-8EA0-DDE755021484}" type="presParOf" srcId="{C555AFEC-58A2-4995-864B-F6ABDF03412B}" destId="{E0E7D4D3-03C9-4777-8E35-DE51BC0C64D8}" srcOrd="0" destOrd="0" presId="urn:microsoft.com/office/officeart/2016/7/layout/LinearArrowProcessNumbered"/>
    <dgm:cxn modelId="{C89B6CB4-F384-4812-80C3-45283F212280}" type="presParOf" srcId="{C555AFEC-58A2-4995-864B-F6ABDF03412B}" destId="{2739E4B1-5933-4DB2-8DBC-D236589EE52C}" srcOrd="1" destOrd="0" presId="urn:microsoft.com/office/officeart/2016/7/layout/LinearArrowProcessNumbered"/>
    <dgm:cxn modelId="{F1E97F21-5EFF-4E5A-9083-9651C19D2DD2}" type="presParOf" srcId="{2739E4B1-5933-4DB2-8DBC-D236589EE52C}" destId="{1740E341-D58C-4FD2-8E04-8A581505B3EB}" srcOrd="0" destOrd="0" presId="urn:microsoft.com/office/officeart/2016/7/layout/LinearArrowProcessNumbered"/>
    <dgm:cxn modelId="{BF26541C-03E6-4A9C-8A3A-E888863EFB1E}" type="presParOf" srcId="{2739E4B1-5933-4DB2-8DBC-D236589EE52C}" destId="{4115BB76-9BAF-45E7-99C5-36ED312870E2}" srcOrd="1" destOrd="0" presId="urn:microsoft.com/office/officeart/2016/7/layout/LinearArrowProcessNumbered"/>
    <dgm:cxn modelId="{03FD8772-E6E9-4DE2-BB53-FCF6D9C2A113}" type="presParOf" srcId="{2739E4B1-5933-4DB2-8DBC-D236589EE52C}" destId="{48C8A3FA-FFFA-4DBF-8F53-DC805B110091}" srcOrd="2" destOrd="0" presId="urn:microsoft.com/office/officeart/2016/7/layout/LinearArrowProcessNumbered"/>
    <dgm:cxn modelId="{477B6423-3742-4F8B-9712-FF16ED3F5DB3}" type="presParOf" srcId="{2739E4B1-5933-4DB2-8DBC-D236589EE52C}" destId="{49F31677-BB3F-4244-B430-BC143BC2EAD2}" srcOrd="3" destOrd="0" presId="urn:microsoft.com/office/officeart/2016/7/layout/LinearArrowProcessNumbered"/>
    <dgm:cxn modelId="{FF39E812-4AC4-4C2D-9300-AACCC992B5B8}" type="presParOf" srcId="{C555AFEC-58A2-4995-864B-F6ABDF03412B}" destId="{82869B71-0E74-4940-94B9-EC047BA5E930}"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1216E8-BD82-4B45-8874-A4377F72B95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C5D154C-ECC7-4C23-85DB-40C6CBBA7F74}">
      <dgm:prSet/>
      <dgm:spPr/>
      <dgm:t>
        <a:bodyPr/>
        <a:lstStyle/>
        <a:p>
          <a:pPr>
            <a:lnSpc>
              <a:spcPct val="100000"/>
            </a:lnSpc>
          </a:pPr>
          <a:r>
            <a:rPr lang="en-GB" b="0" dirty="0">
              <a:solidFill>
                <a:schemeClr val="accent2">
                  <a:lumMod val="75000"/>
                </a:schemeClr>
              </a:solidFill>
            </a:rPr>
            <a:t>It serves as a blueprint for the study</a:t>
          </a:r>
          <a:endParaRPr lang="en-US" b="0" dirty="0">
            <a:solidFill>
              <a:schemeClr val="accent2">
                <a:lumMod val="75000"/>
              </a:schemeClr>
            </a:solidFill>
          </a:endParaRPr>
        </a:p>
      </dgm:t>
    </dgm:pt>
    <dgm:pt modelId="{A8177A23-3582-45C0-8C6E-5CC18D29F0A6}" type="parTrans" cxnId="{863D99E3-4E93-4517-808C-648ADA6F7CCC}">
      <dgm:prSet/>
      <dgm:spPr/>
      <dgm:t>
        <a:bodyPr/>
        <a:lstStyle/>
        <a:p>
          <a:endParaRPr lang="en-US"/>
        </a:p>
      </dgm:t>
    </dgm:pt>
    <dgm:pt modelId="{42E8EB14-AD33-4287-BAFA-57EF4FEF1C7B}" type="sibTrans" cxnId="{863D99E3-4E93-4517-808C-648ADA6F7CCC}">
      <dgm:prSet/>
      <dgm:spPr/>
      <dgm:t>
        <a:bodyPr/>
        <a:lstStyle/>
        <a:p>
          <a:endParaRPr lang="en-US"/>
        </a:p>
      </dgm:t>
    </dgm:pt>
    <dgm:pt modelId="{9151156F-1221-44B3-9064-640BD54BD02A}">
      <dgm:prSet custT="1"/>
      <dgm:spPr/>
      <dgm:t>
        <a:bodyPr/>
        <a:lstStyle/>
        <a:p>
          <a:pPr>
            <a:lnSpc>
              <a:spcPct val="100000"/>
            </a:lnSpc>
          </a:pPr>
          <a:r>
            <a:rPr lang="en-GB" sz="1400" dirty="0"/>
            <a:t>The test plan describes exactly how you will go about testing your product</a:t>
          </a:r>
          <a:endParaRPr lang="en-US" sz="1400" dirty="0"/>
        </a:p>
      </dgm:t>
    </dgm:pt>
    <dgm:pt modelId="{1117443A-92BD-4C43-A43A-D8E0BA727D5A}" type="parTrans" cxnId="{C52F0997-152F-436E-86DE-FB999B5EC440}">
      <dgm:prSet/>
      <dgm:spPr/>
      <dgm:t>
        <a:bodyPr/>
        <a:lstStyle/>
        <a:p>
          <a:endParaRPr lang="en-US"/>
        </a:p>
      </dgm:t>
    </dgm:pt>
    <dgm:pt modelId="{88CB1EBB-1276-4324-BD96-6BF1843BB3DA}" type="sibTrans" cxnId="{C52F0997-152F-436E-86DE-FB999B5EC440}">
      <dgm:prSet/>
      <dgm:spPr/>
      <dgm:t>
        <a:bodyPr/>
        <a:lstStyle/>
        <a:p>
          <a:endParaRPr lang="en-US"/>
        </a:p>
      </dgm:t>
    </dgm:pt>
    <dgm:pt modelId="{C7C500DE-D88E-4248-8D6A-4B6BA2BA5D0F}">
      <dgm:prSet/>
      <dgm:spPr/>
      <dgm:t>
        <a:bodyPr/>
        <a:lstStyle/>
        <a:p>
          <a:pPr>
            <a:lnSpc>
              <a:spcPct val="100000"/>
            </a:lnSpc>
          </a:pPr>
          <a:r>
            <a:rPr lang="en-GB" b="0" dirty="0">
              <a:solidFill>
                <a:schemeClr val="accent2">
                  <a:lumMod val="75000"/>
                </a:schemeClr>
              </a:solidFill>
            </a:rPr>
            <a:t>It serves as the main communication vehicle between the team</a:t>
          </a:r>
          <a:endParaRPr lang="en-US" b="0" dirty="0">
            <a:solidFill>
              <a:schemeClr val="accent2">
                <a:lumMod val="75000"/>
              </a:schemeClr>
            </a:solidFill>
          </a:endParaRPr>
        </a:p>
      </dgm:t>
    </dgm:pt>
    <dgm:pt modelId="{D78F9BEC-8F0F-4E7F-AC80-E6085B4F6C5C}" type="parTrans" cxnId="{F2783753-1802-4CBB-83E1-E7E562677273}">
      <dgm:prSet/>
      <dgm:spPr/>
      <dgm:t>
        <a:bodyPr/>
        <a:lstStyle/>
        <a:p>
          <a:endParaRPr lang="en-US"/>
        </a:p>
      </dgm:t>
    </dgm:pt>
    <dgm:pt modelId="{00B522BE-A402-4088-8ABA-D3C154E889D1}" type="sibTrans" cxnId="{F2783753-1802-4CBB-83E1-E7E562677273}">
      <dgm:prSet/>
      <dgm:spPr/>
      <dgm:t>
        <a:bodyPr/>
        <a:lstStyle/>
        <a:p>
          <a:endParaRPr lang="en-US"/>
        </a:p>
      </dgm:t>
    </dgm:pt>
    <dgm:pt modelId="{7E6F4573-4CFE-4674-A105-EAD4101FE4A3}">
      <dgm:prSet custT="1"/>
      <dgm:spPr/>
      <dgm:t>
        <a:bodyPr/>
        <a:lstStyle/>
        <a:p>
          <a:pPr>
            <a:lnSpc>
              <a:spcPts val="1400"/>
            </a:lnSpc>
            <a:spcAft>
              <a:spcPts val="0"/>
            </a:spcAft>
          </a:pPr>
          <a:r>
            <a:rPr lang="en-GB" sz="1400" dirty="0"/>
            <a:t>So people will know what needs to be ready and when</a:t>
          </a:r>
          <a:endParaRPr lang="en-US" sz="1400" dirty="0"/>
        </a:p>
      </dgm:t>
    </dgm:pt>
    <dgm:pt modelId="{139685FC-D7E5-4D16-800C-89EFAA3BC22D}" type="parTrans" cxnId="{29A75B6E-09BA-4584-9161-C144A3C22A6B}">
      <dgm:prSet/>
      <dgm:spPr/>
      <dgm:t>
        <a:bodyPr/>
        <a:lstStyle/>
        <a:p>
          <a:endParaRPr lang="en-US"/>
        </a:p>
      </dgm:t>
    </dgm:pt>
    <dgm:pt modelId="{F6CE6D32-31D3-4670-99E1-23CA79E5F926}" type="sibTrans" cxnId="{29A75B6E-09BA-4584-9161-C144A3C22A6B}">
      <dgm:prSet/>
      <dgm:spPr/>
      <dgm:t>
        <a:bodyPr/>
        <a:lstStyle/>
        <a:p>
          <a:endParaRPr lang="en-US"/>
        </a:p>
      </dgm:t>
    </dgm:pt>
    <dgm:pt modelId="{E9F92F65-A988-432E-97A7-6D34B2108E2D}">
      <dgm:prSet custT="1"/>
      <dgm:spPr/>
      <dgm:t>
        <a:bodyPr/>
        <a:lstStyle/>
        <a:p>
          <a:pPr>
            <a:lnSpc>
              <a:spcPts val="1400"/>
            </a:lnSpc>
            <a:spcAft>
              <a:spcPts val="0"/>
            </a:spcAft>
          </a:pPr>
          <a:r>
            <a:rPr lang="en-GB" sz="1400" dirty="0"/>
            <a:t>They will know what is their involvement and when</a:t>
          </a:r>
          <a:endParaRPr lang="en-US" sz="1400" dirty="0"/>
        </a:p>
      </dgm:t>
    </dgm:pt>
    <dgm:pt modelId="{3664DCDB-B660-4FC7-8A6C-CAB53DC5AD17}" type="parTrans" cxnId="{78526374-FCBE-4320-8273-DB3AD87ECBDF}">
      <dgm:prSet/>
      <dgm:spPr/>
      <dgm:t>
        <a:bodyPr/>
        <a:lstStyle/>
        <a:p>
          <a:endParaRPr lang="en-US"/>
        </a:p>
      </dgm:t>
    </dgm:pt>
    <dgm:pt modelId="{24930B2D-2EA1-4E7B-9DA4-582AFC2A866E}" type="sibTrans" cxnId="{78526374-FCBE-4320-8273-DB3AD87ECBDF}">
      <dgm:prSet/>
      <dgm:spPr/>
      <dgm:t>
        <a:bodyPr/>
        <a:lstStyle/>
        <a:p>
          <a:endParaRPr lang="en-US"/>
        </a:p>
      </dgm:t>
    </dgm:pt>
    <dgm:pt modelId="{0EB5DC2F-4EE7-4E5C-A69B-2958DE54B32C}">
      <dgm:prSet custT="1"/>
      <dgm:spPr/>
      <dgm:t>
        <a:bodyPr/>
        <a:lstStyle/>
        <a:p>
          <a:pPr>
            <a:lnSpc>
              <a:spcPts val="1400"/>
            </a:lnSpc>
            <a:spcAft>
              <a:spcPts val="0"/>
            </a:spcAft>
          </a:pPr>
          <a:r>
            <a:rPr lang="en-GB" sz="1400" dirty="0"/>
            <a:t>It is a means by which people can provide recommendations and feedback</a:t>
          </a:r>
          <a:endParaRPr lang="en-US" sz="1400" dirty="0"/>
        </a:p>
      </dgm:t>
    </dgm:pt>
    <dgm:pt modelId="{DA5DD827-35BB-41BB-BB66-38B08DDCACB7}" type="parTrans" cxnId="{BFBEA4E8-19D0-48D0-95DF-48CD23CB4CC0}">
      <dgm:prSet/>
      <dgm:spPr/>
      <dgm:t>
        <a:bodyPr/>
        <a:lstStyle/>
        <a:p>
          <a:endParaRPr lang="en-US"/>
        </a:p>
      </dgm:t>
    </dgm:pt>
    <dgm:pt modelId="{6C219AFF-5E99-4A70-A3EB-894B9E39B245}" type="sibTrans" cxnId="{BFBEA4E8-19D0-48D0-95DF-48CD23CB4CC0}">
      <dgm:prSet/>
      <dgm:spPr/>
      <dgm:t>
        <a:bodyPr/>
        <a:lstStyle/>
        <a:p>
          <a:endParaRPr lang="en-US"/>
        </a:p>
      </dgm:t>
    </dgm:pt>
    <dgm:pt modelId="{81BF4DF7-1555-44F8-B6B6-B5B106414D6B}">
      <dgm:prSet/>
      <dgm:spPr/>
      <dgm:t>
        <a:bodyPr/>
        <a:lstStyle/>
        <a:p>
          <a:pPr>
            <a:lnSpc>
              <a:spcPct val="100000"/>
            </a:lnSpc>
          </a:pPr>
          <a:r>
            <a:rPr lang="en-GB" b="0" dirty="0">
              <a:solidFill>
                <a:schemeClr val="accent2">
                  <a:lumMod val="75000"/>
                </a:schemeClr>
              </a:solidFill>
            </a:rPr>
            <a:t>It defines or implies required resources</a:t>
          </a:r>
          <a:endParaRPr lang="en-US" b="0" dirty="0">
            <a:solidFill>
              <a:schemeClr val="accent2">
                <a:lumMod val="75000"/>
              </a:schemeClr>
            </a:solidFill>
          </a:endParaRPr>
        </a:p>
      </dgm:t>
    </dgm:pt>
    <dgm:pt modelId="{6B4FA8B7-5726-4C72-806E-C49151C30212}" type="parTrans" cxnId="{3E48C3CE-03A2-48A4-8DCB-8348ACE8B257}">
      <dgm:prSet/>
      <dgm:spPr/>
      <dgm:t>
        <a:bodyPr/>
        <a:lstStyle/>
        <a:p>
          <a:endParaRPr lang="en-US"/>
        </a:p>
      </dgm:t>
    </dgm:pt>
    <dgm:pt modelId="{EE0A192F-2099-42EC-B86F-D6036C99A6D8}" type="sibTrans" cxnId="{3E48C3CE-03A2-48A4-8DCB-8348ACE8B257}">
      <dgm:prSet/>
      <dgm:spPr/>
      <dgm:t>
        <a:bodyPr/>
        <a:lstStyle/>
        <a:p>
          <a:endParaRPr lang="en-US"/>
        </a:p>
      </dgm:t>
    </dgm:pt>
    <dgm:pt modelId="{2B452D92-0596-4316-860D-C484FC748527}">
      <dgm:prSet/>
      <dgm:spPr/>
      <dgm:t>
        <a:bodyPr/>
        <a:lstStyle/>
        <a:p>
          <a:pPr>
            <a:lnSpc>
              <a:spcPct val="100000"/>
            </a:lnSpc>
          </a:pPr>
          <a:r>
            <a:rPr lang="en-GB" b="0" dirty="0">
              <a:solidFill>
                <a:schemeClr val="accent2">
                  <a:lumMod val="75000"/>
                </a:schemeClr>
              </a:solidFill>
            </a:rPr>
            <a:t>It provides a focal point for the test and a milestone</a:t>
          </a:r>
          <a:endParaRPr lang="en-US" b="0" dirty="0">
            <a:solidFill>
              <a:schemeClr val="accent2">
                <a:lumMod val="75000"/>
              </a:schemeClr>
            </a:solidFill>
          </a:endParaRPr>
        </a:p>
      </dgm:t>
    </dgm:pt>
    <dgm:pt modelId="{883C67C8-B76F-4EA9-A262-F6E68C23B7DB}" type="parTrans" cxnId="{EA55EE4B-6312-4278-BDA5-6E8C18BA1013}">
      <dgm:prSet/>
      <dgm:spPr/>
      <dgm:t>
        <a:bodyPr/>
        <a:lstStyle/>
        <a:p>
          <a:endParaRPr lang="en-US"/>
        </a:p>
      </dgm:t>
    </dgm:pt>
    <dgm:pt modelId="{F3FD3D2D-3911-4C95-AAFF-84F20ED4154F}" type="sibTrans" cxnId="{EA55EE4B-6312-4278-BDA5-6E8C18BA1013}">
      <dgm:prSet/>
      <dgm:spPr/>
      <dgm:t>
        <a:bodyPr/>
        <a:lstStyle/>
        <a:p>
          <a:endParaRPr lang="en-US"/>
        </a:p>
      </dgm:t>
    </dgm:pt>
    <dgm:pt modelId="{AC155297-A5EE-49A7-9F36-08F010E6E527}">
      <dgm:prSet custT="1"/>
      <dgm:spPr/>
      <dgm:t>
        <a:bodyPr/>
        <a:lstStyle/>
        <a:p>
          <a:pPr>
            <a:lnSpc>
              <a:spcPct val="100000"/>
            </a:lnSpc>
          </a:pPr>
          <a:r>
            <a:rPr lang="en-GB" sz="1400" dirty="0"/>
            <a:t>By developing the test in stages it gives time to understand the test objectives and talk to the people who will be involved and accommodate changes</a:t>
          </a:r>
          <a:endParaRPr lang="en-US" sz="1400" dirty="0"/>
        </a:p>
      </dgm:t>
    </dgm:pt>
    <dgm:pt modelId="{4AF7EC22-FC44-4063-88EA-398D746901EA}" type="parTrans" cxnId="{5C62F881-82FF-4DD5-A181-A41A19EDB381}">
      <dgm:prSet/>
      <dgm:spPr/>
      <dgm:t>
        <a:bodyPr/>
        <a:lstStyle/>
        <a:p>
          <a:endParaRPr lang="en-US"/>
        </a:p>
      </dgm:t>
    </dgm:pt>
    <dgm:pt modelId="{615B9CB4-2E0F-41AF-96BA-DEF623BAD226}" type="sibTrans" cxnId="{5C62F881-82FF-4DD5-A181-A41A19EDB381}">
      <dgm:prSet/>
      <dgm:spPr/>
      <dgm:t>
        <a:bodyPr/>
        <a:lstStyle/>
        <a:p>
          <a:endParaRPr lang="en-US"/>
        </a:p>
      </dgm:t>
    </dgm:pt>
    <dgm:pt modelId="{C2F3F64D-DF27-4266-A54D-F4A253FBB769}">
      <dgm:prSet custT="1"/>
      <dgm:spPr/>
      <dgm:t>
        <a:bodyPr/>
        <a:lstStyle/>
        <a:p>
          <a:pPr>
            <a:lnSpc>
              <a:spcPct val="100000"/>
            </a:lnSpc>
          </a:pPr>
          <a:r>
            <a:rPr lang="en-GB" sz="1400" dirty="0"/>
            <a:t>The test plan implies a systematic approach</a:t>
          </a:r>
          <a:endParaRPr lang="en-US" sz="1400" dirty="0"/>
        </a:p>
      </dgm:t>
    </dgm:pt>
    <dgm:pt modelId="{9082DD66-99F7-4C6C-9EEF-2D8193FF7323}" type="parTrans" cxnId="{3D4624ED-BBA8-4A26-BE6E-BBC8990E0A0A}">
      <dgm:prSet/>
      <dgm:spPr/>
      <dgm:t>
        <a:bodyPr/>
        <a:lstStyle/>
        <a:p>
          <a:endParaRPr lang="en-US"/>
        </a:p>
      </dgm:t>
    </dgm:pt>
    <dgm:pt modelId="{D2AA21D6-1068-4AF2-B28E-29EAE1C76DFE}" type="sibTrans" cxnId="{3D4624ED-BBA8-4A26-BE6E-BBC8990E0A0A}">
      <dgm:prSet/>
      <dgm:spPr/>
      <dgm:t>
        <a:bodyPr/>
        <a:lstStyle/>
        <a:p>
          <a:endParaRPr lang="en-US"/>
        </a:p>
      </dgm:t>
    </dgm:pt>
    <dgm:pt modelId="{12E23799-2AAA-4973-BA7E-4E1E614CE2E3}" type="pres">
      <dgm:prSet presAssocID="{681216E8-BD82-4B45-8874-A4377F72B95A}" presName="root" presStyleCnt="0">
        <dgm:presLayoutVars>
          <dgm:dir/>
          <dgm:resizeHandles val="exact"/>
        </dgm:presLayoutVars>
      </dgm:prSet>
      <dgm:spPr/>
    </dgm:pt>
    <dgm:pt modelId="{C2137438-394D-46D4-A5BC-1D9F1B3D5A14}" type="pres">
      <dgm:prSet presAssocID="{BC5D154C-ECC7-4C23-85DB-40C6CBBA7F74}" presName="compNode" presStyleCnt="0"/>
      <dgm:spPr/>
    </dgm:pt>
    <dgm:pt modelId="{3757418C-7D4A-4A0C-A527-599C1F94764B}" type="pres">
      <dgm:prSet presAssocID="{BC5D154C-ECC7-4C23-85DB-40C6CBBA7F74}" presName="bgRect" presStyleLbl="bgShp" presStyleIdx="0" presStyleCnt="4" custLinFactNeighborX="-1439"/>
      <dgm:spPr/>
    </dgm:pt>
    <dgm:pt modelId="{69A8DF75-0EC4-466E-9F1E-91A65E39E3AD}" type="pres">
      <dgm:prSet presAssocID="{BC5D154C-ECC7-4C23-85DB-40C6CBBA7F7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icroscope"/>
        </a:ext>
      </dgm:extLst>
    </dgm:pt>
    <dgm:pt modelId="{7E0AC67F-4C0C-4AA0-9AE5-B62380C32A71}" type="pres">
      <dgm:prSet presAssocID="{BC5D154C-ECC7-4C23-85DB-40C6CBBA7F74}" presName="spaceRect" presStyleCnt="0"/>
      <dgm:spPr/>
    </dgm:pt>
    <dgm:pt modelId="{D1323CF0-7BAB-4350-BEA8-4303E0C71C86}" type="pres">
      <dgm:prSet presAssocID="{BC5D154C-ECC7-4C23-85DB-40C6CBBA7F74}" presName="parTx" presStyleLbl="revTx" presStyleIdx="0" presStyleCnt="7" custScaleX="80668" custLinFactNeighborX="-10717">
        <dgm:presLayoutVars>
          <dgm:chMax val="0"/>
          <dgm:chPref val="0"/>
        </dgm:presLayoutVars>
      </dgm:prSet>
      <dgm:spPr/>
    </dgm:pt>
    <dgm:pt modelId="{767BB8A7-F842-48E5-8942-A3125DEA5F36}" type="pres">
      <dgm:prSet presAssocID="{BC5D154C-ECC7-4C23-85DB-40C6CBBA7F74}" presName="desTx" presStyleLbl="revTx" presStyleIdx="1" presStyleCnt="7">
        <dgm:presLayoutVars/>
      </dgm:prSet>
      <dgm:spPr/>
    </dgm:pt>
    <dgm:pt modelId="{60F1E3DF-A7B9-4E75-926E-6460F8B33AD0}" type="pres">
      <dgm:prSet presAssocID="{42E8EB14-AD33-4287-BAFA-57EF4FEF1C7B}" presName="sibTrans" presStyleCnt="0"/>
      <dgm:spPr/>
    </dgm:pt>
    <dgm:pt modelId="{7CDA867A-F2AE-49F8-BC84-8240E1113CAF}" type="pres">
      <dgm:prSet presAssocID="{C7C500DE-D88E-4248-8D6A-4B6BA2BA5D0F}" presName="compNode" presStyleCnt="0"/>
      <dgm:spPr/>
    </dgm:pt>
    <dgm:pt modelId="{A021348C-91E1-4D7E-8B88-BA3840C4C54F}" type="pres">
      <dgm:prSet presAssocID="{C7C500DE-D88E-4248-8D6A-4B6BA2BA5D0F}" presName="bgRect" presStyleLbl="bgShp" presStyleIdx="1" presStyleCnt="4"/>
      <dgm:spPr/>
    </dgm:pt>
    <dgm:pt modelId="{FC17E4B7-8E45-48F1-9C95-4B0EEE89CAE5}" type="pres">
      <dgm:prSet presAssocID="{C7C500DE-D88E-4248-8D6A-4B6BA2BA5D0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 Network"/>
        </a:ext>
      </dgm:extLst>
    </dgm:pt>
    <dgm:pt modelId="{9FECD7F1-2310-4A30-8B08-CFE9DBB37EC7}" type="pres">
      <dgm:prSet presAssocID="{C7C500DE-D88E-4248-8D6A-4B6BA2BA5D0F}" presName="spaceRect" presStyleCnt="0"/>
      <dgm:spPr/>
    </dgm:pt>
    <dgm:pt modelId="{A29AAC82-8937-4772-8176-A07D65F51075}" type="pres">
      <dgm:prSet presAssocID="{C7C500DE-D88E-4248-8D6A-4B6BA2BA5D0F}" presName="parTx" presStyleLbl="revTx" presStyleIdx="2" presStyleCnt="7" custScaleX="86602" custLinFactNeighborX="-10008">
        <dgm:presLayoutVars>
          <dgm:chMax val="0"/>
          <dgm:chPref val="0"/>
        </dgm:presLayoutVars>
      </dgm:prSet>
      <dgm:spPr/>
    </dgm:pt>
    <dgm:pt modelId="{9314AD7D-2429-4E80-91CA-08830C745CFA}" type="pres">
      <dgm:prSet presAssocID="{C7C500DE-D88E-4248-8D6A-4B6BA2BA5D0F}" presName="desTx" presStyleLbl="revTx" presStyleIdx="3" presStyleCnt="7" custScaleX="120105" custLinFactNeighborX="11548">
        <dgm:presLayoutVars/>
      </dgm:prSet>
      <dgm:spPr/>
    </dgm:pt>
    <dgm:pt modelId="{9CDDA3A5-7FBE-462B-95AD-3029720EB4D0}" type="pres">
      <dgm:prSet presAssocID="{00B522BE-A402-4088-8ABA-D3C154E889D1}" presName="sibTrans" presStyleCnt="0"/>
      <dgm:spPr/>
    </dgm:pt>
    <dgm:pt modelId="{89986AF3-6140-474B-A3A8-A6001C8CDEAF}" type="pres">
      <dgm:prSet presAssocID="{81BF4DF7-1555-44F8-B6B6-B5B106414D6B}" presName="compNode" presStyleCnt="0"/>
      <dgm:spPr/>
    </dgm:pt>
    <dgm:pt modelId="{BFD4E682-1806-4471-9FA4-6EC5F0EFBFA3}" type="pres">
      <dgm:prSet presAssocID="{81BF4DF7-1555-44F8-B6B6-B5B106414D6B}" presName="bgRect" presStyleLbl="bgShp" presStyleIdx="2" presStyleCnt="4"/>
      <dgm:spPr/>
    </dgm:pt>
    <dgm:pt modelId="{46C145AB-1D67-4374-A3E2-C3AD5B490A47}" type="pres">
      <dgm:prSet presAssocID="{81BF4DF7-1555-44F8-B6B6-B5B106414D6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142F7639-3C33-45B2-ADAC-4CF2AC4A46A1}" type="pres">
      <dgm:prSet presAssocID="{81BF4DF7-1555-44F8-B6B6-B5B106414D6B}" presName="spaceRect" presStyleCnt="0"/>
      <dgm:spPr/>
    </dgm:pt>
    <dgm:pt modelId="{73994091-83F7-4FE7-9F3B-458F6B6C6061}" type="pres">
      <dgm:prSet presAssocID="{81BF4DF7-1555-44F8-B6B6-B5B106414D6B}" presName="parTx" presStyleLbl="revTx" presStyleIdx="4" presStyleCnt="7" custScaleX="31648" custLinFactNeighborX="-34613">
        <dgm:presLayoutVars>
          <dgm:chMax val="0"/>
          <dgm:chPref val="0"/>
        </dgm:presLayoutVars>
      </dgm:prSet>
      <dgm:spPr/>
    </dgm:pt>
    <dgm:pt modelId="{3C9EB258-CA9A-497D-AD99-C02F36098C18}" type="pres">
      <dgm:prSet presAssocID="{EE0A192F-2099-42EC-B86F-D6036C99A6D8}" presName="sibTrans" presStyleCnt="0"/>
      <dgm:spPr/>
    </dgm:pt>
    <dgm:pt modelId="{D539DADD-ACDA-45BB-AB1F-61595A7F7D73}" type="pres">
      <dgm:prSet presAssocID="{2B452D92-0596-4316-860D-C484FC748527}" presName="compNode" presStyleCnt="0"/>
      <dgm:spPr/>
    </dgm:pt>
    <dgm:pt modelId="{6E907C31-C58D-42B6-8D03-0F54226917B6}" type="pres">
      <dgm:prSet presAssocID="{2B452D92-0596-4316-860D-C484FC748527}" presName="bgRect" presStyleLbl="bgShp" presStyleIdx="3" presStyleCnt="4" custScaleY="130341"/>
      <dgm:spPr/>
    </dgm:pt>
    <dgm:pt modelId="{F41E4A0B-31AE-460A-BF34-40E0D8533714}" type="pres">
      <dgm:prSet presAssocID="{2B452D92-0596-4316-860D-C484FC74852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esentation with Checklist"/>
        </a:ext>
      </dgm:extLst>
    </dgm:pt>
    <dgm:pt modelId="{36F2A409-54E1-428D-9AD6-85730FA3B31C}" type="pres">
      <dgm:prSet presAssocID="{2B452D92-0596-4316-860D-C484FC748527}" presName="spaceRect" presStyleCnt="0"/>
      <dgm:spPr/>
    </dgm:pt>
    <dgm:pt modelId="{6E38413F-5D5D-4305-AAC0-E03C9E044895}" type="pres">
      <dgm:prSet presAssocID="{2B452D92-0596-4316-860D-C484FC748527}" presName="parTx" presStyleLbl="revTx" presStyleIdx="5" presStyleCnt="7" custScaleX="84051" custLinFactNeighborX="-8983" custLinFactNeighborY="-589">
        <dgm:presLayoutVars>
          <dgm:chMax val="0"/>
          <dgm:chPref val="0"/>
        </dgm:presLayoutVars>
      </dgm:prSet>
      <dgm:spPr/>
    </dgm:pt>
    <dgm:pt modelId="{900440E8-8F5C-4005-B8F1-283589E2BF3D}" type="pres">
      <dgm:prSet presAssocID="{2B452D92-0596-4316-860D-C484FC748527}" presName="desTx" presStyleLbl="revTx" presStyleIdx="6" presStyleCnt="7" custScaleX="106549" custScaleY="140525">
        <dgm:presLayoutVars/>
      </dgm:prSet>
      <dgm:spPr/>
    </dgm:pt>
  </dgm:ptLst>
  <dgm:cxnLst>
    <dgm:cxn modelId="{7EB4CF1E-D74D-4D9B-9628-94ACBAC8B476}" type="presOf" srcId="{C7C500DE-D88E-4248-8D6A-4B6BA2BA5D0F}" destId="{A29AAC82-8937-4772-8176-A07D65F51075}" srcOrd="0" destOrd="0" presId="urn:microsoft.com/office/officeart/2018/2/layout/IconVerticalSolidList"/>
    <dgm:cxn modelId="{2D8F0068-336E-49AD-A49A-47F73A9BF599}" type="presOf" srcId="{0EB5DC2F-4EE7-4E5C-A69B-2958DE54B32C}" destId="{9314AD7D-2429-4E80-91CA-08830C745CFA}" srcOrd="0" destOrd="2" presId="urn:microsoft.com/office/officeart/2018/2/layout/IconVerticalSolidList"/>
    <dgm:cxn modelId="{EA55EE4B-6312-4278-BDA5-6E8C18BA1013}" srcId="{681216E8-BD82-4B45-8874-A4377F72B95A}" destId="{2B452D92-0596-4316-860D-C484FC748527}" srcOrd="3" destOrd="0" parTransId="{883C67C8-B76F-4EA9-A262-F6E68C23B7DB}" sibTransId="{F3FD3D2D-3911-4C95-AAFF-84F20ED4154F}"/>
    <dgm:cxn modelId="{29A75B6E-09BA-4584-9161-C144A3C22A6B}" srcId="{C7C500DE-D88E-4248-8D6A-4B6BA2BA5D0F}" destId="{7E6F4573-4CFE-4674-A105-EAD4101FE4A3}" srcOrd="0" destOrd="0" parTransId="{139685FC-D7E5-4D16-800C-89EFAA3BC22D}" sibTransId="{F6CE6D32-31D3-4670-99E1-23CA79E5F926}"/>
    <dgm:cxn modelId="{F2783753-1802-4CBB-83E1-E7E562677273}" srcId="{681216E8-BD82-4B45-8874-A4377F72B95A}" destId="{C7C500DE-D88E-4248-8D6A-4B6BA2BA5D0F}" srcOrd="1" destOrd="0" parTransId="{D78F9BEC-8F0F-4E7F-AC80-E6085B4F6C5C}" sibTransId="{00B522BE-A402-4088-8ABA-D3C154E889D1}"/>
    <dgm:cxn modelId="{78526374-FCBE-4320-8273-DB3AD87ECBDF}" srcId="{C7C500DE-D88E-4248-8D6A-4B6BA2BA5D0F}" destId="{E9F92F65-A988-432E-97A7-6D34B2108E2D}" srcOrd="1" destOrd="0" parTransId="{3664DCDB-B660-4FC7-8A6C-CAB53DC5AD17}" sibTransId="{24930B2D-2EA1-4E7B-9DA4-582AFC2A866E}"/>
    <dgm:cxn modelId="{BFAC8157-572B-465D-9DFB-F4B9425B40A6}" type="presOf" srcId="{C2F3F64D-DF27-4266-A54D-F4A253FBB769}" destId="{900440E8-8F5C-4005-B8F1-283589E2BF3D}" srcOrd="0" destOrd="1" presId="urn:microsoft.com/office/officeart/2018/2/layout/IconVerticalSolidList"/>
    <dgm:cxn modelId="{7B065A79-69A6-4C82-BB97-C75CA43EA399}" type="presOf" srcId="{7E6F4573-4CFE-4674-A105-EAD4101FE4A3}" destId="{9314AD7D-2429-4E80-91CA-08830C745CFA}" srcOrd="0" destOrd="0" presId="urn:microsoft.com/office/officeart/2018/2/layout/IconVerticalSolidList"/>
    <dgm:cxn modelId="{5C62F881-82FF-4DD5-A181-A41A19EDB381}" srcId="{2B452D92-0596-4316-860D-C484FC748527}" destId="{AC155297-A5EE-49A7-9F36-08F010E6E527}" srcOrd="0" destOrd="0" parTransId="{4AF7EC22-FC44-4063-88EA-398D746901EA}" sibTransId="{615B9CB4-2E0F-41AF-96BA-DEF623BAD226}"/>
    <dgm:cxn modelId="{FB973D82-E1F2-47BC-AB25-5CB90936CCC2}" type="presOf" srcId="{E9F92F65-A988-432E-97A7-6D34B2108E2D}" destId="{9314AD7D-2429-4E80-91CA-08830C745CFA}" srcOrd="0" destOrd="1" presId="urn:microsoft.com/office/officeart/2018/2/layout/IconVerticalSolidList"/>
    <dgm:cxn modelId="{C52F0997-152F-436E-86DE-FB999B5EC440}" srcId="{BC5D154C-ECC7-4C23-85DB-40C6CBBA7F74}" destId="{9151156F-1221-44B3-9064-640BD54BD02A}" srcOrd="0" destOrd="0" parTransId="{1117443A-92BD-4C43-A43A-D8E0BA727D5A}" sibTransId="{88CB1EBB-1276-4324-BD96-6BF1843BB3DA}"/>
    <dgm:cxn modelId="{648B48B2-98D7-4C27-9EB3-A09E2AD7B03E}" type="presOf" srcId="{81BF4DF7-1555-44F8-B6B6-B5B106414D6B}" destId="{73994091-83F7-4FE7-9F3B-458F6B6C6061}" srcOrd="0" destOrd="0" presId="urn:microsoft.com/office/officeart/2018/2/layout/IconVerticalSolidList"/>
    <dgm:cxn modelId="{8CD8C1BC-A714-4764-AADB-41838AF448D7}" type="presOf" srcId="{BC5D154C-ECC7-4C23-85DB-40C6CBBA7F74}" destId="{D1323CF0-7BAB-4350-BEA8-4303E0C71C86}" srcOrd="0" destOrd="0" presId="urn:microsoft.com/office/officeart/2018/2/layout/IconVerticalSolidList"/>
    <dgm:cxn modelId="{37003EBD-361D-41BD-8343-9B9FC3FEA728}" type="presOf" srcId="{681216E8-BD82-4B45-8874-A4377F72B95A}" destId="{12E23799-2AAA-4973-BA7E-4E1E614CE2E3}" srcOrd="0" destOrd="0" presId="urn:microsoft.com/office/officeart/2018/2/layout/IconVerticalSolidList"/>
    <dgm:cxn modelId="{BA61CFC5-50A4-4CD2-82EB-F2444A727B7D}" type="presOf" srcId="{2B452D92-0596-4316-860D-C484FC748527}" destId="{6E38413F-5D5D-4305-AAC0-E03C9E044895}" srcOrd="0" destOrd="0" presId="urn:microsoft.com/office/officeart/2018/2/layout/IconVerticalSolidList"/>
    <dgm:cxn modelId="{064D36CD-AE41-4BFE-95D1-56FE6E4ED168}" type="presOf" srcId="{9151156F-1221-44B3-9064-640BD54BD02A}" destId="{767BB8A7-F842-48E5-8942-A3125DEA5F36}" srcOrd="0" destOrd="0" presId="urn:microsoft.com/office/officeart/2018/2/layout/IconVerticalSolidList"/>
    <dgm:cxn modelId="{3E48C3CE-03A2-48A4-8DCB-8348ACE8B257}" srcId="{681216E8-BD82-4B45-8874-A4377F72B95A}" destId="{81BF4DF7-1555-44F8-B6B6-B5B106414D6B}" srcOrd="2" destOrd="0" parTransId="{6B4FA8B7-5726-4C72-806E-C49151C30212}" sibTransId="{EE0A192F-2099-42EC-B86F-D6036C99A6D8}"/>
    <dgm:cxn modelId="{AADAD3D0-6989-42D2-A088-56E90FC930C5}" type="presOf" srcId="{AC155297-A5EE-49A7-9F36-08F010E6E527}" destId="{900440E8-8F5C-4005-B8F1-283589E2BF3D}" srcOrd="0" destOrd="0" presId="urn:microsoft.com/office/officeart/2018/2/layout/IconVerticalSolidList"/>
    <dgm:cxn modelId="{863D99E3-4E93-4517-808C-648ADA6F7CCC}" srcId="{681216E8-BD82-4B45-8874-A4377F72B95A}" destId="{BC5D154C-ECC7-4C23-85DB-40C6CBBA7F74}" srcOrd="0" destOrd="0" parTransId="{A8177A23-3582-45C0-8C6E-5CC18D29F0A6}" sibTransId="{42E8EB14-AD33-4287-BAFA-57EF4FEF1C7B}"/>
    <dgm:cxn modelId="{BFBEA4E8-19D0-48D0-95DF-48CD23CB4CC0}" srcId="{C7C500DE-D88E-4248-8D6A-4B6BA2BA5D0F}" destId="{0EB5DC2F-4EE7-4E5C-A69B-2958DE54B32C}" srcOrd="2" destOrd="0" parTransId="{DA5DD827-35BB-41BB-BB66-38B08DDCACB7}" sibTransId="{6C219AFF-5E99-4A70-A3EB-894B9E39B245}"/>
    <dgm:cxn modelId="{3D4624ED-BBA8-4A26-BE6E-BBC8990E0A0A}" srcId="{2B452D92-0596-4316-860D-C484FC748527}" destId="{C2F3F64D-DF27-4266-A54D-F4A253FBB769}" srcOrd="1" destOrd="0" parTransId="{9082DD66-99F7-4C6C-9EEF-2D8193FF7323}" sibTransId="{D2AA21D6-1068-4AF2-B28E-29EAE1C76DFE}"/>
    <dgm:cxn modelId="{AA21A4C4-0024-4601-AE73-97CAB29C4231}" type="presParOf" srcId="{12E23799-2AAA-4973-BA7E-4E1E614CE2E3}" destId="{C2137438-394D-46D4-A5BC-1D9F1B3D5A14}" srcOrd="0" destOrd="0" presId="urn:microsoft.com/office/officeart/2018/2/layout/IconVerticalSolidList"/>
    <dgm:cxn modelId="{A8453FD6-96C3-418F-9B10-31F353651E6D}" type="presParOf" srcId="{C2137438-394D-46D4-A5BC-1D9F1B3D5A14}" destId="{3757418C-7D4A-4A0C-A527-599C1F94764B}" srcOrd="0" destOrd="0" presId="urn:microsoft.com/office/officeart/2018/2/layout/IconVerticalSolidList"/>
    <dgm:cxn modelId="{FE940800-FF6D-4297-B953-273D2FE02F51}" type="presParOf" srcId="{C2137438-394D-46D4-A5BC-1D9F1B3D5A14}" destId="{69A8DF75-0EC4-466E-9F1E-91A65E39E3AD}" srcOrd="1" destOrd="0" presId="urn:microsoft.com/office/officeart/2018/2/layout/IconVerticalSolidList"/>
    <dgm:cxn modelId="{2936CCA0-240B-4978-A784-D6BFBF600ADF}" type="presParOf" srcId="{C2137438-394D-46D4-A5BC-1D9F1B3D5A14}" destId="{7E0AC67F-4C0C-4AA0-9AE5-B62380C32A71}" srcOrd="2" destOrd="0" presId="urn:microsoft.com/office/officeart/2018/2/layout/IconVerticalSolidList"/>
    <dgm:cxn modelId="{7636A270-0759-4B65-9877-BB7BDD2F8132}" type="presParOf" srcId="{C2137438-394D-46D4-A5BC-1D9F1B3D5A14}" destId="{D1323CF0-7BAB-4350-BEA8-4303E0C71C86}" srcOrd="3" destOrd="0" presId="urn:microsoft.com/office/officeart/2018/2/layout/IconVerticalSolidList"/>
    <dgm:cxn modelId="{F303E829-43FD-4FFB-BC09-7CDCE4C0CB81}" type="presParOf" srcId="{C2137438-394D-46D4-A5BC-1D9F1B3D5A14}" destId="{767BB8A7-F842-48E5-8942-A3125DEA5F36}" srcOrd="4" destOrd="0" presId="urn:microsoft.com/office/officeart/2018/2/layout/IconVerticalSolidList"/>
    <dgm:cxn modelId="{B8BB7830-2C7B-4635-95A2-1F7B9C3A070B}" type="presParOf" srcId="{12E23799-2AAA-4973-BA7E-4E1E614CE2E3}" destId="{60F1E3DF-A7B9-4E75-926E-6460F8B33AD0}" srcOrd="1" destOrd="0" presId="urn:microsoft.com/office/officeart/2018/2/layout/IconVerticalSolidList"/>
    <dgm:cxn modelId="{9EB5C4E8-E42D-46E4-A09E-19FEA89AD7B2}" type="presParOf" srcId="{12E23799-2AAA-4973-BA7E-4E1E614CE2E3}" destId="{7CDA867A-F2AE-49F8-BC84-8240E1113CAF}" srcOrd="2" destOrd="0" presId="urn:microsoft.com/office/officeart/2018/2/layout/IconVerticalSolidList"/>
    <dgm:cxn modelId="{2D97CFB5-60CF-4D96-92F5-B1915C7B25C5}" type="presParOf" srcId="{7CDA867A-F2AE-49F8-BC84-8240E1113CAF}" destId="{A021348C-91E1-4D7E-8B88-BA3840C4C54F}" srcOrd="0" destOrd="0" presId="urn:microsoft.com/office/officeart/2018/2/layout/IconVerticalSolidList"/>
    <dgm:cxn modelId="{AEE0484E-72EA-4016-8F57-3E2448F10EBA}" type="presParOf" srcId="{7CDA867A-F2AE-49F8-BC84-8240E1113CAF}" destId="{FC17E4B7-8E45-48F1-9C95-4B0EEE89CAE5}" srcOrd="1" destOrd="0" presId="urn:microsoft.com/office/officeart/2018/2/layout/IconVerticalSolidList"/>
    <dgm:cxn modelId="{B65C001D-4A53-4A9D-96F2-3039E60F6560}" type="presParOf" srcId="{7CDA867A-F2AE-49F8-BC84-8240E1113CAF}" destId="{9FECD7F1-2310-4A30-8B08-CFE9DBB37EC7}" srcOrd="2" destOrd="0" presId="urn:microsoft.com/office/officeart/2018/2/layout/IconVerticalSolidList"/>
    <dgm:cxn modelId="{261A79F8-1BC4-47A1-AD85-81D226E86B9E}" type="presParOf" srcId="{7CDA867A-F2AE-49F8-BC84-8240E1113CAF}" destId="{A29AAC82-8937-4772-8176-A07D65F51075}" srcOrd="3" destOrd="0" presId="urn:microsoft.com/office/officeart/2018/2/layout/IconVerticalSolidList"/>
    <dgm:cxn modelId="{1D0D16D9-630A-4520-BA66-51CAA6E779D3}" type="presParOf" srcId="{7CDA867A-F2AE-49F8-BC84-8240E1113CAF}" destId="{9314AD7D-2429-4E80-91CA-08830C745CFA}" srcOrd="4" destOrd="0" presId="urn:microsoft.com/office/officeart/2018/2/layout/IconVerticalSolidList"/>
    <dgm:cxn modelId="{995DDE1A-2B3A-4786-BAD0-AA3CC1F19971}" type="presParOf" srcId="{12E23799-2AAA-4973-BA7E-4E1E614CE2E3}" destId="{9CDDA3A5-7FBE-462B-95AD-3029720EB4D0}" srcOrd="3" destOrd="0" presId="urn:microsoft.com/office/officeart/2018/2/layout/IconVerticalSolidList"/>
    <dgm:cxn modelId="{22E3AAB2-B10F-4226-8631-B97A6B946416}" type="presParOf" srcId="{12E23799-2AAA-4973-BA7E-4E1E614CE2E3}" destId="{89986AF3-6140-474B-A3A8-A6001C8CDEAF}" srcOrd="4" destOrd="0" presId="urn:microsoft.com/office/officeart/2018/2/layout/IconVerticalSolidList"/>
    <dgm:cxn modelId="{571CF935-2CB3-4D8A-850E-F5FB4C803CFD}" type="presParOf" srcId="{89986AF3-6140-474B-A3A8-A6001C8CDEAF}" destId="{BFD4E682-1806-4471-9FA4-6EC5F0EFBFA3}" srcOrd="0" destOrd="0" presId="urn:microsoft.com/office/officeart/2018/2/layout/IconVerticalSolidList"/>
    <dgm:cxn modelId="{F2253347-6912-41CF-AE5C-829467481590}" type="presParOf" srcId="{89986AF3-6140-474B-A3A8-A6001C8CDEAF}" destId="{46C145AB-1D67-4374-A3E2-C3AD5B490A47}" srcOrd="1" destOrd="0" presId="urn:microsoft.com/office/officeart/2018/2/layout/IconVerticalSolidList"/>
    <dgm:cxn modelId="{23340C62-2ECA-4E17-8C92-8ECB18E972E3}" type="presParOf" srcId="{89986AF3-6140-474B-A3A8-A6001C8CDEAF}" destId="{142F7639-3C33-45B2-ADAC-4CF2AC4A46A1}" srcOrd="2" destOrd="0" presId="urn:microsoft.com/office/officeart/2018/2/layout/IconVerticalSolidList"/>
    <dgm:cxn modelId="{AB32D841-B09B-427F-A8AF-15E6992880BB}" type="presParOf" srcId="{89986AF3-6140-474B-A3A8-A6001C8CDEAF}" destId="{73994091-83F7-4FE7-9F3B-458F6B6C6061}" srcOrd="3" destOrd="0" presId="urn:microsoft.com/office/officeart/2018/2/layout/IconVerticalSolidList"/>
    <dgm:cxn modelId="{C96B6D72-49CB-4481-A3BD-AD41BAC9A804}" type="presParOf" srcId="{12E23799-2AAA-4973-BA7E-4E1E614CE2E3}" destId="{3C9EB258-CA9A-497D-AD99-C02F36098C18}" srcOrd="5" destOrd="0" presId="urn:microsoft.com/office/officeart/2018/2/layout/IconVerticalSolidList"/>
    <dgm:cxn modelId="{93AB2ED4-47F9-4E80-A300-1173FF3CF796}" type="presParOf" srcId="{12E23799-2AAA-4973-BA7E-4E1E614CE2E3}" destId="{D539DADD-ACDA-45BB-AB1F-61595A7F7D73}" srcOrd="6" destOrd="0" presId="urn:microsoft.com/office/officeart/2018/2/layout/IconVerticalSolidList"/>
    <dgm:cxn modelId="{13A66079-E18A-40D6-B9CF-435783D0B303}" type="presParOf" srcId="{D539DADD-ACDA-45BB-AB1F-61595A7F7D73}" destId="{6E907C31-C58D-42B6-8D03-0F54226917B6}" srcOrd="0" destOrd="0" presId="urn:microsoft.com/office/officeart/2018/2/layout/IconVerticalSolidList"/>
    <dgm:cxn modelId="{78E1E3E4-7B00-4348-BE89-B6CEE9D44758}" type="presParOf" srcId="{D539DADD-ACDA-45BB-AB1F-61595A7F7D73}" destId="{F41E4A0B-31AE-460A-BF34-40E0D8533714}" srcOrd="1" destOrd="0" presId="urn:microsoft.com/office/officeart/2018/2/layout/IconVerticalSolidList"/>
    <dgm:cxn modelId="{F32F639C-AC54-4CF7-A0B6-24B8C3DAD082}" type="presParOf" srcId="{D539DADD-ACDA-45BB-AB1F-61595A7F7D73}" destId="{36F2A409-54E1-428D-9AD6-85730FA3B31C}" srcOrd="2" destOrd="0" presId="urn:microsoft.com/office/officeart/2018/2/layout/IconVerticalSolidList"/>
    <dgm:cxn modelId="{6615A0DF-04A1-442A-8DCD-6F0C27F42D84}" type="presParOf" srcId="{D539DADD-ACDA-45BB-AB1F-61595A7F7D73}" destId="{6E38413F-5D5D-4305-AAC0-E03C9E044895}" srcOrd="3" destOrd="0" presId="urn:microsoft.com/office/officeart/2018/2/layout/IconVerticalSolidList"/>
    <dgm:cxn modelId="{5F9FA661-3EE8-49D6-AFE7-DB6349C567C0}" type="presParOf" srcId="{D539DADD-ACDA-45BB-AB1F-61595A7F7D73}" destId="{900440E8-8F5C-4005-B8F1-283589E2BF3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AF2956-6BCB-4B7D-8A48-60FF46C8E34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EED4108-4239-42EC-9D06-072CFBE91432}">
      <dgm:prSet custT="1"/>
      <dgm:spPr/>
      <dgm:t>
        <a:bodyPr/>
        <a:lstStyle/>
        <a:p>
          <a:pPr>
            <a:lnSpc>
              <a:spcPct val="100000"/>
            </a:lnSpc>
          </a:pPr>
          <a:r>
            <a:rPr lang="en-GB" sz="1600" dirty="0"/>
            <a:t>It describes the </a:t>
          </a:r>
          <a:r>
            <a:rPr lang="en-GB" sz="1600" b="1" dirty="0"/>
            <a:t>issues</a:t>
          </a:r>
          <a:r>
            <a:rPr lang="en-GB" sz="1600" dirty="0"/>
            <a:t> and </a:t>
          </a:r>
          <a:r>
            <a:rPr lang="en-GB" sz="1600" b="1" dirty="0"/>
            <a:t>questions that need to be resolved</a:t>
          </a:r>
          <a:r>
            <a:rPr lang="en-GB" sz="1600" dirty="0"/>
            <a:t> and focuses the research, as well as the rest of the </a:t>
          </a:r>
          <a:r>
            <a:rPr lang="en-GB" sz="1600" b="1" dirty="0"/>
            <a:t>activities</a:t>
          </a:r>
          <a:r>
            <a:rPr lang="en-GB" sz="1600" dirty="0"/>
            <a:t> associated with planning, designing and conducting the test</a:t>
          </a:r>
          <a:endParaRPr lang="en-US" sz="1600" dirty="0"/>
        </a:p>
      </dgm:t>
    </dgm:pt>
    <dgm:pt modelId="{EC3ADF0B-D1AB-455C-B443-A1A729638FB8}" type="parTrans" cxnId="{B6D70083-472E-4350-8F49-745BE1D59676}">
      <dgm:prSet/>
      <dgm:spPr/>
      <dgm:t>
        <a:bodyPr/>
        <a:lstStyle/>
        <a:p>
          <a:endParaRPr lang="en-US"/>
        </a:p>
      </dgm:t>
    </dgm:pt>
    <dgm:pt modelId="{CC7BC685-681A-49F9-B43F-D8A871D36FBC}" type="sibTrans" cxnId="{B6D70083-472E-4350-8F49-745BE1D59676}">
      <dgm:prSet/>
      <dgm:spPr/>
      <dgm:t>
        <a:bodyPr/>
        <a:lstStyle/>
        <a:p>
          <a:endParaRPr lang="en-US"/>
        </a:p>
      </dgm:t>
    </dgm:pt>
    <dgm:pt modelId="{A5A21E3B-3797-42D2-91F0-A3998E93A388}">
      <dgm:prSet/>
      <dgm:spPr/>
      <dgm:t>
        <a:bodyPr/>
        <a:lstStyle/>
        <a:p>
          <a:pPr>
            <a:lnSpc>
              <a:spcPct val="100000"/>
            </a:lnSpc>
          </a:pPr>
          <a:r>
            <a:rPr lang="en-GB"/>
            <a:t>It is essential that the </a:t>
          </a:r>
          <a:r>
            <a:rPr lang="en-GB" b="1"/>
            <a:t>research questions be as precise, accurate, clear and measurable </a:t>
          </a:r>
          <a:r>
            <a:rPr lang="en-GB"/>
            <a:t>(or </a:t>
          </a:r>
          <a:r>
            <a:rPr lang="en-GB" b="1"/>
            <a:t>observable</a:t>
          </a:r>
          <a:r>
            <a:rPr lang="en-GB"/>
            <a:t>) as possible</a:t>
          </a:r>
          <a:endParaRPr lang="en-US"/>
        </a:p>
      </dgm:t>
    </dgm:pt>
    <dgm:pt modelId="{EB2F871A-E134-4973-AC4B-12F08E3CEABE}" type="parTrans" cxnId="{4E5B7D21-FF1E-4165-9B19-11B560574238}">
      <dgm:prSet/>
      <dgm:spPr/>
      <dgm:t>
        <a:bodyPr/>
        <a:lstStyle/>
        <a:p>
          <a:endParaRPr lang="en-US"/>
        </a:p>
      </dgm:t>
    </dgm:pt>
    <dgm:pt modelId="{F86F04FA-741D-4633-9D3C-3033997137A0}" type="sibTrans" cxnId="{4E5B7D21-FF1E-4165-9B19-11B560574238}">
      <dgm:prSet/>
      <dgm:spPr/>
      <dgm:t>
        <a:bodyPr/>
        <a:lstStyle/>
        <a:p>
          <a:endParaRPr lang="en-US"/>
        </a:p>
      </dgm:t>
    </dgm:pt>
    <dgm:pt modelId="{8FEFF817-D48D-4771-B9F6-7FC554F5A22F}">
      <dgm:prSet/>
      <dgm:spPr/>
      <dgm:t>
        <a:bodyPr/>
        <a:lstStyle/>
        <a:p>
          <a:pPr>
            <a:lnSpc>
              <a:spcPct val="100000"/>
            </a:lnSpc>
          </a:pPr>
          <a:r>
            <a:rPr lang="en-GB"/>
            <a:t>Even when the test is exploratory, it is still needed to have accurate description of what you hope to learn</a:t>
          </a:r>
          <a:endParaRPr lang="en-US"/>
        </a:p>
      </dgm:t>
    </dgm:pt>
    <dgm:pt modelId="{304CAE71-7E28-4D22-845E-DFFA6F863E03}" type="parTrans" cxnId="{CADE3EA8-0A5D-424C-ACC4-3A253642A459}">
      <dgm:prSet/>
      <dgm:spPr/>
      <dgm:t>
        <a:bodyPr/>
        <a:lstStyle/>
        <a:p>
          <a:endParaRPr lang="en-US"/>
        </a:p>
      </dgm:t>
    </dgm:pt>
    <dgm:pt modelId="{6D404A60-A386-4503-91ED-FEA52A223838}" type="sibTrans" cxnId="{CADE3EA8-0A5D-424C-ACC4-3A253642A459}">
      <dgm:prSet/>
      <dgm:spPr/>
      <dgm:t>
        <a:bodyPr/>
        <a:lstStyle/>
        <a:p>
          <a:endParaRPr lang="en-US"/>
        </a:p>
      </dgm:t>
    </dgm:pt>
    <dgm:pt modelId="{87721046-7562-424C-8B9D-3761CD35641C}" type="pres">
      <dgm:prSet presAssocID="{80AF2956-6BCB-4B7D-8A48-60FF46C8E347}" presName="root" presStyleCnt="0">
        <dgm:presLayoutVars>
          <dgm:dir/>
          <dgm:resizeHandles val="exact"/>
        </dgm:presLayoutVars>
      </dgm:prSet>
      <dgm:spPr/>
    </dgm:pt>
    <dgm:pt modelId="{E1AC2516-7E1C-45C0-86B8-C0AAE3243CEB}" type="pres">
      <dgm:prSet presAssocID="{9EED4108-4239-42EC-9D06-072CFBE91432}" presName="compNode" presStyleCnt="0"/>
      <dgm:spPr/>
    </dgm:pt>
    <dgm:pt modelId="{90153B12-256C-402C-A96A-ADB012377EC4}" type="pres">
      <dgm:prSet presAssocID="{9EED4108-4239-42EC-9D06-072CFBE9143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 Bulb and Gear"/>
        </a:ext>
      </dgm:extLst>
    </dgm:pt>
    <dgm:pt modelId="{1F599021-2E45-4734-A88F-F4FA1DDC9C07}" type="pres">
      <dgm:prSet presAssocID="{9EED4108-4239-42EC-9D06-072CFBE91432}" presName="spaceRect" presStyleCnt="0"/>
      <dgm:spPr/>
    </dgm:pt>
    <dgm:pt modelId="{AAF63398-39D4-4EE2-ABC9-E44209F114A3}" type="pres">
      <dgm:prSet presAssocID="{9EED4108-4239-42EC-9D06-072CFBE91432}" presName="textRect" presStyleLbl="revTx" presStyleIdx="0" presStyleCnt="3">
        <dgm:presLayoutVars>
          <dgm:chMax val="1"/>
          <dgm:chPref val="1"/>
        </dgm:presLayoutVars>
      </dgm:prSet>
      <dgm:spPr/>
    </dgm:pt>
    <dgm:pt modelId="{0A68FF30-0AE6-450C-9E99-2E5F06297BFB}" type="pres">
      <dgm:prSet presAssocID="{CC7BC685-681A-49F9-B43F-D8A871D36FBC}" presName="sibTrans" presStyleCnt="0"/>
      <dgm:spPr/>
    </dgm:pt>
    <dgm:pt modelId="{078D8AE9-CDDB-4A81-A80C-371F1F3988E1}" type="pres">
      <dgm:prSet presAssocID="{A5A21E3B-3797-42D2-91F0-A3998E93A388}" presName="compNode" presStyleCnt="0"/>
      <dgm:spPr/>
    </dgm:pt>
    <dgm:pt modelId="{82367F9C-733F-477D-9BD8-6A86077B3A44}" type="pres">
      <dgm:prSet presAssocID="{A5A21E3B-3797-42D2-91F0-A3998E93A38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ext>
      </dgm:extLst>
    </dgm:pt>
    <dgm:pt modelId="{C20D5C24-B42D-4035-9C78-3B9C7D370092}" type="pres">
      <dgm:prSet presAssocID="{A5A21E3B-3797-42D2-91F0-A3998E93A388}" presName="spaceRect" presStyleCnt="0"/>
      <dgm:spPr/>
    </dgm:pt>
    <dgm:pt modelId="{A02751D0-6106-43DE-B45E-63AD17C1E6A7}" type="pres">
      <dgm:prSet presAssocID="{A5A21E3B-3797-42D2-91F0-A3998E93A388}" presName="textRect" presStyleLbl="revTx" presStyleIdx="1" presStyleCnt="3">
        <dgm:presLayoutVars>
          <dgm:chMax val="1"/>
          <dgm:chPref val="1"/>
        </dgm:presLayoutVars>
      </dgm:prSet>
      <dgm:spPr/>
    </dgm:pt>
    <dgm:pt modelId="{E592ED6C-783B-47E1-90A2-5D6D0526A9A6}" type="pres">
      <dgm:prSet presAssocID="{F86F04FA-741D-4633-9D3C-3033997137A0}" presName="sibTrans" presStyleCnt="0"/>
      <dgm:spPr/>
    </dgm:pt>
    <dgm:pt modelId="{69FD5580-F0F0-4F67-B5C9-18390C8FCEAA}" type="pres">
      <dgm:prSet presAssocID="{8FEFF817-D48D-4771-B9F6-7FC554F5A22F}" presName="compNode" presStyleCnt="0"/>
      <dgm:spPr/>
    </dgm:pt>
    <dgm:pt modelId="{589EAEF0-0A49-45B5-906B-65465D4680DE}" type="pres">
      <dgm:prSet presAssocID="{8FEFF817-D48D-4771-B9F6-7FC554F5A22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icroscope"/>
        </a:ext>
      </dgm:extLst>
    </dgm:pt>
    <dgm:pt modelId="{DBB4B9FE-0CF4-40B0-B9CA-0A4CDFF7FEFD}" type="pres">
      <dgm:prSet presAssocID="{8FEFF817-D48D-4771-B9F6-7FC554F5A22F}" presName="spaceRect" presStyleCnt="0"/>
      <dgm:spPr/>
    </dgm:pt>
    <dgm:pt modelId="{BBD683F2-5397-4090-A188-331AF296AFEA}" type="pres">
      <dgm:prSet presAssocID="{8FEFF817-D48D-4771-B9F6-7FC554F5A22F}" presName="textRect" presStyleLbl="revTx" presStyleIdx="2" presStyleCnt="3">
        <dgm:presLayoutVars>
          <dgm:chMax val="1"/>
          <dgm:chPref val="1"/>
        </dgm:presLayoutVars>
      </dgm:prSet>
      <dgm:spPr/>
    </dgm:pt>
  </dgm:ptLst>
  <dgm:cxnLst>
    <dgm:cxn modelId="{4E5B7D21-FF1E-4165-9B19-11B560574238}" srcId="{80AF2956-6BCB-4B7D-8A48-60FF46C8E347}" destId="{A5A21E3B-3797-42D2-91F0-A3998E93A388}" srcOrd="1" destOrd="0" parTransId="{EB2F871A-E134-4973-AC4B-12F08E3CEABE}" sibTransId="{F86F04FA-741D-4633-9D3C-3033997137A0}"/>
    <dgm:cxn modelId="{6F473D2E-CFD5-45F4-8801-9450BAD5DB47}" type="presOf" srcId="{80AF2956-6BCB-4B7D-8A48-60FF46C8E347}" destId="{87721046-7562-424C-8B9D-3761CD35641C}" srcOrd="0" destOrd="0" presId="urn:microsoft.com/office/officeart/2018/2/layout/IconLabelList"/>
    <dgm:cxn modelId="{7A73B24C-06D0-496D-874B-D6678E8D2690}" type="presOf" srcId="{9EED4108-4239-42EC-9D06-072CFBE91432}" destId="{AAF63398-39D4-4EE2-ABC9-E44209F114A3}" srcOrd="0" destOrd="0" presId="urn:microsoft.com/office/officeart/2018/2/layout/IconLabelList"/>
    <dgm:cxn modelId="{B6D70083-472E-4350-8F49-745BE1D59676}" srcId="{80AF2956-6BCB-4B7D-8A48-60FF46C8E347}" destId="{9EED4108-4239-42EC-9D06-072CFBE91432}" srcOrd="0" destOrd="0" parTransId="{EC3ADF0B-D1AB-455C-B443-A1A729638FB8}" sibTransId="{CC7BC685-681A-49F9-B43F-D8A871D36FBC}"/>
    <dgm:cxn modelId="{CADE3EA8-0A5D-424C-ACC4-3A253642A459}" srcId="{80AF2956-6BCB-4B7D-8A48-60FF46C8E347}" destId="{8FEFF817-D48D-4771-B9F6-7FC554F5A22F}" srcOrd="2" destOrd="0" parTransId="{304CAE71-7E28-4D22-845E-DFFA6F863E03}" sibTransId="{6D404A60-A386-4503-91ED-FEA52A223838}"/>
    <dgm:cxn modelId="{1F81D3BC-DBE9-4D4A-9D36-A34ED4F88757}" type="presOf" srcId="{A5A21E3B-3797-42D2-91F0-A3998E93A388}" destId="{A02751D0-6106-43DE-B45E-63AD17C1E6A7}" srcOrd="0" destOrd="0" presId="urn:microsoft.com/office/officeart/2018/2/layout/IconLabelList"/>
    <dgm:cxn modelId="{649CEBBE-EEBE-48D7-BAB5-A8C988C5511E}" type="presOf" srcId="{8FEFF817-D48D-4771-B9F6-7FC554F5A22F}" destId="{BBD683F2-5397-4090-A188-331AF296AFEA}" srcOrd="0" destOrd="0" presId="urn:microsoft.com/office/officeart/2018/2/layout/IconLabelList"/>
    <dgm:cxn modelId="{7E950740-33A5-48A5-9A42-C715227E46BA}" type="presParOf" srcId="{87721046-7562-424C-8B9D-3761CD35641C}" destId="{E1AC2516-7E1C-45C0-86B8-C0AAE3243CEB}" srcOrd="0" destOrd="0" presId="urn:microsoft.com/office/officeart/2018/2/layout/IconLabelList"/>
    <dgm:cxn modelId="{0B0A779B-EDC1-47C1-BEE7-86F084C37226}" type="presParOf" srcId="{E1AC2516-7E1C-45C0-86B8-C0AAE3243CEB}" destId="{90153B12-256C-402C-A96A-ADB012377EC4}" srcOrd="0" destOrd="0" presId="urn:microsoft.com/office/officeart/2018/2/layout/IconLabelList"/>
    <dgm:cxn modelId="{FE05EE4D-E84C-4051-87BA-0A2224AFB7B8}" type="presParOf" srcId="{E1AC2516-7E1C-45C0-86B8-C0AAE3243CEB}" destId="{1F599021-2E45-4734-A88F-F4FA1DDC9C07}" srcOrd="1" destOrd="0" presId="urn:microsoft.com/office/officeart/2018/2/layout/IconLabelList"/>
    <dgm:cxn modelId="{CE807825-DE1C-4AF5-BF32-2B5A2E6D6ABA}" type="presParOf" srcId="{E1AC2516-7E1C-45C0-86B8-C0AAE3243CEB}" destId="{AAF63398-39D4-4EE2-ABC9-E44209F114A3}" srcOrd="2" destOrd="0" presId="urn:microsoft.com/office/officeart/2018/2/layout/IconLabelList"/>
    <dgm:cxn modelId="{AEC910D0-1102-4B48-BE9C-F72786784A5E}" type="presParOf" srcId="{87721046-7562-424C-8B9D-3761CD35641C}" destId="{0A68FF30-0AE6-450C-9E99-2E5F06297BFB}" srcOrd="1" destOrd="0" presId="urn:microsoft.com/office/officeart/2018/2/layout/IconLabelList"/>
    <dgm:cxn modelId="{A33F3486-2A5A-4D1E-95EB-A55B4D3957F6}" type="presParOf" srcId="{87721046-7562-424C-8B9D-3761CD35641C}" destId="{078D8AE9-CDDB-4A81-A80C-371F1F3988E1}" srcOrd="2" destOrd="0" presId="urn:microsoft.com/office/officeart/2018/2/layout/IconLabelList"/>
    <dgm:cxn modelId="{DAC7C237-3BDE-46D1-9F3B-C794A14D781B}" type="presParOf" srcId="{078D8AE9-CDDB-4A81-A80C-371F1F3988E1}" destId="{82367F9C-733F-477D-9BD8-6A86077B3A44}" srcOrd="0" destOrd="0" presId="urn:microsoft.com/office/officeart/2018/2/layout/IconLabelList"/>
    <dgm:cxn modelId="{FA0E8F8E-4203-4D60-ACED-CB4BD3DCB7CD}" type="presParOf" srcId="{078D8AE9-CDDB-4A81-A80C-371F1F3988E1}" destId="{C20D5C24-B42D-4035-9C78-3B9C7D370092}" srcOrd="1" destOrd="0" presId="urn:microsoft.com/office/officeart/2018/2/layout/IconLabelList"/>
    <dgm:cxn modelId="{973DD017-1F3A-4B3B-BB8D-D0D609303100}" type="presParOf" srcId="{078D8AE9-CDDB-4A81-A80C-371F1F3988E1}" destId="{A02751D0-6106-43DE-B45E-63AD17C1E6A7}" srcOrd="2" destOrd="0" presId="urn:microsoft.com/office/officeart/2018/2/layout/IconLabelList"/>
    <dgm:cxn modelId="{E2427409-06D1-4E3E-B487-12672C2F359D}" type="presParOf" srcId="{87721046-7562-424C-8B9D-3761CD35641C}" destId="{E592ED6C-783B-47E1-90A2-5D6D0526A9A6}" srcOrd="3" destOrd="0" presId="urn:microsoft.com/office/officeart/2018/2/layout/IconLabelList"/>
    <dgm:cxn modelId="{55C4C30B-6BA4-426A-836B-4D7AC6CBBCBE}" type="presParOf" srcId="{87721046-7562-424C-8B9D-3761CD35641C}" destId="{69FD5580-F0F0-4F67-B5C9-18390C8FCEAA}" srcOrd="4" destOrd="0" presId="urn:microsoft.com/office/officeart/2018/2/layout/IconLabelList"/>
    <dgm:cxn modelId="{63895F49-FCE6-4C93-8A3C-1BFAC2E5A737}" type="presParOf" srcId="{69FD5580-F0F0-4F67-B5C9-18390C8FCEAA}" destId="{589EAEF0-0A49-45B5-906B-65465D4680DE}" srcOrd="0" destOrd="0" presId="urn:microsoft.com/office/officeart/2018/2/layout/IconLabelList"/>
    <dgm:cxn modelId="{8F4DAD46-7BCA-4921-A73F-AB14C1840A96}" type="presParOf" srcId="{69FD5580-F0F0-4F67-B5C9-18390C8FCEAA}" destId="{DBB4B9FE-0CF4-40B0-B9CA-0A4CDFF7FEFD}" srcOrd="1" destOrd="0" presId="urn:microsoft.com/office/officeart/2018/2/layout/IconLabelList"/>
    <dgm:cxn modelId="{71AA7A8B-BCFA-4B77-9122-603B7F17EE17}" type="presParOf" srcId="{69FD5580-F0F0-4F67-B5C9-18390C8FCEAA}" destId="{BBD683F2-5397-4090-A188-331AF296AFE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844253-93B3-4312-900B-8066C010742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13019840-2966-47C8-99F2-2400F46A0950}">
      <dgm:prSet/>
      <dgm:spPr/>
      <dgm:t>
        <a:bodyPr/>
        <a:lstStyle/>
        <a:p>
          <a:r>
            <a:rPr lang="en-GB" b="1" i="0" dirty="0"/>
            <a:t>Facilitating the Usability Test</a:t>
          </a:r>
          <a:endParaRPr lang="en-US" dirty="0"/>
        </a:p>
      </dgm:t>
    </dgm:pt>
    <dgm:pt modelId="{9D7B8F7F-D661-4ED5-86B8-44C6F27A9BCC}" type="parTrans" cxnId="{74DEB626-3F2B-4EFF-9689-0588F25A97A9}">
      <dgm:prSet/>
      <dgm:spPr/>
      <dgm:t>
        <a:bodyPr/>
        <a:lstStyle/>
        <a:p>
          <a:endParaRPr lang="en-US"/>
        </a:p>
      </dgm:t>
    </dgm:pt>
    <dgm:pt modelId="{DB714C76-98F5-402E-8B91-8F039377693B}" type="sibTrans" cxnId="{74DEB626-3F2B-4EFF-9689-0588F25A97A9}">
      <dgm:prSet/>
      <dgm:spPr/>
      <dgm:t>
        <a:bodyPr/>
        <a:lstStyle/>
        <a:p>
          <a:endParaRPr lang="en-US"/>
        </a:p>
      </dgm:t>
    </dgm:pt>
    <dgm:pt modelId="{5123E701-530F-451C-BE4F-06AD3BEAE84D}">
      <dgm:prSet/>
      <dgm:spPr/>
      <dgm:t>
        <a:bodyPr/>
        <a:lstStyle/>
        <a:p>
          <a:r>
            <a:rPr lang="en-GB" b="0" i="0"/>
            <a:t>The moderator is responsible for conducting the usability test sessions, during which participants interact with a product or system. They create a comfortable and encouraging environment for participants.</a:t>
          </a:r>
          <a:endParaRPr lang="en-US"/>
        </a:p>
      </dgm:t>
    </dgm:pt>
    <dgm:pt modelId="{382B3BE6-5698-4D65-BB92-4BA6AA6BAEBF}" type="parTrans" cxnId="{DD981FE2-E71F-4101-82E8-A8C79CF0218C}">
      <dgm:prSet/>
      <dgm:spPr/>
      <dgm:t>
        <a:bodyPr/>
        <a:lstStyle/>
        <a:p>
          <a:endParaRPr lang="en-US"/>
        </a:p>
      </dgm:t>
    </dgm:pt>
    <dgm:pt modelId="{5D7C5114-30C7-40AB-A9C8-B012835FBE18}" type="sibTrans" cxnId="{DD981FE2-E71F-4101-82E8-A8C79CF0218C}">
      <dgm:prSet/>
      <dgm:spPr/>
      <dgm:t>
        <a:bodyPr/>
        <a:lstStyle/>
        <a:p>
          <a:endParaRPr lang="en-US"/>
        </a:p>
      </dgm:t>
    </dgm:pt>
    <dgm:pt modelId="{408AB83B-D32C-48BF-8526-8B222A1263FF}">
      <dgm:prSet/>
      <dgm:spPr/>
      <dgm:t>
        <a:bodyPr/>
        <a:lstStyle/>
        <a:p>
          <a:r>
            <a:rPr lang="en-GB" b="1" i="0" dirty="0"/>
            <a:t>Explaining the Purpose and Process</a:t>
          </a:r>
          <a:endParaRPr lang="en-US" dirty="0"/>
        </a:p>
      </dgm:t>
    </dgm:pt>
    <dgm:pt modelId="{6FC31DC9-A9D3-4757-A351-3F32A2EEED2B}" type="parTrans" cxnId="{2A528365-93DD-4B1F-9508-C877B5CB9DC5}">
      <dgm:prSet/>
      <dgm:spPr/>
      <dgm:t>
        <a:bodyPr/>
        <a:lstStyle/>
        <a:p>
          <a:endParaRPr lang="en-US"/>
        </a:p>
      </dgm:t>
    </dgm:pt>
    <dgm:pt modelId="{2AB60784-B3A6-4CE5-922C-54DFE1610447}" type="sibTrans" cxnId="{2A528365-93DD-4B1F-9508-C877B5CB9DC5}">
      <dgm:prSet/>
      <dgm:spPr/>
      <dgm:t>
        <a:bodyPr/>
        <a:lstStyle/>
        <a:p>
          <a:endParaRPr lang="en-US"/>
        </a:p>
      </dgm:t>
    </dgm:pt>
    <dgm:pt modelId="{DB496B57-2C29-45F3-AEB2-38C36568F713}">
      <dgm:prSet/>
      <dgm:spPr/>
      <dgm:t>
        <a:bodyPr/>
        <a:lstStyle/>
        <a:p>
          <a:r>
            <a:rPr lang="en-GB" b="0" i="0"/>
            <a:t>Before the test begins, the moderator explains the purpose of the usability test to participants. They clarify that the focus is on evaluating the product, not the participant's abilities.</a:t>
          </a:r>
          <a:endParaRPr lang="en-US"/>
        </a:p>
      </dgm:t>
    </dgm:pt>
    <dgm:pt modelId="{FE25EBF2-9195-4CD9-B22E-5BBE632A98BE}" type="parTrans" cxnId="{78CF16EB-56ED-416F-88AB-86B838924497}">
      <dgm:prSet/>
      <dgm:spPr/>
      <dgm:t>
        <a:bodyPr/>
        <a:lstStyle/>
        <a:p>
          <a:endParaRPr lang="en-US"/>
        </a:p>
      </dgm:t>
    </dgm:pt>
    <dgm:pt modelId="{B9A38BD6-8458-44FA-ABD9-FEC05D21DE1A}" type="sibTrans" cxnId="{78CF16EB-56ED-416F-88AB-86B838924497}">
      <dgm:prSet/>
      <dgm:spPr/>
      <dgm:t>
        <a:bodyPr/>
        <a:lstStyle/>
        <a:p>
          <a:endParaRPr lang="en-US"/>
        </a:p>
      </dgm:t>
    </dgm:pt>
    <dgm:pt modelId="{4A0CA80F-5B40-4544-A44F-7AB38209C13F}">
      <dgm:prSet/>
      <dgm:spPr/>
      <dgm:t>
        <a:bodyPr/>
        <a:lstStyle/>
        <a:p>
          <a:r>
            <a:rPr lang="en-GB" b="1" i="0" dirty="0"/>
            <a:t>Obtaining Informed Consent</a:t>
          </a:r>
          <a:endParaRPr lang="en-US" dirty="0"/>
        </a:p>
      </dgm:t>
    </dgm:pt>
    <dgm:pt modelId="{226FE803-6D78-404B-AC6A-B46CA4C0D446}" type="parTrans" cxnId="{763C09F4-FB12-4707-8996-58BFAD296BF4}">
      <dgm:prSet/>
      <dgm:spPr/>
      <dgm:t>
        <a:bodyPr/>
        <a:lstStyle/>
        <a:p>
          <a:endParaRPr lang="en-US"/>
        </a:p>
      </dgm:t>
    </dgm:pt>
    <dgm:pt modelId="{6F5D6BB6-AB18-425F-88A8-7B66667D4B8E}" type="sibTrans" cxnId="{763C09F4-FB12-4707-8996-58BFAD296BF4}">
      <dgm:prSet/>
      <dgm:spPr/>
      <dgm:t>
        <a:bodyPr/>
        <a:lstStyle/>
        <a:p>
          <a:endParaRPr lang="en-US"/>
        </a:p>
      </dgm:t>
    </dgm:pt>
    <dgm:pt modelId="{42BA90B5-EB1F-4569-96DD-DF89B7F7DBCE}">
      <dgm:prSet/>
      <dgm:spPr/>
      <dgm:t>
        <a:bodyPr/>
        <a:lstStyle/>
        <a:p>
          <a:r>
            <a:rPr lang="en-GB" b="0" i="0"/>
            <a:t>The moderator ensures that participants provide informed consent to participate in the usability test, including recording and observation, if applicable.</a:t>
          </a:r>
          <a:endParaRPr lang="en-US"/>
        </a:p>
      </dgm:t>
    </dgm:pt>
    <dgm:pt modelId="{2FAD9937-387F-4088-A310-02998310608A}" type="parTrans" cxnId="{16EEFBA9-3A51-4738-AC7A-6B250F4BCCB6}">
      <dgm:prSet/>
      <dgm:spPr/>
      <dgm:t>
        <a:bodyPr/>
        <a:lstStyle/>
        <a:p>
          <a:endParaRPr lang="en-US"/>
        </a:p>
      </dgm:t>
    </dgm:pt>
    <dgm:pt modelId="{AB8E4D18-981A-46E2-B638-C868A5AFA934}" type="sibTrans" cxnId="{16EEFBA9-3A51-4738-AC7A-6B250F4BCCB6}">
      <dgm:prSet/>
      <dgm:spPr/>
      <dgm:t>
        <a:bodyPr/>
        <a:lstStyle/>
        <a:p>
          <a:endParaRPr lang="en-US"/>
        </a:p>
      </dgm:t>
    </dgm:pt>
    <dgm:pt modelId="{BEC699B5-88B3-4B65-8F52-19777B10589E}">
      <dgm:prSet/>
      <dgm:spPr/>
      <dgm:t>
        <a:bodyPr/>
        <a:lstStyle/>
        <a:p>
          <a:r>
            <a:rPr lang="en-GB" b="1" i="0" dirty="0"/>
            <a:t>Creating a Comfortable Atmosphere</a:t>
          </a:r>
          <a:endParaRPr lang="en-US" dirty="0"/>
        </a:p>
      </dgm:t>
    </dgm:pt>
    <dgm:pt modelId="{6C435D68-B852-41B0-8B80-A509E83AB623}" type="parTrans" cxnId="{BFA02F3B-9DC2-41E7-A215-399F76B34877}">
      <dgm:prSet/>
      <dgm:spPr/>
      <dgm:t>
        <a:bodyPr/>
        <a:lstStyle/>
        <a:p>
          <a:endParaRPr lang="en-US"/>
        </a:p>
      </dgm:t>
    </dgm:pt>
    <dgm:pt modelId="{35AD4D26-7475-4C98-9204-801235412AA6}" type="sibTrans" cxnId="{BFA02F3B-9DC2-41E7-A215-399F76B34877}">
      <dgm:prSet/>
      <dgm:spPr/>
      <dgm:t>
        <a:bodyPr/>
        <a:lstStyle/>
        <a:p>
          <a:endParaRPr lang="en-US"/>
        </a:p>
      </dgm:t>
    </dgm:pt>
    <dgm:pt modelId="{266AAF26-B028-4173-9B76-C46142FEA4C7}">
      <dgm:prSet/>
      <dgm:spPr/>
      <dgm:t>
        <a:bodyPr/>
        <a:lstStyle/>
        <a:p>
          <a:r>
            <a:rPr lang="en-GB" b="0" i="0"/>
            <a:t>The moderator establishes a rapport with participants and creates a non-judgmental, stress-free atmosphere to encourage participants to provide honest feedback.</a:t>
          </a:r>
          <a:endParaRPr lang="en-US"/>
        </a:p>
      </dgm:t>
    </dgm:pt>
    <dgm:pt modelId="{F284A31C-C6C0-4405-AD51-F79F69D43C52}" type="parTrans" cxnId="{24ABCFCA-8D27-4DDE-8C88-60A6CC1E3EF0}">
      <dgm:prSet/>
      <dgm:spPr/>
      <dgm:t>
        <a:bodyPr/>
        <a:lstStyle/>
        <a:p>
          <a:endParaRPr lang="en-US"/>
        </a:p>
      </dgm:t>
    </dgm:pt>
    <dgm:pt modelId="{2F180F0F-770C-42E8-9EDC-66E64E5D6CA3}" type="sibTrans" cxnId="{24ABCFCA-8D27-4DDE-8C88-60A6CC1E3EF0}">
      <dgm:prSet/>
      <dgm:spPr/>
      <dgm:t>
        <a:bodyPr/>
        <a:lstStyle/>
        <a:p>
          <a:endParaRPr lang="en-US"/>
        </a:p>
      </dgm:t>
    </dgm:pt>
    <dgm:pt modelId="{E624C93A-892B-4B03-9511-E0EAC3A48A34}">
      <dgm:prSet/>
      <dgm:spPr/>
      <dgm:t>
        <a:bodyPr/>
        <a:lstStyle/>
        <a:p>
          <a:r>
            <a:rPr lang="en-GB" b="1" i="0" dirty="0"/>
            <a:t>Providing Instructions</a:t>
          </a:r>
          <a:endParaRPr lang="en-US" dirty="0"/>
        </a:p>
      </dgm:t>
    </dgm:pt>
    <dgm:pt modelId="{BC6B36DB-02EC-40EF-AC65-A352B961FE2E}" type="parTrans" cxnId="{DF0E481D-3111-4517-BF9F-A66865AD022B}">
      <dgm:prSet/>
      <dgm:spPr/>
      <dgm:t>
        <a:bodyPr/>
        <a:lstStyle/>
        <a:p>
          <a:endParaRPr lang="en-US"/>
        </a:p>
      </dgm:t>
    </dgm:pt>
    <dgm:pt modelId="{759B2F42-1C38-4779-8CE0-3C0402EB7AB3}" type="sibTrans" cxnId="{DF0E481D-3111-4517-BF9F-A66865AD022B}">
      <dgm:prSet/>
      <dgm:spPr/>
      <dgm:t>
        <a:bodyPr/>
        <a:lstStyle/>
        <a:p>
          <a:endParaRPr lang="en-US"/>
        </a:p>
      </dgm:t>
    </dgm:pt>
    <dgm:pt modelId="{3D82A3BA-7A01-4AE2-8D73-84F508E07BD7}">
      <dgm:prSet/>
      <dgm:spPr/>
      <dgm:t>
        <a:bodyPr/>
        <a:lstStyle/>
        <a:p>
          <a:r>
            <a:rPr lang="en-GB" b="0" i="0"/>
            <a:t>The moderator gives clear, concise instructions to participants regarding the tasks and scenarios they need to complete during the test. They also instruct participants to think aloud while interacting with the product.</a:t>
          </a:r>
          <a:endParaRPr lang="en-US"/>
        </a:p>
      </dgm:t>
    </dgm:pt>
    <dgm:pt modelId="{2B9B417F-19A6-45A2-8710-E83BA9B52EB2}" type="parTrans" cxnId="{1A9E1C5C-850F-414E-8D27-6BB65EC86264}">
      <dgm:prSet/>
      <dgm:spPr/>
      <dgm:t>
        <a:bodyPr/>
        <a:lstStyle/>
        <a:p>
          <a:endParaRPr lang="en-US"/>
        </a:p>
      </dgm:t>
    </dgm:pt>
    <dgm:pt modelId="{02D72773-C267-4FD5-BC2D-A511396239C7}" type="sibTrans" cxnId="{1A9E1C5C-850F-414E-8D27-6BB65EC86264}">
      <dgm:prSet/>
      <dgm:spPr/>
      <dgm:t>
        <a:bodyPr/>
        <a:lstStyle/>
        <a:p>
          <a:endParaRPr lang="en-US"/>
        </a:p>
      </dgm:t>
    </dgm:pt>
    <dgm:pt modelId="{60C920DB-A14C-45A8-93D1-7FD661F84B5D}">
      <dgm:prSet/>
      <dgm:spPr/>
      <dgm:t>
        <a:bodyPr/>
        <a:lstStyle/>
        <a:p>
          <a:r>
            <a:rPr lang="en-GB" b="1" i="0" dirty="0"/>
            <a:t>Monitoring and Observation</a:t>
          </a:r>
          <a:endParaRPr lang="en-US" dirty="0"/>
        </a:p>
      </dgm:t>
    </dgm:pt>
    <dgm:pt modelId="{11CFD8E8-A31A-4F6D-A850-E5A9F5DCCB28}" type="parTrans" cxnId="{C7F638C1-D605-40EB-8896-0747CEBC1917}">
      <dgm:prSet/>
      <dgm:spPr/>
      <dgm:t>
        <a:bodyPr/>
        <a:lstStyle/>
        <a:p>
          <a:endParaRPr lang="en-US"/>
        </a:p>
      </dgm:t>
    </dgm:pt>
    <dgm:pt modelId="{36808638-DF42-4968-9140-C3B1B21AFA8C}" type="sibTrans" cxnId="{C7F638C1-D605-40EB-8896-0747CEBC1917}">
      <dgm:prSet/>
      <dgm:spPr/>
      <dgm:t>
        <a:bodyPr/>
        <a:lstStyle/>
        <a:p>
          <a:endParaRPr lang="en-US"/>
        </a:p>
      </dgm:t>
    </dgm:pt>
    <dgm:pt modelId="{6FE35E30-6E21-46F0-9593-71889988BD98}">
      <dgm:prSet/>
      <dgm:spPr/>
      <dgm:t>
        <a:bodyPr/>
        <a:lstStyle/>
        <a:p>
          <a:r>
            <a:rPr lang="en-GB" b="0" i="0"/>
            <a:t>During the test, the moderator closely observes the participant's interactions, noting their behavior, comments, and any difficulties they encounter.</a:t>
          </a:r>
          <a:endParaRPr lang="en-US"/>
        </a:p>
      </dgm:t>
    </dgm:pt>
    <dgm:pt modelId="{D17EE8D6-B24D-4BD3-B98C-B4B8016F379A}" type="parTrans" cxnId="{E22456C9-0998-47AF-96EA-E8CBE40EA958}">
      <dgm:prSet/>
      <dgm:spPr/>
      <dgm:t>
        <a:bodyPr/>
        <a:lstStyle/>
        <a:p>
          <a:endParaRPr lang="en-US"/>
        </a:p>
      </dgm:t>
    </dgm:pt>
    <dgm:pt modelId="{03183837-FEC4-400F-B8D5-4941E7409AC4}" type="sibTrans" cxnId="{E22456C9-0998-47AF-96EA-E8CBE40EA958}">
      <dgm:prSet/>
      <dgm:spPr/>
      <dgm:t>
        <a:bodyPr/>
        <a:lstStyle/>
        <a:p>
          <a:endParaRPr lang="en-US"/>
        </a:p>
      </dgm:t>
    </dgm:pt>
    <dgm:pt modelId="{EF66265F-0130-41AA-8E59-C15C5C0F7871}">
      <dgm:prSet/>
      <dgm:spPr/>
      <dgm:t>
        <a:bodyPr/>
        <a:lstStyle/>
        <a:p>
          <a:r>
            <a:rPr lang="en-GB" b="1" i="0" dirty="0"/>
            <a:t>Asking Follow-Up Questions</a:t>
          </a:r>
          <a:endParaRPr lang="en-US" dirty="0"/>
        </a:p>
      </dgm:t>
    </dgm:pt>
    <dgm:pt modelId="{2A5BCAFE-C3D8-4AC9-8674-6F0AE47B90B8}" type="parTrans" cxnId="{6302137E-782D-44EC-AD9C-E477311CFF1C}">
      <dgm:prSet/>
      <dgm:spPr/>
      <dgm:t>
        <a:bodyPr/>
        <a:lstStyle/>
        <a:p>
          <a:endParaRPr lang="en-US"/>
        </a:p>
      </dgm:t>
    </dgm:pt>
    <dgm:pt modelId="{3F544628-753D-4FD0-85C5-7850BF0F9187}" type="sibTrans" cxnId="{6302137E-782D-44EC-AD9C-E477311CFF1C}">
      <dgm:prSet/>
      <dgm:spPr/>
      <dgm:t>
        <a:bodyPr/>
        <a:lstStyle/>
        <a:p>
          <a:endParaRPr lang="en-US"/>
        </a:p>
      </dgm:t>
    </dgm:pt>
    <dgm:pt modelId="{AAB42D21-3273-4394-9611-FB0E4DF1B8E4}">
      <dgm:prSet/>
      <dgm:spPr/>
      <dgm:t>
        <a:bodyPr/>
        <a:lstStyle/>
        <a:p>
          <a:r>
            <a:rPr lang="en-GB" b="0" i="0"/>
            <a:t>The moderator may ask follow-up questions to probe deeper into the participant's thought process, such as asking why they made a particular choice or how they felt about a specific interaction.</a:t>
          </a:r>
          <a:endParaRPr lang="en-US"/>
        </a:p>
      </dgm:t>
    </dgm:pt>
    <dgm:pt modelId="{5A4248E7-5F89-40AF-A090-13464E848986}" type="parTrans" cxnId="{9E530F53-8FBD-4E91-AF1C-6700204B084C}">
      <dgm:prSet/>
      <dgm:spPr/>
      <dgm:t>
        <a:bodyPr/>
        <a:lstStyle/>
        <a:p>
          <a:endParaRPr lang="en-US"/>
        </a:p>
      </dgm:t>
    </dgm:pt>
    <dgm:pt modelId="{8BDB06A7-D1F7-4189-A656-CAB5E1B1E717}" type="sibTrans" cxnId="{9E530F53-8FBD-4E91-AF1C-6700204B084C}">
      <dgm:prSet/>
      <dgm:spPr/>
      <dgm:t>
        <a:bodyPr/>
        <a:lstStyle/>
        <a:p>
          <a:endParaRPr lang="en-US"/>
        </a:p>
      </dgm:t>
    </dgm:pt>
    <dgm:pt modelId="{0D898539-0CAD-4CDF-A3D0-E31736BAD98F}">
      <dgm:prSet/>
      <dgm:spPr/>
      <dgm:t>
        <a:bodyPr/>
        <a:lstStyle/>
        <a:p>
          <a:r>
            <a:rPr lang="en-GB" b="1" i="0" dirty="0"/>
            <a:t>Recording Observations</a:t>
          </a:r>
          <a:endParaRPr lang="en-US" dirty="0"/>
        </a:p>
      </dgm:t>
    </dgm:pt>
    <dgm:pt modelId="{5DDC3067-2F98-4DDB-BA05-0153F74E6B53}" type="parTrans" cxnId="{61331908-DEB1-475D-B6B6-105A3B033098}">
      <dgm:prSet/>
      <dgm:spPr/>
      <dgm:t>
        <a:bodyPr/>
        <a:lstStyle/>
        <a:p>
          <a:endParaRPr lang="en-US"/>
        </a:p>
      </dgm:t>
    </dgm:pt>
    <dgm:pt modelId="{79673DB0-6892-449A-92B5-BC6829BAAF2A}" type="sibTrans" cxnId="{61331908-DEB1-475D-B6B6-105A3B033098}">
      <dgm:prSet/>
      <dgm:spPr/>
      <dgm:t>
        <a:bodyPr/>
        <a:lstStyle/>
        <a:p>
          <a:endParaRPr lang="en-US"/>
        </a:p>
      </dgm:t>
    </dgm:pt>
    <dgm:pt modelId="{BE48A1B7-3DB7-4F9B-BCC2-A756258CB237}">
      <dgm:prSet/>
      <dgm:spPr/>
      <dgm:t>
        <a:bodyPr/>
        <a:lstStyle/>
        <a:p>
          <a:r>
            <a:rPr lang="en-GB" b="0" i="0"/>
            <a:t>The moderator keeps detailed notes about the participant's interactions, challenges, feedback, and any notable observations. These notes provide valuable qualitative data.</a:t>
          </a:r>
          <a:endParaRPr lang="en-US"/>
        </a:p>
      </dgm:t>
    </dgm:pt>
    <dgm:pt modelId="{E10B1C0A-9039-480E-8982-6EEF09F1041F}" type="parTrans" cxnId="{8D658225-EC05-408F-B456-8F718431AE7B}">
      <dgm:prSet/>
      <dgm:spPr/>
      <dgm:t>
        <a:bodyPr/>
        <a:lstStyle/>
        <a:p>
          <a:endParaRPr lang="en-US"/>
        </a:p>
      </dgm:t>
    </dgm:pt>
    <dgm:pt modelId="{678BE481-3707-4E86-94B2-B444B850C344}" type="sibTrans" cxnId="{8D658225-EC05-408F-B456-8F718431AE7B}">
      <dgm:prSet/>
      <dgm:spPr/>
      <dgm:t>
        <a:bodyPr/>
        <a:lstStyle/>
        <a:p>
          <a:endParaRPr lang="en-US"/>
        </a:p>
      </dgm:t>
    </dgm:pt>
    <dgm:pt modelId="{706B4CD3-9982-4BB1-8F43-1B34523F8B4E}">
      <dgm:prSet/>
      <dgm:spPr/>
      <dgm:t>
        <a:bodyPr/>
        <a:lstStyle/>
        <a:p>
          <a:r>
            <a:rPr lang="en-GB" b="1" i="0" dirty="0"/>
            <a:t>Ensuring Objectivity</a:t>
          </a:r>
          <a:endParaRPr lang="en-US" dirty="0"/>
        </a:p>
      </dgm:t>
    </dgm:pt>
    <dgm:pt modelId="{E1CC5B8E-B228-4ACF-ADDB-5A5D495914E5}" type="parTrans" cxnId="{8319090E-C874-416F-8783-469076594683}">
      <dgm:prSet/>
      <dgm:spPr/>
      <dgm:t>
        <a:bodyPr/>
        <a:lstStyle/>
        <a:p>
          <a:endParaRPr lang="en-US"/>
        </a:p>
      </dgm:t>
    </dgm:pt>
    <dgm:pt modelId="{3368A1FA-7F49-4046-960F-5588F13A5772}" type="sibTrans" cxnId="{8319090E-C874-416F-8783-469076594683}">
      <dgm:prSet/>
      <dgm:spPr/>
      <dgm:t>
        <a:bodyPr/>
        <a:lstStyle/>
        <a:p>
          <a:endParaRPr lang="en-US"/>
        </a:p>
      </dgm:t>
    </dgm:pt>
    <dgm:pt modelId="{64FC93CC-4C13-4B9F-9116-85B019D14473}">
      <dgm:prSet/>
      <dgm:spPr/>
      <dgm:t>
        <a:bodyPr/>
        <a:lstStyle/>
        <a:p>
          <a:r>
            <a:rPr lang="en-GB" b="0" i="0"/>
            <a:t>The moderator maintains objectivity and avoids leading questions or providing assistance that might bias the results.</a:t>
          </a:r>
          <a:endParaRPr lang="en-US"/>
        </a:p>
      </dgm:t>
    </dgm:pt>
    <dgm:pt modelId="{D58DE949-6BB8-4E0F-B41D-D38A05B66B14}" type="parTrans" cxnId="{C2E9E650-062E-406F-A7C4-269C7CA09A17}">
      <dgm:prSet/>
      <dgm:spPr/>
      <dgm:t>
        <a:bodyPr/>
        <a:lstStyle/>
        <a:p>
          <a:endParaRPr lang="en-US"/>
        </a:p>
      </dgm:t>
    </dgm:pt>
    <dgm:pt modelId="{3BD4BE6A-FDE5-4250-AF2E-5546BFDCA12D}" type="sibTrans" cxnId="{C2E9E650-062E-406F-A7C4-269C7CA09A17}">
      <dgm:prSet/>
      <dgm:spPr/>
      <dgm:t>
        <a:bodyPr/>
        <a:lstStyle/>
        <a:p>
          <a:endParaRPr lang="en-US"/>
        </a:p>
      </dgm:t>
    </dgm:pt>
    <dgm:pt modelId="{B994F14A-8D8C-4C49-A4B5-5E69E2DED942}">
      <dgm:prSet/>
      <dgm:spPr/>
      <dgm:t>
        <a:bodyPr/>
        <a:lstStyle/>
        <a:p>
          <a:r>
            <a:rPr lang="en-GB" b="1" i="0" dirty="0"/>
            <a:t>Managing the Session Time</a:t>
          </a:r>
          <a:endParaRPr lang="en-US" dirty="0"/>
        </a:p>
      </dgm:t>
    </dgm:pt>
    <dgm:pt modelId="{B9D607B3-9163-4D37-BC7F-2E153E4B4FE4}" type="parTrans" cxnId="{FCFC55A5-7B5C-4F73-8828-DF363B98189D}">
      <dgm:prSet/>
      <dgm:spPr/>
      <dgm:t>
        <a:bodyPr/>
        <a:lstStyle/>
        <a:p>
          <a:endParaRPr lang="en-US"/>
        </a:p>
      </dgm:t>
    </dgm:pt>
    <dgm:pt modelId="{8E84A7E2-C790-4492-8359-89EBBDD06A9D}" type="sibTrans" cxnId="{FCFC55A5-7B5C-4F73-8828-DF363B98189D}">
      <dgm:prSet/>
      <dgm:spPr/>
      <dgm:t>
        <a:bodyPr/>
        <a:lstStyle/>
        <a:p>
          <a:endParaRPr lang="en-US"/>
        </a:p>
      </dgm:t>
    </dgm:pt>
    <dgm:pt modelId="{22684E44-B630-4BFB-9220-A11CF0A4BA63}">
      <dgm:prSet/>
      <dgm:spPr/>
      <dgm:t>
        <a:bodyPr/>
        <a:lstStyle/>
        <a:p>
          <a:r>
            <a:rPr lang="en-GB" b="0" i="0"/>
            <a:t>The moderator is responsible for keeping the session on schedule to ensure that each participant completes the assigned tasks within the allotted time.</a:t>
          </a:r>
          <a:endParaRPr lang="en-US"/>
        </a:p>
      </dgm:t>
    </dgm:pt>
    <dgm:pt modelId="{6FFDA9B2-2ACE-488E-89AB-B385C8366615}" type="parTrans" cxnId="{3C36552B-2D08-4A6D-B665-F249F1507355}">
      <dgm:prSet/>
      <dgm:spPr/>
      <dgm:t>
        <a:bodyPr/>
        <a:lstStyle/>
        <a:p>
          <a:endParaRPr lang="en-US"/>
        </a:p>
      </dgm:t>
    </dgm:pt>
    <dgm:pt modelId="{718E1067-192B-4ED8-969D-68B5CCA4CA7B}" type="sibTrans" cxnId="{3C36552B-2D08-4A6D-B665-F249F1507355}">
      <dgm:prSet/>
      <dgm:spPr/>
      <dgm:t>
        <a:bodyPr/>
        <a:lstStyle/>
        <a:p>
          <a:endParaRPr lang="en-US"/>
        </a:p>
      </dgm:t>
    </dgm:pt>
    <dgm:pt modelId="{8FC62B09-29E4-4C3F-B0BC-AE07CFF8F0AC}">
      <dgm:prSet/>
      <dgm:spPr/>
      <dgm:t>
        <a:bodyPr/>
        <a:lstStyle/>
        <a:p>
          <a:r>
            <a:rPr lang="en-GB" b="1" i="0" dirty="0"/>
            <a:t>Addressing Technical Issues</a:t>
          </a:r>
          <a:endParaRPr lang="en-US" dirty="0"/>
        </a:p>
      </dgm:t>
    </dgm:pt>
    <dgm:pt modelId="{23DF9428-322C-4E33-A58B-4D7CCC8A9676}" type="parTrans" cxnId="{1FF7B9C5-9F4B-45B9-B37A-C879E553CFD0}">
      <dgm:prSet/>
      <dgm:spPr/>
      <dgm:t>
        <a:bodyPr/>
        <a:lstStyle/>
        <a:p>
          <a:endParaRPr lang="en-US"/>
        </a:p>
      </dgm:t>
    </dgm:pt>
    <dgm:pt modelId="{E84E014A-4094-4562-8DC4-EBEAE96DC8EF}" type="sibTrans" cxnId="{1FF7B9C5-9F4B-45B9-B37A-C879E553CFD0}">
      <dgm:prSet/>
      <dgm:spPr/>
      <dgm:t>
        <a:bodyPr/>
        <a:lstStyle/>
        <a:p>
          <a:endParaRPr lang="en-US"/>
        </a:p>
      </dgm:t>
    </dgm:pt>
    <dgm:pt modelId="{0BCF479B-C9B8-4DA1-B46B-4F15E779A298}">
      <dgm:prSet/>
      <dgm:spPr/>
      <dgm:t>
        <a:bodyPr/>
        <a:lstStyle/>
        <a:p>
          <a:r>
            <a:rPr lang="en-GB" b="0" i="0"/>
            <a:t>If technical issues arise during the usability test, the moderator may help troubleshoot or document the issues to ensure they do not interfere with the participant's experience.</a:t>
          </a:r>
          <a:endParaRPr lang="en-US"/>
        </a:p>
      </dgm:t>
    </dgm:pt>
    <dgm:pt modelId="{86486B73-F115-425F-B8E9-559CB0659847}" type="parTrans" cxnId="{2D4A2920-452F-4EB7-9506-8EAA596DE046}">
      <dgm:prSet/>
      <dgm:spPr/>
      <dgm:t>
        <a:bodyPr/>
        <a:lstStyle/>
        <a:p>
          <a:endParaRPr lang="en-US"/>
        </a:p>
      </dgm:t>
    </dgm:pt>
    <dgm:pt modelId="{1E1BED8F-1AA2-41F4-ACEC-F2D8FB34876E}" type="sibTrans" cxnId="{2D4A2920-452F-4EB7-9506-8EAA596DE046}">
      <dgm:prSet/>
      <dgm:spPr/>
      <dgm:t>
        <a:bodyPr/>
        <a:lstStyle/>
        <a:p>
          <a:endParaRPr lang="en-US"/>
        </a:p>
      </dgm:t>
    </dgm:pt>
    <dgm:pt modelId="{04717824-A284-4BEC-871F-3710501C619C}">
      <dgm:prSet/>
      <dgm:spPr/>
      <dgm:t>
        <a:bodyPr/>
        <a:lstStyle/>
        <a:p>
          <a:r>
            <a:rPr lang="en-GB" b="1" i="0" dirty="0"/>
            <a:t>Closing the Session</a:t>
          </a:r>
          <a:endParaRPr lang="en-US" dirty="0"/>
        </a:p>
      </dgm:t>
    </dgm:pt>
    <dgm:pt modelId="{07C04187-7B98-4DD9-ADCA-97A13E3C05EB}" type="parTrans" cxnId="{D4084DFE-82C0-4A69-82BC-28543921AC22}">
      <dgm:prSet/>
      <dgm:spPr/>
      <dgm:t>
        <a:bodyPr/>
        <a:lstStyle/>
        <a:p>
          <a:endParaRPr lang="en-US"/>
        </a:p>
      </dgm:t>
    </dgm:pt>
    <dgm:pt modelId="{96CDDC87-5B7E-4272-B42C-19892E58913C}" type="sibTrans" cxnId="{D4084DFE-82C0-4A69-82BC-28543921AC22}">
      <dgm:prSet/>
      <dgm:spPr/>
      <dgm:t>
        <a:bodyPr/>
        <a:lstStyle/>
        <a:p>
          <a:endParaRPr lang="en-US"/>
        </a:p>
      </dgm:t>
    </dgm:pt>
    <dgm:pt modelId="{D0BF641C-CC98-4FCF-AB9A-30A55EB60187}">
      <dgm:prSet/>
      <dgm:spPr/>
      <dgm:t>
        <a:bodyPr/>
        <a:lstStyle/>
        <a:p>
          <a:r>
            <a:rPr lang="en-GB" b="0" i="0"/>
            <a:t>At the end of each usability test session, the moderator may thank the participant, provide any necessary debriefing information, and answer any participant questions.</a:t>
          </a:r>
          <a:endParaRPr lang="en-US"/>
        </a:p>
      </dgm:t>
    </dgm:pt>
    <dgm:pt modelId="{B5461EA1-7BA7-41E1-9312-6C6FE4DC3D55}" type="parTrans" cxnId="{71253F8D-01F8-400F-8C15-8AF9E947DF14}">
      <dgm:prSet/>
      <dgm:spPr/>
      <dgm:t>
        <a:bodyPr/>
        <a:lstStyle/>
        <a:p>
          <a:endParaRPr lang="en-US"/>
        </a:p>
      </dgm:t>
    </dgm:pt>
    <dgm:pt modelId="{F934A897-EC53-4981-BFAF-6033DF22130A}" type="sibTrans" cxnId="{71253F8D-01F8-400F-8C15-8AF9E947DF14}">
      <dgm:prSet/>
      <dgm:spPr/>
      <dgm:t>
        <a:bodyPr/>
        <a:lstStyle/>
        <a:p>
          <a:endParaRPr lang="en-US"/>
        </a:p>
      </dgm:t>
    </dgm:pt>
    <dgm:pt modelId="{D023001A-A75C-4642-8C73-D4AD67E33974}">
      <dgm:prSet/>
      <dgm:spPr/>
      <dgm:t>
        <a:bodyPr/>
        <a:lstStyle/>
        <a:p>
          <a:r>
            <a:rPr lang="en-GB" b="1" i="0" dirty="0"/>
            <a:t>Debriefing and Data Analysis</a:t>
          </a:r>
          <a:endParaRPr lang="en-US" dirty="0"/>
        </a:p>
      </dgm:t>
    </dgm:pt>
    <dgm:pt modelId="{AF15A57C-07F0-40BB-A58C-375EAABC4283}" type="parTrans" cxnId="{B170914E-2319-4820-A763-0035BD54F68E}">
      <dgm:prSet/>
      <dgm:spPr/>
      <dgm:t>
        <a:bodyPr/>
        <a:lstStyle/>
        <a:p>
          <a:endParaRPr lang="en-US"/>
        </a:p>
      </dgm:t>
    </dgm:pt>
    <dgm:pt modelId="{CD32CC92-4C82-4879-90F7-7CA54BB1F581}" type="sibTrans" cxnId="{B170914E-2319-4820-A763-0035BD54F68E}">
      <dgm:prSet/>
      <dgm:spPr/>
      <dgm:t>
        <a:bodyPr/>
        <a:lstStyle/>
        <a:p>
          <a:endParaRPr lang="en-US"/>
        </a:p>
      </dgm:t>
    </dgm:pt>
    <dgm:pt modelId="{E651F062-260A-4344-A5D9-FF3D161C2D01}">
      <dgm:prSet/>
      <dgm:spPr/>
      <dgm:t>
        <a:bodyPr/>
        <a:lstStyle/>
        <a:p>
          <a:r>
            <a:rPr lang="en-GB" b="0" i="0"/>
            <a:t>The moderator may participate in debriefing sessions with the research team to discuss their observations and insights. They contribute to the analysis of the usability test findings.</a:t>
          </a:r>
          <a:endParaRPr lang="en-US"/>
        </a:p>
      </dgm:t>
    </dgm:pt>
    <dgm:pt modelId="{DB48879F-6D5E-4192-AC2E-E64244E5FA72}" type="parTrans" cxnId="{E770BDB9-E94E-444B-94E8-37A1F2DE64AD}">
      <dgm:prSet/>
      <dgm:spPr/>
      <dgm:t>
        <a:bodyPr/>
        <a:lstStyle/>
        <a:p>
          <a:endParaRPr lang="en-US"/>
        </a:p>
      </dgm:t>
    </dgm:pt>
    <dgm:pt modelId="{515C2E04-88A1-471C-9997-FD6B75BD2B44}" type="sibTrans" cxnId="{E770BDB9-E94E-444B-94E8-37A1F2DE64AD}">
      <dgm:prSet/>
      <dgm:spPr/>
      <dgm:t>
        <a:bodyPr/>
        <a:lstStyle/>
        <a:p>
          <a:endParaRPr lang="en-US"/>
        </a:p>
      </dgm:t>
    </dgm:pt>
    <dgm:pt modelId="{A50D45AD-DCB6-440D-8E5A-EA6EB6A2CB6C}" type="pres">
      <dgm:prSet presAssocID="{EB844253-93B3-4312-900B-8066C0107420}" presName="Name0" presStyleCnt="0">
        <dgm:presLayoutVars>
          <dgm:dir/>
          <dgm:animLvl val="lvl"/>
          <dgm:resizeHandles val="exact"/>
        </dgm:presLayoutVars>
      </dgm:prSet>
      <dgm:spPr/>
    </dgm:pt>
    <dgm:pt modelId="{946DEDF6-E787-4AEC-B468-8A53ED095AAF}" type="pres">
      <dgm:prSet presAssocID="{13019840-2966-47C8-99F2-2400F46A0950}" presName="linNode" presStyleCnt="0"/>
      <dgm:spPr/>
    </dgm:pt>
    <dgm:pt modelId="{73168BA6-4E76-4A78-BE3A-FD14F66504B5}" type="pres">
      <dgm:prSet presAssocID="{13019840-2966-47C8-99F2-2400F46A0950}" presName="parentText" presStyleLbl="node1" presStyleIdx="0" presStyleCnt="13">
        <dgm:presLayoutVars>
          <dgm:chMax val="1"/>
          <dgm:bulletEnabled val="1"/>
        </dgm:presLayoutVars>
      </dgm:prSet>
      <dgm:spPr/>
    </dgm:pt>
    <dgm:pt modelId="{7A0AB0E4-7E87-4829-A6F8-739EF138D32D}" type="pres">
      <dgm:prSet presAssocID="{13019840-2966-47C8-99F2-2400F46A0950}" presName="descendantText" presStyleLbl="alignAccFollowNode1" presStyleIdx="0" presStyleCnt="13">
        <dgm:presLayoutVars>
          <dgm:bulletEnabled val="1"/>
        </dgm:presLayoutVars>
      </dgm:prSet>
      <dgm:spPr/>
    </dgm:pt>
    <dgm:pt modelId="{DA2DCCF0-DCFF-4332-A802-0AD160F2E064}" type="pres">
      <dgm:prSet presAssocID="{DB714C76-98F5-402E-8B91-8F039377693B}" presName="sp" presStyleCnt="0"/>
      <dgm:spPr/>
    </dgm:pt>
    <dgm:pt modelId="{1A676DA7-D8F0-4ECA-8CB0-64880B0E7136}" type="pres">
      <dgm:prSet presAssocID="{408AB83B-D32C-48BF-8526-8B222A1263FF}" presName="linNode" presStyleCnt="0"/>
      <dgm:spPr/>
    </dgm:pt>
    <dgm:pt modelId="{B8CC6654-7133-4590-8B4E-61B095C6152A}" type="pres">
      <dgm:prSet presAssocID="{408AB83B-D32C-48BF-8526-8B222A1263FF}" presName="parentText" presStyleLbl="node1" presStyleIdx="1" presStyleCnt="13">
        <dgm:presLayoutVars>
          <dgm:chMax val="1"/>
          <dgm:bulletEnabled val="1"/>
        </dgm:presLayoutVars>
      </dgm:prSet>
      <dgm:spPr/>
    </dgm:pt>
    <dgm:pt modelId="{60F39D50-712A-48E5-8019-E95459A4DADE}" type="pres">
      <dgm:prSet presAssocID="{408AB83B-D32C-48BF-8526-8B222A1263FF}" presName="descendantText" presStyleLbl="alignAccFollowNode1" presStyleIdx="1" presStyleCnt="13">
        <dgm:presLayoutVars>
          <dgm:bulletEnabled val="1"/>
        </dgm:presLayoutVars>
      </dgm:prSet>
      <dgm:spPr/>
    </dgm:pt>
    <dgm:pt modelId="{5855047C-A40C-4BAF-8EFF-F697777896D6}" type="pres">
      <dgm:prSet presAssocID="{2AB60784-B3A6-4CE5-922C-54DFE1610447}" presName="sp" presStyleCnt="0"/>
      <dgm:spPr/>
    </dgm:pt>
    <dgm:pt modelId="{C22D6264-39F3-4C47-8CC7-A9F2FCD539CE}" type="pres">
      <dgm:prSet presAssocID="{4A0CA80F-5B40-4544-A44F-7AB38209C13F}" presName="linNode" presStyleCnt="0"/>
      <dgm:spPr/>
    </dgm:pt>
    <dgm:pt modelId="{E31FC73A-7EE3-4567-806B-C5EA0E9966AA}" type="pres">
      <dgm:prSet presAssocID="{4A0CA80F-5B40-4544-A44F-7AB38209C13F}" presName="parentText" presStyleLbl="node1" presStyleIdx="2" presStyleCnt="13">
        <dgm:presLayoutVars>
          <dgm:chMax val="1"/>
          <dgm:bulletEnabled val="1"/>
        </dgm:presLayoutVars>
      </dgm:prSet>
      <dgm:spPr/>
    </dgm:pt>
    <dgm:pt modelId="{6FE64FDF-C30E-4298-9F5F-4522EBD87673}" type="pres">
      <dgm:prSet presAssocID="{4A0CA80F-5B40-4544-A44F-7AB38209C13F}" presName="descendantText" presStyleLbl="alignAccFollowNode1" presStyleIdx="2" presStyleCnt="13">
        <dgm:presLayoutVars>
          <dgm:bulletEnabled val="1"/>
        </dgm:presLayoutVars>
      </dgm:prSet>
      <dgm:spPr/>
    </dgm:pt>
    <dgm:pt modelId="{C13238ED-0ADF-4BEB-8B4E-6DAE5621A8E0}" type="pres">
      <dgm:prSet presAssocID="{6F5D6BB6-AB18-425F-88A8-7B66667D4B8E}" presName="sp" presStyleCnt="0"/>
      <dgm:spPr/>
    </dgm:pt>
    <dgm:pt modelId="{32FAD725-EBBD-40EE-AD6D-15C223EBF58F}" type="pres">
      <dgm:prSet presAssocID="{BEC699B5-88B3-4B65-8F52-19777B10589E}" presName="linNode" presStyleCnt="0"/>
      <dgm:spPr/>
    </dgm:pt>
    <dgm:pt modelId="{5C78F441-D3EA-4840-A4BB-B261E81368AE}" type="pres">
      <dgm:prSet presAssocID="{BEC699B5-88B3-4B65-8F52-19777B10589E}" presName="parentText" presStyleLbl="node1" presStyleIdx="3" presStyleCnt="13">
        <dgm:presLayoutVars>
          <dgm:chMax val="1"/>
          <dgm:bulletEnabled val="1"/>
        </dgm:presLayoutVars>
      </dgm:prSet>
      <dgm:spPr/>
    </dgm:pt>
    <dgm:pt modelId="{49F8DF26-EAB2-4410-8B6F-556FD8635D6A}" type="pres">
      <dgm:prSet presAssocID="{BEC699B5-88B3-4B65-8F52-19777B10589E}" presName="descendantText" presStyleLbl="alignAccFollowNode1" presStyleIdx="3" presStyleCnt="13">
        <dgm:presLayoutVars>
          <dgm:bulletEnabled val="1"/>
        </dgm:presLayoutVars>
      </dgm:prSet>
      <dgm:spPr/>
    </dgm:pt>
    <dgm:pt modelId="{9DE7A600-3D1F-4C0B-8174-DE4B41926098}" type="pres">
      <dgm:prSet presAssocID="{35AD4D26-7475-4C98-9204-801235412AA6}" presName="sp" presStyleCnt="0"/>
      <dgm:spPr/>
    </dgm:pt>
    <dgm:pt modelId="{D4048F73-C3FA-4CEF-8B0B-939F66D55C8C}" type="pres">
      <dgm:prSet presAssocID="{E624C93A-892B-4B03-9511-E0EAC3A48A34}" presName="linNode" presStyleCnt="0"/>
      <dgm:spPr/>
    </dgm:pt>
    <dgm:pt modelId="{3DB735A7-F831-4A0B-BFC1-9CC9DB250B62}" type="pres">
      <dgm:prSet presAssocID="{E624C93A-892B-4B03-9511-E0EAC3A48A34}" presName="parentText" presStyleLbl="node1" presStyleIdx="4" presStyleCnt="13">
        <dgm:presLayoutVars>
          <dgm:chMax val="1"/>
          <dgm:bulletEnabled val="1"/>
        </dgm:presLayoutVars>
      </dgm:prSet>
      <dgm:spPr/>
    </dgm:pt>
    <dgm:pt modelId="{C21741C9-3B75-40DD-AE1F-F9165B3B10C2}" type="pres">
      <dgm:prSet presAssocID="{E624C93A-892B-4B03-9511-E0EAC3A48A34}" presName="descendantText" presStyleLbl="alignAccFollowNode1" presStyleIdx="4" presStyleCnt="13">
        <dgm:presLayoutVars>
          <dgm:bulletEnabled val="1"/>
        </dgm:presLayoutVars>
      </dgm:prSet>
      <dgm:spPr/>
    </dgm:pt>
    <dgm:pt modelId="{D012FDBD-3D7A-4767-B780-2A5D2B9F99D7}" type="pres">
      <dgm:prSet presAssocID="{759B2F42-1C38-4779-8CE0-3C0402EB7AB3}" presName="sp" presStyleCnt="0"/>
      <dgm:spPr/>
    </dgm:pt>
    <dgm:pt modelId="{95A5CE31-DAF0-48AF-8836-E0BEC5DF6282}" type="pres">
      <dgm:prSet presAssocID="{60C920DB-A14C-45A8-93D1-7FD661F84B5D}" presName="linNode" presStyleCnt="0"/>
      <dgm:spPr/>
    </dgm:pt>
    <dgm:pt modelId="{80D8DC02-7008-4FCB-ABB4-E2F8C76E4355}" type="pres">
      <dgm:prSet presAssocID="{60C920DB-A14C-45A8-93D1-7FD661F84B5D}" presName="parentText" presStyleLbl="node1" presStyleIdx="5" presStyleCnt="13">
        <dgm:presLayoutVars>
          <dgm:chMax val="1"/>
          <dgm:bulletEnabled val="1"/>
        </dgm:presLayoutVars>
      </dgm:prSet>
      <dgm:spPr/>
    </dgm:pt>
    <dgm:pt modelId="{9885BB98-DD72-4321-8D47-B9EB403EF26F}" type="pres">
      <dgm:prSet presAssocID="{60C920DB-A14C-45A8-93D1-7FD661F84B5D}" presName="descendantText" presStyleLbl="alignAccFollowNode1" presStyleIdx="5" presStyleCnt="13">
        <dgm:presLayoutVars>
          <dgm:bulletEnabled val="1"/>
        </dgm:presLayoutVars>
      </dgm:prSet>
      <dgm:spPr/>
    </dgm:pt>
    <dgm:pt modelId="{F823F308-6B77-4487-BB1B-39463FFA175F}" type="pres">
      <dgm:prSet presAssocID="{36808638-DF42-4968-9140-C3B1B21AFA8C}" presName="sp" presStyleCnt="0"/>
      <dgm:spPr/>
    </dgm:pt>
    <dgm:pt modelId="{15D92A4D-5C47-4100-A9CA-59D255CCD980}" type="pres">
      <dgm:prSet presAssocID="{EF66265F-0130-41AA-8E59-C15C5C0F7871}" presName="linNode" presStyleCnt="0"/>
      <dgm:spPr/>
    </dgm:pt>
    <dgm:pt modelId="{D7F16516-6BF2-426A-B9E0-436ED513E41C}" type="pres">
      <dgm:prSet presAssocID="{EF66265F-0130-41AA-8E59-C15C5C0F7871}" presName="parentText" presStyleLbl="node1" presStyleIdx="6" presStyleCnt="13">
        <dgm:presLayoutVars>
          <dgm:chMax val="1"/>
          <dgm:bulletEnabled val="1"/>
        </dgm:presLayoutVars>
      </dgm:prSet>
      <dgm:spPr/>
    </dgm:pt>
    <dgm:pt modelId="{5DE65753-9D0C-4495-ADCB-26CC86C12AE7}" type="pres">
      <dgm:prSet presAssocID="{EF66265F-0130-41AA-8E59-C15C5C0F7871}" presName="descendantText" presStyleLbl="alignAccFollowNode1" presStyleIdx="6" presStyleCnt="13">
        <dgm:presLayoutVars>
          <dgm:bulletEnabled val="1"/>
        </dgm:presLayoutVars>
      </dgm:prSet>
      <dgm:spPr/>
    </dgm:pt>
    <dgm:pt modelId="{41EEA3D8-24F8-48F7-A915-491A4B032778}" type="pres">
      <dgm:prSet presAssocID="{3F544628-753D-4FD0-85C5-7850BF0F9187}" presName="sp" presStyleCnt="0"/>
      <dgm:spPr/>
    </dgm:pt>
    <dgm:pt modelId="{9E133A6C-AF06-4E7A-AFD2-BF37CA88859D}" type="pres">
      <dgm:prSet presAssocID="{0D898539-0CAD-4CDF-A3D0-E31736BAD98F}" presName="linNode" presStyleCnt="0"/>
      <dgm:spPr/>
    </dgm:pt>
    <dgm:pt modelId="{5F7615FB-745A-44EF-98EF-A7CDC66396B3}" type="pres">
      <dgm:prSet presAssocID="{0D898539-0CAD-4CDF-A3D0-E31736BAD98F}" presName="parentText" presStyleLbl="node1" presStyleIdx="7" presStyleCnt="13">
        <dgm:presLayoutVars>
          <dgm:chMax val="1"/>
          <dgm:bulletEnabled val="1"/>
        </dgm:presLayoutVars>
      </dgm:prSet>
      <dgm:spPr/>
    </dgm:pt>
    <dgm:pt modelId="{7807EB57-253B-4EE6-A4A6-BEB8BFC56A8C}" type="pres">
      <dgm:prSet presAssocID="{0D898539-0CAD-4CDF-A3D0-E31736BAD98F}" presName="descendantText" presStyleLbl="alignAccFollowNode1" presStyleIdx="7" presStyleCnt="13">
        <dgm:presLayoutVars>
          <dgm:bulletEnabled val="1"/>
        </dgm:presLayoutVars>
      </dgm:prSet>
      <dgm:spPr/>
    </dgm:pt>
    <dgm:pt modelId="{B82A2394-15C1-42CA-A195-829799AAD021}" type="pres">
      <dgm:prSet presAssocID="{79673DB0-6892-449A-92B5-BC6829BAAF2A}" presName="sp" presStyleCnt="0"/>
      <dgm:spPr/>
    </dgm:pt>
    <dgm:pt modelId="{50AAFD84-A6E4-4CFC-99F1-47DEE9C374BF}" type="pres">
      <dgm:prSet presAssocID="{706B4CD3-9982-4BB1-8F43-1B34523F8B4E}" presName="linNode" presStyleCnt="0"/>
      <dgm:spPr/>
    </dgm:pt>
    <dgm:pt modelId="{0274D994-4F66-46D8-9EFE-CCB7506FBE2D}" type="pres">
      <dgm:prSet presAssocID="{706B4CD3-9982-4BB1-8F43-1B34523F8B4E}" presName="parentText" presStyleLbl="node1" presStyleIdx="8" presStyleCnt="13">
        <dgm:presLayoutVars>
          <dgm:chMax val="1"/>
          <dgm:bulletEnabled val="1"/>
        </dgm:presLayoutVars>
      </dgm:prSet>
      <dgm:spPr/>
    </dgm:pt>
    <dgm:pt modelId="{EF90D3CF-C8CF-45F9-B9EC-1E5F6DCB8065}" type="pres">
      <dgm:prSet presAssocID="{706B4CD3-9982-4BB1-8F43-1B34523F8B4E}" presName="descendantText" presStyleLbl="alignAccFollowNode1" presStyleIdx="8" presStyleCnt="13">
        <dgm:presLayoutVars>
          <dgm:bulletEnabled val="1"/>
        </dgm:presLayoutVars>
      </dgm:prSet>
      <dgm:spPr/>
    </dgm:pt>
    <dgm:pt modelId="{DF2283AD-4E1D-4307-8BA3-74705F353612}" type="pres">
      <dgm:prSet presAssocID="{3368A1FA-7F49-4046-960F-5588F13A5772}" presName="sp" presStyleCnt="0"/>
      <dgm:spPr/>
    </dgm:pt>
    <dgm:pt modelId="{CBAA121C-00EA-4423-8937-F0FF5561AEC9}" type="pres">
      <dgm:prSet presAssocID="{B994F14A-8D8C-4C49-A4B5-5E69E2DED942}" presName="linNode" presStyleCnt="0"/>
      <dgm:spPr/>
    </dgm:pt>
    <dgm:pt modelId="{7A9B2EFD-6D4A-49FD-B054-352A7E23412B}" type="pres">
      <dgm:prSet presAssocID="{B994F14A-8D8C-4C49-A4B5-5E69E2DED942}" presName="parentText" presStyleLbl="node1" presStyleIdx="9" presStyleCnt="13">
        <dgm:presLayoutVars>
          <dgm:chMax val="1"/>
          <dgm:bulletEnabled val="1"/>
        </dgm:presLayoutVars>
      </dgm:prSet>
      <dgm:spPr/>
    </dgm:pt>
    <dgm:pt modelId="{304A83F1-945C-4588-BDB8-0C9AC52C00C3}" type="pres">
      <dgm:prSet presAssocID="{B994F14A-8D8C-4C49-A4B5-5E69E2DED942}" presName="descendantText" presStyleLbl="alignAccFollowNode1" presStyleIdx="9" presStyleCnt="13">
        <dgm:presLayoutVars>
          <dgm:bulletEnabled val="1"/>
        </dgm:presLayoutVars>
      </dgm:prSet>
      <dgm:spPr/>
    </dgm:pt>
    <dgm:pt modelId="{F0720894-CCFD-4F3C-8DB3-E3064BF08301}" type="pres">
      <dgm:prSet presAssocID="{8E84A7E2-C790-4492-8359-89EBBDD06A9D}" presName="sp" presStyleCnt="0"/>
      <dgm:spPr/>
    </dgm:pt>
    <dgm:pt modelId="{04C0A6AE-5AB7-4584-B637-8C284FC88817}" type="pres">
      <dgm:prSet presAssocID="{8FC62B09-29E4-4C3F-B0BC-AE07CFF8F0AC}" presName="linNode" presStyleCnt="0"/>
      <dgm:spPr/>
    </dgm:pt>
    <dgm:pt modelId="{306F51BA-D38B-44FA-90DC-825051204313}" type="pres">
      <dgm:prSet presAssocID="{8FC62B09-29E4-4C3F-B0BC-AE07CFF8F0AC}" presName="parentText" presStyleLbl="node1" presStyleIdx="10" presStyleCnt="13">
        <dgm:presLayoutVars>
          <dgm:chMax val="1"/>
          <dgm:bulletEnabled val="1"/>
        </dgm:presLayoutVars>
      </dgm:prSet>
      <dgm:spPr/>
    </dgm:pt>
    <dgm:pt modelId="{B6317744-E9EB-4DE7-A422-9425785CDA89}" type="pres">
      <dgm:prSet presAssocID="{8FC62B09-29E4-4C3F-B0BC-AE07CFF8F0AC}" presName="descendantText" presStyleLbl="alignAccFollowNode1" presStyleIdx="10" presStyleCnt="13">
        <dgm:presLayoutVars>
          <dgm:bulletEnabled val="1"/>
        </dgm:presLayoutVars>
      </dgm:prSet>
      <dgm:spPr/>
    </dgm:pt>
    <dgm:pt modelId="{1AECBABE-AB46-4204-8E5B-53BE7E8069F7}" type="pres">
      <dgm:prSet presAssocID="{E84E014A-4094-4562-8DC4-EBEAE96DC8EF}" presName="sp" presStyleCnt="0"/>
      <dgm:spPr/>
    </dgm:pt>
    <dgm:pt modelId="{0FFA62BF-41BD-4720-A50A-EE4A113F7E0C}" type="pres">
      <dgm:prSet presAssocID="{04717824-A284-4BEC-871F-3710501C619C}" presName="linNode" presStyleCnt="0"/>
      <dgm:spPr/>
    </dgm:pt>
    <dgm:pt modelId="{3D2AEBCD-2904-4A79-BF84-E42BF25060F1}" type="pres">
      <dgm:prSet presAssocID="{04717824-A284-4BEC-871F-3710501C619C}" presName="parentText" presStyleLbl="node1" presStyleIdx="11" presStyleCnt="13">
        <dgm:presLayoutVars>
          <dgm:chMax val="1"/>
          <dgm:bulletEnabled val="1"/>
        </dgm:presLayoutVars>
      </dgm:prSet>
      <dgm:spPr/>
    </dgm:pt>
    <dgm:pt modelId="{23E2FB03-5345-4E4A-BDD1-F520F67345D7}" type="pres">
      <dgm:prSet presAssocID="{04717824-A284-4BEC-871F-3710501C619C}" presName="descendantText" presStyleLbl="alignAccFollowNode1" presStyleIdx="11" presStyleCnt="13">
        <dgm:presLayoutVars>
          <dgm:bulletEnabled val="1"/>
        </dgm:presLayoutVars>
      </dgm:prSet>
      <dgm:spPr/>
    </dgm:pt>
    <dgm:pt modelId="{C9FDE6B9-140F-4F9B-9936-518CE47C840B}" type="pres">
      <dgm:prSet presAssocID="{96CDDC87-5B7E-4272-B42C-19892E58913C}" presName="sp" presStyleCnt="0"/>
      <dgm:spPr/>
    </dgm:pt>
    <dgm:pt modelId="{25EDAF85-FA12-41EF-B827-B55A1CC65573}" type="pres">
      <dgm:prSet presAssocID="{D023001A-A75C-4642-8C73-D4AD67E33974}" presName="linNode" presStyleCnt="0"/>
      <dgm:spPr/>
    </dgm:pt>
    <dgm:pt modelId="{BD6F210F-A011-4094-8125-E4508386FDD8}" type="pres">
      <dgm:prSet presAssocID="{D023001A-A75C-4642-8C73-D4AD67E33974}" presName="parentText" presStyleLbl="node1" presStyleIdx="12" presStyleCnt="13">
        <dgm:presLayoutVars>
          <dgm:chMax val="1"/>
          <dgm:bulletEnabled val="1"/>
        </dgm:presLayoutVars>
      </dgm:prSet>
      <dgm:spPr/>
    </dgm:pt>
    <dgm:pt modelId="{F4E23466-F9B7-4B21-9A46-03AD65CAF3DF}" type="pres">
      <dgm:prSet presAssocID="{D023001A-A75C-4642-8C73-D4AD67E33974}" presName="descendantText" presStyleLbl="alignAccFollowNode1" presStyleIdx="12" presStyleCnt="13">
        <dgm:presLayoutVars>
          <dgm:bulletEnabled val="1"/>
        </dgm:presLayoutVars>
      </dgm:prSet>
      <dgm:spPr/>
    </dgm:pt>
  </dgm:ptLst>
  <dgm:cxnLst>
    <dgm:cxn modelId="{61331908-DEB1-475D-B6B6-105A3B033098}" srcId="{EB844253-93B3-4312-900B-8066C0107420}" destId="{0D898539-0CAD-4CDF-A3D0-E31736BAD98F}" srcOrd="7" destOrd="0" parTransId="{5DDC3067-2F98-4DDB-BA05-0153F74E6B53}" sibTransId="{79673DB0-6892-449A-92B5-BC6829BAAF2A}"/>
    <dgm:cxn modelId="{E868AA0C-CA09-45F0-AE48-C73CDDF46EC5}" type="presOf" srcId="{AAB42D21-3273-4394-9611-FB0E4DF1B8E4}" destId="{5DE65753-9D0C-4495-ADCB-26CC86C12AE7}" srcOrd="0" destOrd="0" presId="urn:microsoft.com/office/officeart/2005/8/layout/vList5"/>
    <dgm:cxn modelId="{8319090E-C874-416F-8783-469076594683}" srcId="{EB844253-93B3-4312-900B-8066C0107420}" destId="{706B4CD3-9982-4BB1-8F43-1B34523F8B4E}" srcOrd="8" destOrd="0" parTransId="{E1CC5B8E-B228-4ACF-ADDB-5A5D495914E5}" sibTransId="{3368A1FA-7F49-4046-960F-5588F13A5772}"/>
    <dgm:cxn modelId="{69418118-42A8-4DF7-A722-7354FA9D28E0}" type="presOf" srcId="{5123E701-530F-451C-BE4F-06AD3BEAE84D}" destId="{7A0AB0E4-7E87-4829-A6F8-739EF138D32D}" srcOrd="0" destOrd="0" presId="urn:microsoft.com/office/officeart/2005/8/layout/vList5"/>
    <dgm:cxn modelId="{DF0E481D-3111-4517-BF9F-A66865AD022B}" srcId="{EB844253-93B3-4312-900B-8066C0107420}" destId="{E624C93A-892B-4B03-9511-E0EAC3A48A34}" srcOrd="4" destOrd="0" parTransId="{BC6B36DB-02EC-40EF-AC65-A352B961FE2E}" sibTransId="{759B2F42-1C38-4779-8CE0-3C0402EB7AB3}"/>
    <dgm:cxn modelId="{2D4A2920-452F-4EB7-9506-8EAA596DE046}" srcId="{8FC62B09-29E4-4C3F-B0BC-AE07CFF8F0AC}" destId="{0BCF479B-C9B8-4DA1-B46B-4F15E779A298}" srcOrd="0" destOrd="0" parTransId="{86486B73-F115-425F-B8E9-559CB0659847}" sibTransId="{1E1BED8F-1AA2-41F4-ACEC-F2D8FB34876E}"/>
    <dgm:cxn modelId="{768C6E25-02F1-481C-A881-B8DFB9858D5B}" type="presOf" srcId="{0D898539-0CAD-4CDF-A3D0-E31736BAD98F}" destId="{5F7615FB-745A-44EF-98EF-A7CDC66396B3}" srcOrd="0" destOrd="0" presId="urn:microsoft.com/office/officeart/2005/8/layout/vList5"/>
    <dgm:cxn modelId="{8D658225-EC05-408F-B456-8F718431AE7B}" srcId="{0D898539-0CAD-4CDF-A3D0-E31736BAD98F}" destId="{BE48A1B7-3DB7-4F9B-BCC2-A756258CB237}" srcOrd="0" destOrd="0" parTransId="{E10B1C0A-9039-480E-8982-6EEF09F1041F}" sibTransId="{678BE481-3707-4E86-94B2-B444B850C344}"/>
    <dgm:cxn modelId="{74DEB626-3F2B-4EFF-9689-0588F25A97A9}" srcId="{EB844253-93B3-4312-900B-8066C0107420}" destId="{13019840-2966-47C8-99F2-2400F46A0950}" srcOrd="0" destOrd="0" parTransId="{9D7B8F7F-D661-4ED5-86B8-44C6F27A9BCC}" sibTransId="{DB714C76-98F5-402E-8B91-8F039377693B}"/>
    <dgm:cxn modelId="{3C36552B-2D08-4A6D-B665-F249F1507355}" srcId="{B994F14A-8D8C-4C49-A4B5-5E69E2DED942}" destId="{22684E44-B630-4BFB-9220-A11CF0A4BA63}" srcOrd="0" destOrd="0" parTransId="{6FFDA9B2-2ACE-488E-89AB-B385C8366615}" sibTransId="{718E1067-192B-4ED8-969D-68B5CCA4CA7B}"/>
    <dgm:cxn modelId="{42E0042F-1E69-44EF-A308-7CF79898A78E}" type="presOf" srcId="{E624C93A-892B-4B03-9511-E0EAC3A48A34}" destId="{3DB735A7-F831-4A0B-BFC1-9CC9DB250B62}" srcOrd="0" destOrd="0" presId="urn:microsoft.com/office/officeart/2005/8/layout/vList5"/>
    <dgm:cxn modelId="{350AA632-1395-443B-8487-AE7C0DADBD08}" type="presOf" srcId="{EB844253-93B3-4312-900B-8066C0107420}" destId="{A50D45AD-DCB6-440D-8E5A-EA6EB6A2CB6C}" srcOrd="0" destOrd="0" presId="urn:microsoft.com/office/officeart/2005/8/layout/vList5"/>
    <dgm:cxn modelId="{C6E4B437-CF00-4743-A960-630198B08E57}" type="presOf" srcId="{42BA90B5-EB1F-4569-96DD-DF89B7F7DBCE}" destId="{6FE64FDF-C30E-4298-9F5F-4522EBD87673}" srcOrd="0" destOrd="0" presId="urn:microsoft.com/office/officeart/2005/8/layout/vList5"/>
    <dgm:cxn modelId="{BFA02F3B-9DC2-41E7-A215-399F76B34877}" srcId="{EB844253-93B3-4312-900B-8066C0107420}" destId="{BEC699B5-88B3-4B65-8F52-19777B10589E}" srcOrd="3" destOrd="0" parTransId="{6C435D68-B852-41B0-8B80-A509E83AB623}" sibTransId="{35AD4D26-7475-4C98-9204-801235412AA6}"/>
    <dgm:cxn modelId="{1A9E1C5C-850F-414E-8D27-6BB65EC86264}" srcId="{E624C93A-892B-4B03-9511-E0EAC3A48A34}" destId="{3D82A3BA-7A01-4AE2-8D73-84F508E07BD7}" srcOrd="0" destOrd="0" parTransId="{2B9B417F-19A6-45A2-8710-E83BA9B52EB2}" sibTransId="{02D72773-C267-4FD5-BC2D-A511396239C7}"/>
    <dgm:cxn modelId="{CFCE865D-52C5-439F-9844-45163C385151}" type="presOf" srcId="{BE48A1B7-3DB7-4F9B-BCC2-A756258CB237}" destId="{7807EB57-253B-4EE6-A4A6-BEB8BFC56A8C}" srcOrd="0" destOrd="0" presId="urn:microsoft.com/office/officeart/2005/8/layout/vList5"/>
    <dgm:cxn modelId="{E6034E5F-6212-459B-9C2F-67A5D8E1B612}" type="presOf" srcId="{13019840-2966-47C8-99F2-2400F46A0950}" destId="{73168BA6-4E76-4A78-BE3A-FD14F66504B5}" srcOrd="0" destOrd="0" presId="urn:microsoft.com/office/officeart/2005/8/layout/vList5"/>
    <dgm:cxn modelId="{898CAB64-A0D0-4B5B-89CB-36834C5AF1DC}" type="presOf" srcId="{408AB83B-D32C-48BF-8526-8B222A1263FF}" destId="{B8CC6654-7133-4590-8B4E-61B095C6152A}" srcOrd="0" destOrd="0" presId="urn:microsoft.com/office/officeart/2005/8/layout/vList5"/>
    <dgm:cxn modelId="{2A528365-93DD-4B1F-9508-C877B5CB9DC5}" srcId="{EB844253-93B3-4312-900B-8066C0107420}" destId="{408AB83B-D32C-48BF-8526-8B222A1263FF}" srcOrd="1" destOrd="0" parTransId="{6FC31DC9-A9D3-4757-A351-3F32A2EEED2B}" sibTransId="{2AB60784-B3A6-4CE5-922C-54DFE1610447}"/>
    <dgm:cxn modelId="{E3E59669-D7AF-4C6C-AA4B-06B93E139DD7}" type="presOf" srcId="{706B4CD3-9982-4BB1-8F43-1B34523F8B4E}" destId="{0274D994-4F66-46D8-9EFE-CCB7506FBE2D}" srcOrd="0" destOrd="0" presId="urn:microsoft.com/office/officeart/2005/8/layout/vList5"/>
    <dgm:cxn modelId="{47900C6A-40D0-45D9-8C0D-2D833DE6C818}" type="presOf" srcId="{6FE35E30-6E21-46F0-9593-71889988BD98}" destId="{9885BB98-DD72-4321-8D47-B9EB403EF26F}" srcOrd="0" destOrd="0" presId="urn:microsoft.com/office/officeart/2005/8/layout/vList5"/>
    <dgm:cxn modelId="{17A9E16B-876B-4EEF-9334-AAF540799EA4}" type="presOf" srcId="{0BCF479B-C9B8-4DA1-B46B-4F15E779A298}" destId="{B6317744-E9EB-4DE7-A422-9425785CDA89}" srcOrd="0" destOrd="0" presId="urn:microsoft.com/office/officeart/2005/8/layout/vList5"/>
    <dgm:cxn modelId="{B170914E-2319-4820-A763-0035BD54F68E}" srcId="{EB844253-93B3-4312-900B-8066C0107420}" destId="{D023001A-A75C-4642-8C73-D4AD67E33974}" srcOrd="12" destOrd="0" parTransId="{AF15A57C-07F0-40BB-A58C-375EAABC4283}" sibTransId="{CD32CC92-4C82-4879-90F7-7CA54BB1F581}"/>
    <dgm:cxn modelId="{C2E9E650-062E-406F-A7C4-269C7CA09A17}" srcId="{706B4CD3-9982-4BB1-8F43-1B34523F8B4E}" destId="{64FC93CC-4C13-4B9F-9116-85B019D14473}" srcOrd="0" destOrd="0" parTransId="{D58DE949-6BB8-4E0F-B41D-D38A05B66B14}" sibTransId="{3BD4BE6A-FDE5-4250-AF2E-5546BFDCA12D}"/>
    <dgm:cxn modelId="{9E530F53-8FBD-4E91-AF1C-6700204B084C}" srcId="{EF66265F-0130-41AA-8E59-C15C5C0F7871}" destId="{AAB42D21-3273-4394-9611-FB0E4DF1B8E4}" srcOrd="0" destOrd="0" parTransId="{5A4248E7-5F89-40AF-A090-13464E848986}" sibTransId="{8BDB06A7-D1F7-4189-A656-CAB5E1B1E717}"/>
    <dgm:cxn modelId="{89B7FA56-6B78-4533-86A5-DF8124408485}" type="presOf" srcId="{64FC93CC-4C13-4B9F-9116-85B019D14473}" destId="{EF90D3CF-C8CF-45F9-B9EC-1E5F6DCB8065}" srcOrd="0" destOrd="0" presId="urn:microsoft.com/office/officeart/2005/8/layout/vList5"/>
    <dgm:cxn modelId="{890F8679-EC13-4F7C-802E-0F51CDF13528}" type="presOf" srcId="{EF66265F-0130-41AA-8E59-C15C5C0F7871}" destId="{D7F16516-6BF2-426A-B9E0-436ED513E41C}" srcOrd="0" destOrd="0" presId="urn:microsoft.com/office/officeart/2005/8/layout/vList5"/>
    <dgm:cxn modelId="{6302137E-782D-44EC-AD9C-E477311CFF1C}" srcId="{EB844253-93B3-4312-900B-8066C0107420}" destId="{EF66265F-0130-41AA-8E59-C15C5C0F7871}" srcOrd="6" destOrd="0" parTransId="{2A5BCAFE-C3D8-4AC9-8674-6F0AE47B90B8}" sibTransId="{3F544628-753D-4FD0-85C5-7850BF0F9187}"/>
    <dgm:cxn modelId="{E341FD85-1CD3-4193-8697-287B5080C100}" type="presOf" srcId="{E651F062-260A-4344-A5D9-FF3D161C2D01}" destId="{F4E23466-F9B7-4B21-9A46-03AD65CAF3DF}" srcOrd="0" destOrd="0" presId="urn:microsoft.com/office/officeart/2005/8/layout/vList5"/>
    <dgm:cxn modelId="{71253F8D-01F8-400F-8C15-8AF9E947DF14}" srcId="{04717824-A284-4BEC-871F-3710501C619C}" destId="{D0BF641C-CC98-4FCF-AB9A-30A55EB60187}" srcOrd="0" destOrd="0" parTransId="{B5461EA1-7BA7-41E1-9312-6C6FE4DC3D55}" sibTransId="{F934A897-EC53-4981-BFAF-6033DF22130A}"/>
    <dgm:cxn modelId="{001F0C8F-3DA3-4461-A9DB-7B63FF514197}" type="presOf" srcId="{4A0CA80F-5B40-4544-A44F-7AB38209C13F}" destId="{E31FC73A-7EE3-4567-806B-C5EA0E9966AA}" srcOrd="0" destOrd="0" presId="urn:microsoft.com/office/officeart/2005/8/layout/vList5"/>
    <dgm:cxn modelId="{6F29E993-ADB0-44A4-9F35-A8A458C345BD}" type="presOf" srcId="{BEC699B5-88B3-4B65-8F52-19777B10589E}" destId="{5C78F441-D3EA-4840-A4BB-B261E81368AE}" srcOrd="0" destOrd="0" presId="urn:microsoft.com/office/officeart/2005/8/layout/vList5"/>
    <dgm:cxn modelId="{8514B699-57A7-4CBE-B523-93240F90B5A9}" type="presOf" srcId="{04717824-A284-4BEC-871F-3710501C619C}" destId="{3D2AEBCD-2904-4A79-BF84-E42BF25060F1}" srcOrd="0" destOrd="0" presId="urn:microsoft.com/office/officeart/2005/8/layout/vList5"/>
    <dgm:cxn modelId="{FCFC55A5-7B5C-4F73-8828-DF363B98189D}" srcId="{EB844253-93B3-4312-900B-8066C0107420}" destId="{B994F14A-8D8C-4C49-A4B5-5E69E2DED942}" srcOrd="9" destOrd="0" parTransId="{B9D607B3-9163-4D37-BC7F-2E153E4B4FE4}" sibTransId="{8E84A7E2-C790-4492-8359-89EBBDD06A9D}"/>
    <dgm:cxn modelId="{16EEFBA9-3A51-4738-AC7A-6B250F4BCCB6}" srcId="{4A0CA80F-5B40-4544-A44F-7AB38209C13F}" destId="{42BA90B5-EB1F-4569-96DD-DF89B7F7DBCE}" srcOrd="0" destOrd="0" parTransId="{2FAD9937-387F-4088-A310-02998310608A}" sibTransId="{AB8E4D18-981A-46E2-B638-C868A5AFA934}"/>
    <dgm:cxn modelId="{93AEA8AE-1D15-4CD0-9EE9-92DBB0E4F675}" type="presOf" srcId="{60C920DB-A14C-45A8-93D1-7FD661F84B5D}" destId="{80D8DC02-7008-4FCB-ABB4-E2F8C76E4355}" srcOrd="0" destOrd="0" presId="urn:microsoft.com/office/officeart/2005/8/layout/vList5"/>
    <dgm:cxn modelId="{8092F9B5-6CE0-416F-910C-C650972A3D25}" type="presOf" srcId="{266AAF26-B028-4173-9B76-C46142FEA4C7}" destId="{49F8DF26-EAB2-4410-8B6F-556FD8635D6A}" srcOrd="0" destOrd="0" presId="urn:microsoft.com/office/officeart/2005/8/layout/vList5"/>
    <dgm:cxn modelId="{E770BDB9-E94E-444B-94E8-37A1F2DE64AD}" srcId="{D023001A-A75C-4642-8C73-D4AD67E33974}" destId="{E651F062-260A-4344-A5D9-FF3D161C2D01}" srcOrd="0" destOrd="0" parTransId="{DB48879F-6D5E-4192-AC2E-E64244E5FA72}" sibTransId="{515C2E04-88A1-471C-9997-FD6B75BD2B44}"/>
    <dgm:cxn modelId="{C7F638C1-D605-40EB-8896-0747CEBC1917}" srcId="{EB844253-93B3-4312-900B-8066C0107420}" destId="{60C920DB-A14C-45A8-93D1-7FD661F84B5D}" srcOrd="5" destOrd="0" parTransId="{11CFD8E8-A31A-4F6D-A850-E5A9F5DCCB28}" sibTransId="{36808638-DF42-4968-9140-C3B1B21AFA8C}"/>
    <dgm:cxn modelId="{1FF7B9C5-9F4B-45B9-B37A-C879E553CFD0}" srcId="{EB844253-93B3-4312-900B-8066C0107420}" destId="{8FC62B09-29E4-4C3F-B0BC-AE07CFF8F0AC}" srcOrd="10" destOrd="0" parTransId="{23DF9428-322C-4E33-A58B-4D7CCC8A9676}" sibTransId="{E84E014A-4094-4562-8DC4-EBEAE96DC8EF}"/>
    <dgm:cxn modelId="{E22456C9-0998-47AF-96EA-E8CBE40EA958}" srcId="{60C920DB-A14C-45A8-93D1-7FD661F84B5D}" destId="{6FE35E30-6E21-46F0-9593-71889988BD98}" srcOrd="0" destOrd="0" parTransId="{D17EE8D6-B24D-4BD3-B98C-B4B8016F379A}" sibTransId="{03183837-FEC4-400F-B8D5-4941E7409AC4}"/>
    <dgm:cxn modelId="{24ABCFCA-8D27-4DDE-8C88-60A6CC1E3EF0}" srcId="{BEC699B5-88B3-4B65-8F52-19777B10589E}" destId="{266AAF26-B028-4173-9B76-C46142FEA4C7}" srcOrd="0" destOrd="0" parTransId="{F284A31C-C6C0-4405-AD51-F79F69D43C52}" sibTransId="{2F180F0F-770C-42E8-9EDC-66E64E5D6CA3}"/>
    <dgm:cxn modelId="{B983E2CE-8F1A-4F4B-AE42-BBD2FBE2677D}" type="presOf" srcId="{22684E44-B630-4BFB-9220-A11CF0A4BA63}" destId="{304A83F1-945C-4588-BDB8-0C9AC52C00C3}" srcOrd="0" destOrd="0" presId="urn:microsoft.com/office/officeart/2005/8/layout/vList5"/>
    <dgm:cxn modelId="{9FB112DA-2705-46AB-B82B-28692A990D2D}" type="presOf" srcId="{DB496B57-2C29-45F3-AEB2-38C36568F713}" destId="{60F39D50-712A-48E5-8019-E95459A4DADE}" srcOrd="0" destOrd="0" presId="urn:microsoft.com/office/officeart/2005/8/layout/vList5"/>
    <dgm:cxn modelId="{DD981FE2-E71F-4101-82E8-A8C79CF0218C}" srcId="{13019840-2966-47C8-99F2-2400F46A0950}" destId="{5123E701-530F-451C-BE4F-06AD3BEAE84D}" srcOrd="0" destOrd="0" parTransId="{382B3BE6-5698-4D65-BB92-4BA6AA6BAEBF}" sibTransId="{5D7C5114-30C7-40AB-A9C8-B012835FBE18}"/>
    <dgm:cxn modelId="{092BEEE4-15FD-442F-BE55-ED2CA5B9FBF0}" type="presOf" srcId="{D023001A-A75C-4642-8C73-D4AD67E33974}" destId="{BD6F210F-A011-4094-8125-E4508386FDD8}" srcOrd="0" destOrd="0" presId="urn:microsoft.com/office/officeart/2005/8/layout/vList5"/>
    <dgm:cxn modelId="{78CF16EB-56ED-416F-88AB-86B838924497}" srcId="{408AB83B-D32C-48BF-8526-8B222A1263FF}" destId="{DB496B57-2C29-45F3-AEB2-38C36568F713}" srcOrd="0" destOrd="0" parTransId="{FE25EBF2-9195-4CD9-B22E-5BBE632A98BE}" sibTransId="{B9A38BD6-8458-44FA-ABD9-FEC05D21DE1A}"/>
    <dgm:cxn modelId="{54FBCCED-816E-448C-A087-D8F66C1E6666}" type="presOf" srcId="{D0BF641C-CC98-4FCF-AB9A-30A55EB60187}" destId="{23E2FB03-5345-4E4A-BDD1-F520F67345D7}" srcOrd="0" destOrd="0" presId="urn:microsoft.com/office/officeart/2005/8/layout/vList5"/>
    <dgm:cxn modelId="{B50B1CF0-F78C-4862-83B2-FC60D411A191}" type="presOf" srcId="{3D82A3BA-7A01-4AE2-8D73-84F508E07BD7}" destId="{C21741C9-3B75-40DD-AE1F-F9165B3B10C2}" srcOrd="0" destOrd="0" presId="urn:microsoft.com/office/officeart/2005/8/layout/vList5"/>
    <dgm:cxn modelId="{469882F3-93F6-425C-93FC-367A5CC3FA8F}" type="presOf" srcId="{8FC62B09-29E4-4C3F-B0BC-AE07CFF8F0AC}" destId="{306F51BA-D38B-44FA-90DC-825051204313}" srcOrd="0" destOrd="0" presId="urn:microsoft.com/office/officeart/2005/8/layout/vList5"/>
    <dgm:cxn modelId="{763C09F4-FB12-4707-8996-58BFAD296BF4}" srcId="{EB844253-93B3-4312-900B-8066C0107420}" destId="{4A0CA80F-5B40-4544-A44F-7AB38209C13F}" srcOrd="2" destOrd="0" parTransId="{226FE803-6D78-404B-AC6A-B46CA4C0D446}" sibTransId="{6F5D6BB6-AB18-425F-88A8-7B66667D4B8E}"/>
    <dgm:cxn modelId="{2F09EEF5-58D6-4489-9D29-4AD5E83BE13D}" type="presOf" srcId="{B994F14A-8D8C-4C49-A4B5-5E69E2DED942}" destId="{7A9B2EFD-6D4A-49FD-B054-352A7E23412B}" srcOrd="0" destOrd="0" presId="urn:microsoft.com/office/officeart/2005/8/layout/vList5"/>
    <dgm:cxn modelId="{D4084DFE-82C0-4A69-82BC-28543921AC22}" srcId="{EB844253-93B3-4312-900B-8066C0107420}" destId="{04717824-A284-4BEC-871F-3710501C619C}" srcOrd="11" destOrd="0" parTransId="{07C04187-7B98-4DD9-ADCA-97A13E3C05EB}" sibTransId="{96CDDC87-5B7E-4272-B42C-19892E58913C}"/>
    <dgm:cxn modelId="{58D42C36-8DB5-47C1-926C-EE9819085077}" type="presParOf" srcId="{A50D45AD-DCB6-440D-8E5A-EA6EB6A2CB6C}" destId="{946DEDF6-E787-4AEC-B468-8A53ED095AAF}" srcOrd="0" destOrd="0" presId="urn:microsoft.com/office/officeart/2005/8/layout/vList5"/>
    <dgm:cxn modelId="{1BF38EEA-54CA-4D2C-9163-599AA68F7609}" type="presParOf" srcId="{946DEDF6-E787-4AEC-B468-8A53ED095AAF}" destId="{73168BA6-4E76-4A78-BE3A-FD14F66504B5}" srcOrd="0" destOrd="0" presId="urn:microsoft.com/office/officeart/2005/8/layout/vList5"/>
    <dgm:cxn modelId="{506E21F1-96AA-48C4-AE68-3D8484812FE1}" type="presParOf" srcId="{946DEDF6-E787-4AEC-B468-8A53ED095AAF}" destId="{7A0AB0E4-7E87-4829-A6F8-739EF138D32D}" srcOrd="1" destOrd="0" presId="urn:microsoft.com/office/officeart/2005/8/layout/vList5"/>
    <dgm:cxn modelId="{89F57891-CEDF-4969-980C-25830F5F19D5}" type="presParOf" srcId="{A50D45AD-DCB6-440D-8E5A-EA6EB6A2CB6C}" destId="{DA2DCCF0-DCFF-4332-A802-0AD160F2E064}" srcOrd="1" destOrd="0" presId="urn:microsoft.com/office/officeart/2005/8/layout/vList5"/>
    <dgm:cxn modelId="{F8436B8D-2430-4BAC-918F-81A0D4463C79}" type="presParOf" srcId="{A50D45AD-DCB6-440D-8E5A-EA6EB6A2CB6C}" destId="{1A676DA7-D8F0-4ECA-8CB0-64880B0E7136}" srcOrd="2" destOrd="0" presId="urn:microsoft.com/office/officeart/2005/8/layout/vList5"/>
    <dgm:cxn modelId="{3D2578A0-0A2F-4573-9323-176CFB6C9C17}" type="presParOf" srcId="{1A676DA7-D8F0-4ECA-8CB0-64880B0E7136}" destId="{B8CC6654-7133-4590-8B4E-61B095C6152A}" srcOrd="0" destOrd="0" presId="urn:microsoft.com/office/officeart/2005/8/layout/vList5"/>
    <dgm:cxn modelId="{44D193C3-9BD8-44AA-A2ED-00991B113B86}" type="presParOf" srcId="{1A676DA7-D8F0-4ECA-8CB0-64880B0E7136}" destId="{60F39D50-712A-48E5-8019-E95459A4DADE}" srcOrd="1" destOrd="0" presId="urn:microsoft.com/office/officeart/2005/8/layout/vList5"/>
    <dgm:cxn modelId="{960B1B03-2DCE-4C06-9EF2-87E229129D9D}" type="presParOf" srcId="{A50D45AD-DCB6-440D-8E5A-EA6EB6A2CB6C}" destId="{5855047C-A40C-4BAF-8EFF-F697777896D6}" srcOrd="3" destOrd="0" presId="urn:microsoft.com/office/officeart/2005/8/layout/vList5"/>
    <dgm:cxn modelId="{A0D13756-E5C5-434E-B82C-3B31AC396642}" type="presParOf" srcId="{A50D45AD-DCB6-440D-8E5A-EA6EB6A2CB6C}" destId="{C22D6264-39F3-4C47-8CC7-A9F2FCD539CE}" srcOrd="4" destOrd="0" presId="urn:microsoft.com/office/officeart/2005/8/layout/vList5"/>
    <dgm:cxn modelId="{56CCBA96-94A4-4029-9EA5-4729AA5AA108}" type="presParOf" srcId="{C22D6264-39F3-4C47-8CC7-A9F2FCD539CE}" destId="{E31FC73A-7EE3-4567-806B-C5EA0E9966AA}" srcOrd="0" destOrd="0" presId="urn:microsoft.com/office/officeart/2005/8/layout/vList5"/>
    <dgm:cxn modelId="{D9D9D381-74D2-4612-8FDA-87020C5747CC}" type="presParOf" srcId="{C22D6264-39F3-4C47-8CC7-A9F2FCD539CE}" destId="{6FE64FDF-C30E-4298-9F5F-4522EBD87673}" srcOrd="1" destOrd="0" presId="urn:microsoft.com/office/officeart/2005/8/layout/vList5"/>
    <dgm:cxn modelId="{50DFC221-CA1E-4FC4-883F-DC0099271EBA}" type="presParOf" srcId="{A50D45AD-DCB6-440D-8E5A-EA6EB6A2CB6C}" destId="{C13238ED-0ADF-4BEB-8B4E-6DAE5621A8E0}" srcOrd="5" destOrd="0" presId="urn:microsoft.com/office/officeart/2005/8/layout/vList5"/>
    <dgm:cxn modelId="{FC8B8AE8-9960-4BDE-98FA-FBA8CA1BD63E}" type="presParOf" srcId="{A50D45AD-DCB6-440D-8E5A-EA6EB6A2CB6C}" destId="{32FAD725-EBBD-40EE-AD6D-15C223EBF58F}" srcOrd="6" destOrd="0" presId="urn:microsoft.com/office/officeart/2005/8/layout/vList5"/>
    <dgm:cxn modelId="{61F32681-0D2D-4C83-BF65-2C71E7CC0CE5}" type="presParOf" srcId="{32FAD725-EBBD-40EE-AD6D-15C223EBF58F}" destId="{5C78F441-D3EA-4840-A4BB-B261E81368AE}" srcOrd="0" destOrd="0" presId="urn:microsoft.com/office/officeart/2005/8/layout/vList5"/>
    <dgm:cxn modelId="{0E3351D5-3359-435D-AEEF-05253BCF9792}" type="presParOf" srcId="{32FAD725-EBBD-40EE-AD6D-15C223EBF58F}" destId="{49F8DF26-EAB2-4410-8B6F-556FD8635D6A}" srcOrd="1" destOrd="0" presId="urn:microsoft.com/office/officeart/2005/8/layout/vList5"/>
    <dgm:cxn modelId="{D22CBC28-D875-4400-8C1F-F343F4C19D52}" type="presParOf" srcId="{A50D45AD-DCB6-440D-8E5A-EA6EB6A2CB6C}" destId="{9DE7A600-3D1F-4C0B-8174-DE4B41926098}" srcOrd="7" destOrd="0" presId="urn:microsoft.com/office/officeart/2005/8/layout/vList5"/>
    <dgm:cxn modelId="{81D058AD-D39B-4E9A-859F-2EFB126A93B8}" type="presParOf" srcId="{A50D45AD-DCB6-440D-8E5A-EA6EB6A2CB6C}" destId="{D4048F73-C3FA-4CEF-8B0B-939F66D55C8C}" srcOrd="8" destOrd="0" presId="urn:microsoft.com/office/officeart/2005/8/layout/vList5"/>
    <dgm:cxn modelId="{E8F71F7A-B498-4F74-A115-97FED7616165}" type="presParOf" srcId="{D4048F73-C3FA-4CEF-8B0B-939F66D55C8C}" destId="{3DB735A7-F831-4A0B-BFC1-9CC9DB250B62}" srcOrd="0" destOrd="0" presId="urn:microsoft.com/office/officeart/2005/8/layout/vList5"/>
    <dgm:cxn modelId="{BF5DB73C-8AF7-415F-874E-8C556561C8C6}" type="presParOf" srcId="{D4048F73-C3FA-4CEF-8B0B-939F66D55C8C}" destId="{C21741C9-3B75-40DD-AE1F-F9165B3B10C2}" srcOrd="1" destOrd="0" presId="urn:microsoft.com/office/officeart/2005/8/layout/vList5"/>
    <dgm:cxn modelId="{F9028ABA-1CA2-4A10-AA9A-6804E1BB0797}" type="presParOf" srcId="{A50D45AD-DCB6-440D-8E5A-EA6EB6A2CB6C}" destId="{D012FDBD-3D7A-4767-B780-2A5D2B9F99D7}" srcOrd="9" destOrd="0" presId="urn:microsoft.com/office/officeart/2005/8/layout/vList5"/>
    <dgm:cxn modelId="{1E441923-C20A-4A27-ADF6-9C7825FEB4BA}" type="presParOf" srcId="{A50D45AD-DCB6-440D-8E5A-EA6EB6A2CB6C}" destId="{95A5CE31-DAF0-48AF-8836-E0BEC5DF6282}" srcOrd="10" destOrd="0" presId="urn:microsoft.com/office/officeart/2005/8/layout/vList5"/>
    <dgm:cxn modelId="{F2138F34-BA00-439B-94D2-E686D20E2231}" type="presParOf" srcId="{95A5CE31-DAF0-48AF-8836-E0BEC5DF6282}" destId="{80D8DC02-7008-4FCB-ABB4-E2F8C76E4355}" srcOrd="0" destOrd="0" presId="urn:microsoft.com/office/officeart/2005/8/layout/vList5"/>
    <dgm:cxn modelId="{1B9ADE15-9510-48DD-8BF7-3949538B911B}" type="presParOf" srcId="{95A5CE31-DAF0-48AF-8836-E0BEC5DF6282}" destId="{9885BB98-DD72-4321-8D47-B9EB403EF26F}" srcOrd="1" destOrd="0" presId="urn:microsoft.com/office/officeart/2005/8/layout/vList5"/>
    <dgm:cxn modelId="{2E3D36C4-DBD1-4816-8DB7-4D7817E15EE2}" type="presParOf" srcId="{A50D45AD-DCB6-440D-8E5A-EA6EB6A2CB6C}" destId="{F823F308-6B77-4487-BB1B-39463FFA175F}" srcOrd="11" destOrd="0" presId="urn:microsoft.com/office/officeart/2005/8/layout/vList5"/>
    <dgm:cxn modelId="{0C0BC91E-DE6B-4104-8631-A6000B9A1BB5}" type="presParOf" srcId="{A50D45AD-DCB6-440D-8E5A-EA6EB6A2CB6C}" destId="{15D92A4D-5C47-4100-A9CA-59D255CCD980}" srcOrd="12" destOrd="0" presId="urn:microsoft.com/office/officeart/2005/8/layout/vList5"/>
    <dgm:cxn modelId="{2ED96676-43D5-4B8F-A093-5DE6324E876F}" type="presParOf" srcId="{15D92A4D-5C47-4100-A9CA-59D255CCD980}" destId="{D7F16516-6BF2-426A-B9E0-436ED513E41C}" srcOrd="0" destOrd="0" presId="urn:microsoft.com/office/officeart/2005/8/layout/vList5"/>
    <dgm:cxn modelId="{F2FDB167-CC0E-4F35-9BCA-8646224BD52E}" type="presParOf" srcId="{15D92A4D-5C47-4100-A9CA-59D255CCD980}" destId="{5DE65753-9D0C-4495-ADCB-26CC86C12AE7}" srcOrd="1" destOrd="0" presId="urn:microsoft.com/office/officeart/2005/8/layout/vList5"/>
    <dgm:cxn modelId="{DF6F8B99-F260-41FF-90DC-9072BDB6F7A4}" type="presParOf" srcId="{A50D45AD-DCB6-440D-8E5A-EA6EB6A2CB6C}" destId="{41EEA3D8-24F8-48F7-A915-491A4B032778}" srcOrd="13" destOrd="0" presId="urn:microsoft.com/office/officeart/2005/8/layout/vList5"/>
    <dgm:cxn modelId="{688DA77E-7788-496B-B458-534BFB349F55}" type="presParOf" srcId="{A50D45AD-DCB6-440D-8E5A-EA6EB6A2CB6C}" destId="{9E133A6C-AF06-4E7A-AFD2-BF37CA88859D}" srcOrd="14" destOrd="0" presId="urn:microsoft.com/office/officeart/2005/8/layout/vList5"/>
    <dgm:cxn modelId="{53039A22-1B22-4798-8857-02FF0CDFC941}" type="presParOf" srcId="{9E133A6C-AF06-4E7A-AFD2-BF37CA88859D}" destId="{5F7615FB-745A-44EF-98EF-A7CDC66396B3}" srcOrd="0" destOrd="0" presId="urn:microsoft.com/office/officeart/2005/8/layout/vList5"/>
    <dgm:cxn modelId="{3669B6A6-9D5F-4EEA-ADBC-359018937241}" type="presParOf" srcId="{9E133A6C-AF06-4E7A-AFD2-BF37CA88859D}" destId="{7807EB57-253B-4EE6-A4A6-BEB8BFC56A8C}" srcOrd="1" destOrd="0" presId="urn:microsoft.com/office/officeart/2005/8/layout/vList5"/>
    <dgm:cxn modelId="{BED81289-F960-4712-A5BA-31E48A4D4DAD}" type="presParOf" srcId="{A50D45AD-DCB6-440D-8E5A-EA6EB6A2CB6C}" destId="{B82A2394-15C1-42CA-A195-829799AAD021}" srcOrd="15" destOrd="0" presId="urn:microsoft.com/office/officeart/2005/8/layout/vList5"/>
    <dgm:cxn modelId="{FBBE652D-D147-46E8-88CA-09614CA0C0A9}" type="presParOf" srcId="{A50D45AD-DCB6-440D-8E5A-EA6EB6A2CB6C}" destId="{50AAFD84-A6E4-4CFC-99F1-47DEE9C374BF}" srcOrd="16" destOrd="0" presId="urn:microsoft.com/office/officeart/2005/8/layout/vList5"/>
    <dgm:cxn modelId="{D2984212-29EC-4832-9E90-E1AFDED56096}" type="presParOf" srcId="{50AAFD84-A6E4-4CFC-99F1-47DEE9C374BF}" destId="{0274D994-4F66-46D8-9EFE-CCB7506FBE2D}" srcOrd="0" destOrd="0" presId="urn:microsoft.com/office/officeart/2005/8/layout/vList5"/>
    <dgm:cxn modelId="{172D587F-B5D2-4435-81E4-222B575D9D04}" type="presParOf" srcId="{50AAFD84-A6E4-4CFC-99F1-47DEE9C374BF}" destId="{EF90D3CF-C8CF-45F9-B9EC-1E5F6DCB8065}" srcOrd="1" destOrd="0" presId="urn:microsoft.com/office/officeart/2005/8/layout/vList5"/>
    <dgm:cxn modelId="{25900358-D9E1-469D-9D3E-52353A9121CF}" type="presParOf" srcId="{A50D45AD-DCB6-440D-8E5A-EA6EB6A2CB6C}" destId="{DF2283AD-4E1D-4307-8BA3-74705F353612}" srcOrd="17" destOrd="0" presId="urn:microsoft.com/office/officeart/2005/8/layout/vList5"/>
    <dgm:cxn modelId="{E0528269-1EC1-40F4-BB55-E5F5ABDC141D}" type="presParOf" srcId="{A50D45AD-DCB6-440D-8E5A-EA6EB6A2CB6C}" destId="{CBAA121C-00EA-4423-8937-F0FF5561AEC9}" srcOrd="18" destOrd="0" presId="urn:microsoft.com/office/officeart/2005/8/layout/vList5"/>
    <dgm:cxn modelId="{8D61F5AD-AC0E-4571-B151-08901DBAFA0C}" type="presParOf" srcId="{CBAA121C-00EA-4423-8937-F0FF5561AEC9}" destId="{7A9B2EFD-6D4A-49FD-B054-352A7E23412B}" srcOrd="0" destOrd="0" presId="urn:microsoft.com/office/officeart/2005/8/layout/vList5"/>
    <dgm:cxn modelId="{62C66970-8186-40D7-BE9C-E7D20B1505F6}" type="presParOf" srcId="{CBAA121C-00EA-4423-8937-F0FF5561AEC9}" destId="{304A83F1-945C-4588-BDB8-0C9AC52C00C3}" srcOrd="1" destOrd="0" presId="urn:microsoft.com/office/officeart/2005/8/layout/vList5"/>
    <dgm:cxn modelId="{E5B24137-2B3C-4629-90E1-488EC3D64FC2}" type="presParOf" srcId="{A50D45AD-DCB6-440D-8E5A-EA6EB6A2CB6C}" destId="{F0720894-CCFD-4F3C-8DB3-E3064BF08301}" srcOrd="19" destOrd="0" presId="urn:microsoft.com/office/officeart/2005/8/layout/vList5"/>
    <dgm:cxn modelId="{99F58BB3-50EA-4F63-9B73-58B488484FA8}" type="presParOf" srcId="{A50D45AD-DCB6-440D-8E5A-EA6EB6A2CB6C}" destId="{04C0A6AE-5AB7-4584-B637-8C284FC88817}" srcOrd="20" destOrd="0" presId="urn:microsoft.com/office/officeart/2005/8/layout/vList5"/>
    <dgm:cxn modelId="{E96E0542-0DDE-44D4-A0AA-2029BE40C0AD}" type="presParOf" srcId="{04C0A6AE-5AB7-4584-B637-8C284FC88817}" destId="{306F51BA-D38B-44FA-90DC-825051204313}" srcOrd="0" destOrd="0" presId="urn:microsoft.com/office/officeart/2005/8/layout/vList5"/>
    <dgm:cxn modelId="{BB70535E-EC9E-4C8E-B36B-5C63BF931E2A}" type="presParOf" srcId="{04C0A6AE-5AB7-4584-B637-8C284FC88817}" destId="{B6317744-E9EB-4DE7-A422-9425785CDA89}" srcOrd="1" destOrd="0" presId="urn:microsoft.com/office/officeart/2005/8/layout/vList5"/>
    <dgm:cxn modelId="{34E7ADD1-981F-4E01-ADBC-EB95CF3AB8AA}" type="presParOf" srcId="{A50D45AD-DCB6-440D-8E5A-EA6EB6A2CB6C}" destId="{1AECBABE-AB46-4204-8E5B-53BE7E8069F7}" srcOrd="21" destOrd="0" presId="urn:microsoft.com/office/officeart/2005/8/layout/vList5"/>
    <dgm:cxn modelId="{27ADDE2B-333E-4CA2-9A4C-843DC699155F}" type="presParOf" srcId="{A50D45AD-DCB6-440D-8E5A-EA6EB6A2CB6C}" destId="{0FFA62BF-41BD-4720-A50A-EE4A113F7E0C}" srcOrd="22" destOrd="0" presId="urn:microsoft.com/office/officeart/2005/8/layout/vList5"/>
    <dgm:cxn modelId="{5703AB37-A7E0-4627-AE48-07444DA15107}" type="presParOf" srcId="{0FFA62BF-41BD-4720-A50A-EE4A113F7E0C}" destId="{3D2AEBCD-2904-4A79-BF84-E42BF25060F1}" srcOrd="0" destOrd="0" presId="urn:microsoft.com/office/officeart/2005/8/layout/vList5"/>
    <dgm:cxn modelId="{A6960BEB-7603-4058-9F99-276563880EF6}" type="presParOf" srcId="{0FFA62BF-41BD-4720-A50A-EE4A113F7E0C}" destId="{23E2FB03-5345-4E4A-BDD1-F520F67345D7}" srcOrd="1" destOrd="0" presId="urn:microsoft.com/office/officeart/2005/8/layout/vList5"/>
    <dgm:cxn modelId="{76817D96-C6D6-4E30-A8EE-927F71BD9AA0}" type="presParOf" srcId="{A50D45AD-DCB6-440D-8E5A-EA6EB6A2CB6C}" destId="{C9FDE6B9-140F-4F9B-9936-518CE47C840B}" srcOrd="23" destOrd="0" presId="urn:microsoft.com/office/officeart/2005/8/layout/vList5"/>
    <dgm:cxn modelId="{9FA66FFC-7312-44ED-AD57-58BA4990A2E2}" type="presParOf" srcId="{A50D45AD-DCB6-440D-8E5A-EA6EB6A2CB6C}" destId="{25EDAF85-FA12-41EF-B827-B55A1CC65573}" srcOrd="24" destOrd="0" presId="urn:microsoft.com/office/officeart/2005/8/layout/vList5"/>
    <dgm:cxn modelId="{CC861B13-0721-437B-B793-40CAFAF331D4}" type="presParOf" srcId="{25EDAF85-FA12-41EF-B827-B55A1CC65573}" destId="{BD6F210F-A011-4094-8125-E4508386FDD8}" srcOrd="0" destOrd="0" presId="urn:microsoft.com/office/officeart/2005/8/layout/vList5"/>
    <dgm:cxn modelId="{B5058F6E-3F44-48FD-800F-19CA5FB6E37A}" type="presParOf" srcId="{25EDAF85-FA12-41EF-B827-B55A1CC65573}" destId="{F4E23466-F9B7-4B21-9A46-03AD65CAF3D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C1C60-86EE-480D-BBCF-BA6E702594B7}">
      <dsp:nvSpPr>
        <dsp:cNvPr id="0" name=""/>
        <dsp:cNvSpPr/>
      </dsp:nvSpPr>
      <dsp:spPr>
        <a:xfrm>
          <a:off x="892997" y="440234"/>
          <a:ext cx="711615" cy="7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EB3EDF-579B-4904-9B8B-7FBD4CFBDE39}">
      <dsp:nvSpPr>
        <dsp:cNvPr id="0" name=""/>
        <dsp:cNvSpPr/>
      </dsp:nvSpPr>
      <dsp:spPr>
        <a:xfrm>
          <a:off x="1647310" y="380436"/>
          <a:ext cx="81835" cy="153701"/>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FB42927-A7BB-46D0-A9D5-9A12D76DB57F}">
      <dsp:nvSpPr>
        <dsp:cNvPr id="0" name=""/>
        <dsp:cNvSpPr/>
      </dsp:nvSpPr>
      <dsp:spPr>
        <a:xfrm>
          <a:off x="459374" y="95599"/>
          <a:ext cx="689343" cy="68934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0" tIns="26750" rIns="26750" bIns="26750" numCol="1" spcCol="1270" anchor="ctr" anchorCtr="0">
          <a:noAutofit/>
        </a:bodyPr>
        <a:lstStyle/>
        <a:p>
          <a:pPr marL="0" lvl="0" indent="0" algn="ctr" defTabSz="1511300">
            <a:lnSpc>
              <a:spcPct val="90000"/>
            </a:lnSpc>
            <a:spcBef>
              <a:spcPct val="0"/>
            </a:spcBef>
            <a:spcAft>
              <a:spcPct val="35000"/>
            </a:spcAft>
            <a:buNone/>
          </a:pPr>
          <a:r>
            <a:rPr lang="en-US" sz="3400" kern="1200"/>
            <a:t>1</a:t>
          </a:r>
        </a:p>
      </dsp:txBody>
      <dsp:txXfrm>
        <a:off x="560326" y="196551"/>
        <a:ext cx="487439" cy="487439"/>
      </dsp:txXfrm>
    </dsp:sp>
    <dsp:sp modelId="{4CF4943C-64D2-4900-97AD-933BE3069BE0}">
      <dsp:nvSpPr>
        <dsp:cNvPr id="0" name=""/>
        <dsp:cNvSpPr/>
      </dsp:nvSpPr>
      <dsp:spPr>
        <a:xfrm>
          <a:off x="3478" y="950372"/>
          <a:ext cx="1601135" cy="24570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6299" tIns="165100" rIns="126299" bIns="165100" numCol="1" spcCol="1270" anchor="t" anchorCtr="0">
          <a:noAutofit/>
        </a:bodyPr>
        <a:lstStyle/>
        <a:p>
          <a:pPr marL="0" lvl="0" indent="0" algn="l" defTabSz="711200">
            <a:lnSpc>
              <a:spcPct val="90000"/>
            </a:lnSpc>
            <a:spcBef>
              <a:spcPct val="0"/>
            </a:spcBef>
            <a:spcAft>
              <a:spcPct val="35000"/>
            </a:spcAft>
            <a:buNone/>
          </a:pPr>
          <a:r>
            <a:rPr lang="en-GB" sz="1600" b="1" i="0" kern="1200" dirty="0"/>
            <a:t>Defines the objectives of the usability test</a:t>
          </a:r>
          <a:r>
            <a:rPr lang="en-GB" sz="1600" b="0" i="0" kern="1200" dirty="0"/>
            <a:t>, including what specific aspects of the product or system you want to evaluate.</a:t>
          </a:r>
          <a:endParaRPr lang="en-US" sz="1600" kern="1200" dirty="0"/>
        </a:p>
      </dsp:txBody>
      <dsp:txXfrm>
        <a:off x="3478" y="1270599"/>
        <a:ext cx="1601135" cy="2136773"/>
      </dsp:txXfrm>
    </dsp:sp>
    <dsp:sp modelId="{DBB1D2B0-DF5D-41E1-B80F-A95A78C64844}">
      <dsp:nvSpPr>
        <dsp:cNvPr id="0" name=""/>
        <dsp:cNvSpPr/>
      </dsp:nvSpPr>
      <dsp:spPr>
        <a:xfrm>
          <a:off x="1782517" y="440588"/>
          <a:ext cx="1601135"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FFBC07-8E6A-463D-98DF-AAF48849FBF0}">
      <dsp:nvSpPr>
        <dsp:cNvPr id="0" name=""/>
        <dsp:cNvSpPr/>
      </dsp:nvSpPr>
      <dsp:spPr>
        <a:xfrm>
          <a:off x="3426349" y="380728"/>
          <a:ext cx="81835" cy="154016"/>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A1F8F4-3D8B-4106-AFBC-C24E567641F3}">
      <dsp:nvSpPr>
        <dsp:cNvPr id="0" name=""/>
        <dsp:cNvSpPr/>
      </dsp:nvSpPr>
      <dsp:spPr>
        <a:xfrm>
          <a:off x="2238413" y="95952"/>
          <a:ext cx="689343" cy="68934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0" tIns="26750" rIns="26750" bIns="26750" numCol="1" spcCol="1270" anchor="ctr" anchorCtr="0">
          <a:noAutofit/>
        </a:bodyPr>
        <a:lstStyle/>
        <a:p>
          <a:pPr marL="0" lvl="0" indent="0" algn="ctr" defTabSz="1511300">
            <a:lnSpc>
              <a:spcPct val="90000"/>
            </a:lnSpc>
            <a:spcBef>
              <a:spcPct val="0"/>
            </a:spcBef>
            <a:spcAft>
              <a:spcPct val="35000"/>
            </a:spcAft>
            <a:buNone/>
          </a:pPr>
          <a:r>
            <a:rPr lang="en-US" sz="3400" kern="1200"/>
            <a:t>2</a:t>
          </a:r>
        </a:p>
      </dsp:txBody>
      <dsp:txXfrm>
        <a:off x="2339365" y="196904"/>
        <a:ext cx="487439" cy="487439"/>
      </dsp:txXfrm>
    </dsp:sp>
    <dsp:sp modelId="{05CEA3D8-72FA-4E5A-AEF5-6C80C8AF3F2F}">
      <dsp:nvSpPr>
        <dsp:cNvPr id="0" name=""/>
        <dsp:cNvSpPr/>
      </dsp:nvSpPr>
      <dsp:spPr>
        <a:xfrm>
          <a:off x="1782517" y="951248"/>
          <a:ext cx="1601135" cy="24570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6299" tIns="165100" rIns="126299" bIns="165100" numCol="1" spcCol="1270" anchor="t" anchorCtr="0">
          <a:noAutofit/>
        </a:bodyPr>
        <a:lstStyle/>
        <a:p>
          <a:pPr marL="0" lvl="0" indent="0" algn="l" defTabSz="711200">
            <a:lnSpc>
              <a:spcPct val="90000"/>
            </a:lnSpc>
            <a:spcBef>
              <a:spcPct val="0"/>
            </a:spcBef>
            <a:spcAft>
              <a:spcPct val="35000"/>
            </a:spcAft>
            <a:buNone/>
          </a:pPr>
          <a:r>
            <a:rPr lang="en-GB" sz="1600" b="0" i="0" kern="1200" dirty="0"/>
            <a:t>Identifies the </a:t>
          </a:r>
          <a:r>
            <a:rPr lang="en-GB" sz="1600" b="1" i="0" kern="1200" dirty="0"/>
            <a:t>target user </a:t>
          </a:r>
          <a:r>
            <a:rPr lang="en-GB" sz="1600" b="0" i="0" kern="1200" dirty="0"/>
            <a:t>group or demographic.</a:t>
          </a:r>
          <a:endParaRPr lang="en-US" sz="1600" kern="1200" dirty="0"/>
        </a:p>
      </dsp:txBody>
      <dsp:txXfrm>
        <a:off x="1782517" y="1271475"/>
        <a:ext cx="1601135" cy="2136773"/>
      </dsp:txXfrm>
    </dsp:sp>
    <dsp:sp modelId="{A4E736AB-DB66-4F00-BAD1-6AEBE7BAECED}">
      <dsp:nvSpPr>
        <dsp:cNvPr id="0" name=""/>
        <dsp:cNvSpPr/>
      </dsp:nvSpPr>
      <dsp:spPr>
        <a:xfrm>
          <a:off x="3561556" y="440588"/>
          <a:ext cx="1601135"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D6BC748-900C-4973-980F-1E644EAE971F}">
      <dsp:nvSpPr>
        <dsp:cNvPr id="0" name=""/>
        <dsp:cNvSpPr/>
      </dsp:nvSpPr>
      <dsp:spPr>
        <a:xfrm>
          <a:off x="5205388" y="380728"/>
          <a:ext cx="81835" cy="154016"/>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4F4ED-6F96-4FD3-82DF-78CE639807F8}">
      <dsp:nvSpPr>
        <dsp:cNvPr id="0" name=""/>
        <dsp:cNvSpPr/>
      </dsp:nvSpPr>
      <dsp:spPr>
        <a:xfrm>
          <a:off x="4017452" y="95952"/>
          <a:ext cx="689343" cy="68934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0" tIns="26750" rIns="26750" bIns="26750" numCol="1" spcCol="1270" anchor="ctr" anchorCtr="0">
          <a:noAutofit/>
        </a:bodyPr>
        <a:lstStyle/>
        <a:p>
          <a:pPr marL="0" lvl="0" indent="0" algn="ctr" defTabSz="1511300">
            <a:lnSpc>
              <a:spcPct val="90000"/>
            </a:lnSpc>
            <a:spcBef>
              <a:spcPct val="0"/>
            </a:spcBef>
            <a:spcAft>
              <a:spcPct val="35000"/>
            </a:spcAft>
            <a:buNone/>
          </a:pPr>
          <a:r>
            <a:rPr lang="en-US" sz="3400" kern="1200"/>
            <a:t>3</a:t>
          </a:r>
        </a:p>
      </dsp:txBody>
      <dsp:txXfrm>
        <a:off x="4118404" y="196904"/>
        <a:ext cx="487439" cy="487439"/>
      </dsp:txXfrm>
    </dsp:sp>
    <dsp:sp modelId="{FD75B8FD-5136-4D8D-B67D-B1740DB64491}">
      <dsp:nvSpPr>
        <dsp:cNvPr id="0" name=""/>
        <dsp:cNvSpPr/>
      </dsp:nvSpPr>
      <dsp:spPr>
        <a:xfrm>
          <a:off x="3561556" y="951248"/>
          <a:ext cx="1601135" cy="24570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6299" tIns="165100" rIns="126299" bIns="165100" numCol="1" spcCol="1270" anchor="t" anchorCtr="0">
          <a:noAutofit/>
        </a:bodyPr>
        <a:lstStyle/>
        <a:p>
          <a:pPr marL="0" lvl="0" indent="0" algn="l" defTabSz="711200">
            <a:lnSpc>
              <a:spcPct val="90000"/>
            </a:lnSpc>
            <a:spcBef>
              <a:spcPct val="0"/>
            </a:spcBef>
            <a:spcAft>
              <a:spcPct val="35000"/>
            </a:spcAft>
            <a:buNone/>
          </a:pPr>
          <a:r>
            <a:rPr lang="en-GB" sz="1600" b="0" i="0" kern="1200" dirty="0"/>
            <a:t>Specifies the usability test </a:t>
          </a:r>
          <a:r>
            <a:rPr lang="en-GB" sz="1600" b="1" i="0" kern="1200" dirty="0"/>
            <a:t>scenarios</a:t>
          </a:r>
          <a:r>
            <a:rPr lang="en-GB" sz="1600" b="0" i="0" kern="1200" dirty="0"/>
            <a:t> and tasks that participants will complete during the test.</a:t>
          </a:r>
          <a:endParaRPr lang="en-US" sz="1600" kern="1200" dirty="0"/>
        </a:p>
      </dsp:txBody>
      <dsp:txXfrm>
        <a:off x="3561556" y="1271475"/>
        <a:ext cx="1601135" cy="2136773"/>
      </dsp:txXfrm>
    </dsp:sp>
    <dsp:sp modelId="{1740E341-D58C-4FD2-8E04-8A581505B3EB}">
      <dsp:nvSpPr>
        <dsp:cNvPr id="0" name=""/>
        <dsp:cNvSpPr/>
      </dsp:nvSpPr>
      <dsp:spPr>
        <a:xfrm>
          <a:off x="5340595" y="440588"/>
          <a:ext cx="800567"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C8A3FA-FFFA-4DBF-8F53-DC805B110091}">
      <dsp:nvSpPr>
        <dsp:cNvPr id="0" name=""/>
        <dsp:cNvSpPr/>
      </dsp:nvSpPr>
      <dsp:spPr>
        <a:xfrm>
          <a:off x="5796491" y="95952"/>
          <a:ext cx="689343" cy="68934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0" tIns="26750" rIns="26750" bIns="26750" numCol="1" spcCol="1270" anchor="ctr" anchorCtr="0">
          <a:noAutofit/>
        </a:bodyPr>
        <a:lstStyle/>
        <a:p>
          <a:pPr marL="0" lvl="0" indent="0" algn="ctr" defTabSz="1511300">
            <a:lnSpc>
              <a:spcPct val="90000"/>
            </a:lnSpc>
            <a:spcBef>
              <a:spcPct val="0"/>
            </a:spcBef>
            <a:spcAft>
              <a:spcPct val="35000"/>
            </a:spcAft>
            <a:buNone/>
          </a:pPr>
          <a:r>
            <a:rPr lang="en-US" sz="3400" kern="1200"/>
            <a:t>4</a:t>
          </a:r>
        </a:p>
      </dsp:txBody>
      <dsp:txXfrm>
        <a:off x="5897443" y="196904"/>
        <a:ext cx="487439" cy="487439"/>
      </dsp:txXfrm>
    </dsp:sp>
    <dsp:sp modelId="{82869B71-0E74-4940-94B9-EC047BA5E930}">
      <dsp:nvSpPr>
        <dsp:cNvPr id="0" name=""/>
        <dsp:cNvSpPr/>
      </dsp:nvSpPr>
      <dsp:spPr>
        <a:xfrm>
          <a:off x="5340595" y="951248"/>
          <a:ext cx="1601135" cy="24570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6299" tIns="165100" rIns="126299" bIns="165100" numCol="1" spcCol="1270" anchor="t" anchorCtr="0">
          <a:noAutofit/>
        </a:bodyPr>
        <a:lstStyle/>
        <a:p>
          <a:pPr marL="0" lvl="0" indent="0" algn="l" defTabSz="666750">
            <a:lnSpc>
              <a:spcPct val="90000"/>
            </a:lnSpc>
            <a:spcBef>
              <a:spcPct val="0"/>
            </a:spcBef>
            <a:spcAft>
              <a:spcPct val="35000"/>
            </a:spcAft>
            <a:buNone/>
          </a:pPr>
          <a:r>
            <a:rPr lang="en-GB" sz="1500" b="0" i="0" kern="1200" dirty="0"/>
            <a:t>Determines the </a:t>
          </a:r>
          <a:r>
            <a:rPr lang="en-GB" sz="1500" b="1" i="0" kern="1200" dirty="0"/>
            <a:t>location</a:t>
          </a:r>
          <a:r>
            <a:rPr lang="en-GB" sz="1500" b="0" i="0" kern="1200" dirty="0"/>
            <a:t> and </a:t>
          </a:r>
          <a:r>
            <a:rPr lang="en-GB" sz="1500" b="1" i="0" kern="1200" dirty="0"/>
            <a:t>logistics</a:t>
          </a:r>
          <a:r>
            <a:rPr lang="en-GB" sz="1500" b="0" i="0" kern="1200" dirty="0"/>
            <a:t> of the usability test, including how many participants you need, the equipment required, and the timeline.</a:t>
          </a:r>
          <a:endParaRPr lang="en-US" sz="1500" kern="1200" dirty="0"/>
        </a:p>
      </dsp:txBody>
      <dsp:txXfrm>
        <a:off x="5340595" y="1271475"/>
        <a:ext cx="1601135" cy="21367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57418C-7D4A-4A0C-A527-599C1F94764B}">
      <dsp:nvSpPr>
        <dsp:cNvPr id="0" name=""/>
        <dsp:cNvSpPr/>
      </dsp:nvSpPr>
      <dsp:spPr>
        <a:xfrm>
          <a:off x="0" y="7180"/>
          <a:ext cx="8153400" cy="8988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A8DF75-0EC4-466E-9F1E-91A65E39E3AD}">
      <dsp:nvSpPr>
        <dsp:cNvPr id="0" name=""/>
        <dsp:cNvSpPr/>
      </dsp:nvSpPr>
      <dsp:spPr>
        <a:xfrm>
          <a:off x="271893" y="209415"/>
          <a:ext cx="494351" cy="494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323CF0-7BAB-4350-BEA8-4303E0C71C86}">
      <dsp:nvSpPr>
        <dsp:cNvPr id="0" name=""/>
        <dsp:cNvSpPr/>
      </dsp:nvSpPr>
      <dsp:spPr>
        <a:xfrm>
          <a:off x="1007030" y="7180"/>
          <a:ext cx="2387557" cy="89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25" tIns="95125" rIns="95125" bIns="95125" numCol="1" spcCol="1270" anchor="ctr" anchorCtr="0">
          <a:noAutofit/>
        </a:bodyPr>
        <a:lstStyle/>
        <a:p>
          <a:pPr marL="0" lvl="0" indent="0" algn="l" defTabSz="755650">
            <a:lnSpc>
              <a:spcPct val="100000"/>
            </a:lnSpc>
            <a:spcBef>
              <a:spcPct val="0"/>
            </a:spcBef>
            <a:spcAft>
              <a:spcPct val="35000"/>
            </a:spcAft>
            <a:buNone/>
          </a:pPr>
          <a:r>
            <a:rPr lang="en-GB" sz="1700" b="0" kern="1200" dirty="0">
              <a:solidFill>
                <a:schemeClr val="accent2">
                  <a:lumMod val="75000"/>
                </a:schemeClr>
              </a:solidFill>
            </a:rPr>
            <a:t>It serves as a blueprint for the study</a:t>
          </a:r>
          <a:endParaRPr lang="en-US" sz="1700" b="0" kern="1200" dirty="0">
            <a:solidFill>
              <a:schemeClr val="accent2">
                <a:lumMod val="75000"/>
              </a:schemeClr>
            </a:solidFill>
          </a:endParaRPr>
        </a:p>
      </dsp:txBody>
      <dsp:txXfrm>
        <a:off x="1007030" y="7180"/>
        <a:ext cx="2387557" cy="898820"/>
      </dsp:txXfrm>
    </dsp:sp>
    <dsp:sp modelId="{767BB8A7-F842-48E5-8942-A3125DEA5F36}">
      <dsp:nvSpPr>
        <dsp:cNvPr id="0" name=""/>
        <dsp:cNvSpPr/>
      </dsp:nvSpPr>
      <dsp:spPr>
        <a:xfrm>
          <a:off x="3997870" y="7180"/>
          <a:ext cx="3444201" cy="89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25" tIns="95125" rIns="95125" bIns="95125" numCol="1" spcCol="1270" anchor="ctr" anchorCtr="0">
          <a:noAutofit/>
        </a:bodyPr>
        <a:lstStyle/>
        <a:p>
          <a:pPr marL="0" lvl="0" indent="0" algn="l" defTabSz="622300">
            <a:lnSpc>
              <a:spcPct val="100000"/>
            </a:lnSpc>
            <a:spcBef>
              <a:spcPct val="0"/>
            </a:spcBef>
            <a:spcAft>
              <a:spcPct val="35000"/>
            </a:spcAft>
            <a:buNone/>
          </a:pPr>
          <a:r>
            <a:rPr lang="en-GB" sz="1400" kern="1200" dirty="0"/>
            <a:t>The test plan describes exactly how you will go about testing your product</a:t>
          </a:r>
          <a:endParaRPr lang="en-US" sz="1400" kern="1200" dirty="0"/>
        </a:p>
      </dsp:txBody>
      <dsp:txXfrm>
        <a:off x="3997870" y="7180"/>
        <a:ext cx="3444201" cy="898820"/>
      </dsp:txXfrm>
    </dsp:sp>
    <dsp:sp modelId="{A021348C-91E1-4D7E-8B88-BA3840C4C54F}">
      <dsp:nvSpPr>
        <dsp:cNvPr id="0" name=""/>
        <dsp:cNvSpPr/>
      </dsp:nvSpPr>
      <dsp:spPr>
        <a:xfrm>
          <a:off x="0" y="1130706"/>
          <a:ext cx="8153400" cy="8988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17E4B7-8E45-48F1-9C95-4B0EEE89CAE5}">
      <dsp:nvSpPr>
        <dsp:cNvPr id="0" name=""/>
        <dsp:cNvSpPr/>
      </dsp:nvSpPr>
      <dsp:spPr>
        <a:xfrm>
          <a:off x="271893" y="1332940"/>
          <a:ext cx="494351" cy="494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9AAC82-8937-4772-8176-A07D65F51075}">
      <dsp:nvSpPr>
        <dsp:cNvPr id="0" name=""/>
        <dsp:cNvSpPr/>
      </dsp:nvSpPr>
      <dsp:spPr>
        <a:xfrm>
          <a:off x="932995" y="1130706"/>
          <a:ext cx="2751738" cy="89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25" tIns="95125" rIns="95125" bIns="95125" numCol="1" spcCol="1270" anchor="ctr" anchorCtr="0">
          <a:noAutofit/>
        </a:bodyPr>
        <a:lstStyle/>
        <a:p>
          <a:pPr marL="0" lvl="0" indent="0" algn="l" defTabSz="755650">
            <a:lnSpc>
              <a:spcPct val="100000"/>
            </a:lnSpc>
            <a:spcBef>
              <a:spcPct val="0"/>
            </a:spcBef>
            <a:spcAft>
              <a:spcPct val="35000"/>
            </a:spcAft>
            <a:buNone/>
          </a:pPr>
          <a:r>
            <a:rPr lang="en-GB" sz="1700" b="0" kern="1200" dirty="0">
              <a:solidFill>
                <a:schemeClr val="accent2">
                  <a:lumMod val="75000"/>
                </a:schemeClr>
              </a:solidFill>
            </a:rPr>
            <a:t>It serves as the main communication vehicle between the team</a:t>
          </a:r>
          <a:endParaRPr lang="en-US" sz="1700" b="0" kern="1200" dirty="0">
            <a:solidFill>
              <a:schemeClr val="accent2">
                <a:lumMod val="75000"/>
              </a:schemeClr>
            </a:solidFill>
          </a:endParaRPr>
        </a:p>
      </dsp:txBody>
      <dsp:txXfrm>
        <a:off x="932995" y="1130706"/>
        <a:ext cx="2751738" cy="898820"/>
      </dsp:txXfrm>
    </dsp:sp>
    <dsp:sp modelId="{9314AD7D-2429-4E80-91CA-08830C745CFA}">
      <dsp:nvSpPr>
        <dsp:cNvPr id="0" name=""/>
        <dsp:cNvSpPr/>
      </dsp:nvSpPr>
      <dsp:spPr>
        <a:xfrm>
          <a:off x="4016741" y="1130706"/>
          <a:ext cx="4136658" cy="89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25" tIns="95125" rIns="95125" bIns="95125" numCol="1" spcCol="1270" anchor="ctr" anchorCtr="0">
          <a:noAutofit/>
        </a:bodyPr>
        <a:lstStyle/>
        <a:p>
          <a:pPr marL="0" lvl="0" indent="0" algn="l" defTabSz="622300">
            <a:lnSpc>
              <a:spcPts val="1400"/>
            </a:lnSpc>
            <a:spcBef>
              <a:spcPct val="0"/>
            </a:spcBef>
            <a:spcAft>
              <a:spcPts val="0"/>
            </a:spcAft>
            <a:buNone/>
          </a:pPr>
          <a:r>
            <a:rPr lang="en-GB" sz="1400" kern="1200" dirty="0"/>
            <a:t>So people will know what needs to be ready and when</a:t>
          </a:r>
          <a:endParaRPr lang="en-US" sz="1400" kern="1200" dirty="0"/>
        </a:p>
        <a:p>
          <a:pPr marL="0" lvl="0" indent="0" algn="l" defTabSz="622300">
            <a:lnSpc>
              <a:spcPts val="1400"/>
            </a:lnSpc>
            <a:spcBef>
              <a:spcPct val="0"/>
            </a:spcBef>
            <a:spcAft>
              <a:spcPts val="0"/>
            </a:spcAft>
            <a:buNone/>
          </a:pPr>
          <a:r>
            <a:rPr lang="en-GB" sz="1400" kern="1200" dirty="0"/>
            <a:t>They will know what is their involvement and when</a:t>
          </a:r>
          <a:endParaRPr lang="en-US" sz="1400" kern="1200" dirty="0"/>
        </a:p>
        <a:p>
          <a:pPr marL="0" lvl="0" indent="0" algn="l" defTabSz="622300">
            <a:lnSpc>
              <a:spcPts val="1400"/>
            </a:lnSpc>
            <a:spcBef>
              <a:spcPct val="0"/>
            </a:spcBef>
            <a:spcAft>
              <a:spcPts val="0"/>
            </a:spcAft>
            <a:buNone/>
          </a:pPr>
          <a:r>
            <a:rPr lang="en-GB" sz="1400" kern="1200" dirty="0"/>
            <a:t>It is a means by which people can provide recommendations and feedback</a:t>
          </a:r>
          <a:endParaRPr lang="en-US" sz="1400" kern="1200" dirty="0"/>
        </a:p>
      </dsp:txBody>
      <dsp:txXfrm>
        <a:off x="4016741" y="1130706"/>
        <a:ext cx="4136658" cy="898820"/>
      </dsp:txXfrm>
    </dsp:sp>
    <dsp:sp modelId="{BFD4E682-1806-4471-9FA4-6EC5F0EFBFA3}">
      <dsp:nvSpPr>
        <dsp:cNvPr id="0" name=""/>
        <dsp:cNvSpPr/>
      </dsp:nvSpPr>
      <dsp:spPr>
        <a:xfrm>
          <a:off x="0" y="2254232"/>
          <a:ext cx="8153400" cy="8988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C145AB-1D67-4374-A3E2-C3AD5B490A47}">
      <dsp:nvSpPr>
        <dsp:cNvPr id="0" name=""/>
        <dsp:cNvSpPr/>
      </dsp:nvSpPr>
      <dsp:spPr>
        <a:xfrm>
          <a:off x="271893" y="2456466"/>
          <a:ext cx="494351" cy="494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994091-83F7-4FE7-9F3B-458F6B6C6061}">
      <dsp:nvSpPr>
        <dsp:cNvPr id="0" name=""/>
        <dsp:cNvSpPr/>
      </dsp:nvSpPr>
      <dsp:spPr>
        <a:xfrm>
          <a:off x="1007052" y="2254232"/>
          <a:ext cx="2251195" cy="89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25" tIns="95125" rIns="95125" bIns="95125" numCol="1" spcCol="1270" anchor="ctr" anchorCtr="0">
          <a:noAutofit/>
        </a:bodyPr>
        <a:lstStyle/>
        <a:p>
          <a:pPr marL="0" lvl="0" indent="0" algn="l" defTabSz="755650">
            <a:lnSpc>
              <a:spcPct val="100000"/>
            </a:lnSpc>
            <a:spcBef>
              <a:spcPct val="0"/>
            </a:spcBef>
            <a:spcAft>
              <a:spcPct val="35000"/>
            </a:spcAft>
            <a:buNone/>
          </a:pPr>
          <a:r>
            <a:rPr lang="en-GB" sz="1700" b="0" kern="1200" dirty="0">
              <a:solidFill>
                <a:schemeClr val="accent2">
                  <a:lumMod val="75000"/>
                </a:schemeClr>
              </a:solidFill>
            </a:rPr>
            <a:t>It defines or implies required resources</a:t>
          </a:r>
          <a:endParaRPr lang="en-US" sz="1700" b="0" kern="1200" dirty="0">
            <a:solidFill>
              <a:schemeClr val="accent2">
                <a:lumMod val="75000"/>
              </a:schemeClr>
            </a:solidFill>
          </a:endParaRPr>
        </a:p>
      </dsp:txBody>
      <dsp:txXfrm>
        <a:off x="1007052" y="2254232"/>
        <a:ext cx="2251195" cy="898820"/>
      </dsp:txXfrm>
    </dsp:sp>
    <dsp:sp modelId="{6E907C31-C58D-42B6-8D03-0F54226917B6}">
      <dsp:nvSpPr>
        <dsp:cNvPr id="0" name=""/>
        <dsp:cNvSpPr/>
      </dsp:nvSpPr>
      <dsp:spPr>
        <a:xfrm>
          <a:off x="0" y="3423525"/>
          <a:ext cx="8153400" cy="11715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1E4A0B-31AE-460A-BF34-40E0D8533714}">
      <dsp:nvSpPr>
        <dsp:cNvPr id="0" name=""/>
        <dsp:cNvSpPr/>
      </dsp:nvSpPr>
      <dsp:spPr>
        <a:xfrm>
          <a:off x="271893" y="3762115"/>
          <a:ext cx="494351" cy="494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38413F-5D5D-4305-AAC0-E03C9E044895}">
      <dsp:nvSpPr>
        <dsp:cNvPr id="0" name=""/>
        <dsp:cNvSpPr/>
      </dsp:nvSpPr>
      <dsp:spPr>
        <a:xfrm>
          <a:off x="1007037" y="3554587"/>
          <a:ext cx="2592012" cy="89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25" tIns="95125" rIns="95125" bIns="95125" numCol="1" spcCol="1270" anchor="ctr" anchorCtr="0">
          <a:noAutofit/>
        </a:bodyPr>
        <a:lstStyle/>
        <a:p>
          <a:pPr marL="0" lvl="0" indent="0" algn="l" defTabSz="755650">
            <a:lnSpc>
              <a:spcPct val="100000"/>
            </a:lnSpc>
            <a:spcBef>
              <a:spcPct val="0"/>
            </a:spcBef>
            <a:spcAft>
              <a:spcPct val="35000"/>
            </a:spcAft>
            <a:buNone/>
          </a:pPr>
          <a:r>
            <a:rPr lang="en-GB" sz="1700" b="0" kern="1200" dirty="0">
              <a:solidFill>
                <a:schemeClr val="accent2">
                  <a:lumMod val="75000"/>
                </a:schemeClr>
              </a:solidFill>
            </a:rPr>
            <a:t>It provides a focal point for the test and a milestone</a:t>
          </a:r>
          <a:endParaRPr lang="en-US" sz="1700" b="0" kern="1200" dirty="0">
            <a:solidFill>
              <a:schemeClr val="accent2">
                <a:lumMod val="75000"/>
              </a:schemeClr>
            </a:solidFill>
          </a:endParaRPr>
        </a:p>
      </dsp:txBody>
      <dsp:txXfrm>
        <a:off x="1007037" y="3554587"/>
        <a:ext cx="2592012" cy="898820"/>
      </dsp:txXfrm>
    </dsp:sp>
    <dsp:sp modelId="{900440E8-8F5C-4005-B8F1-283589E2BF3D}">
      <dsp:nvSpPr>
        <dsp:cNvPr id="0" name=""/>
        <dsp:cNvSpPr/>
      </dsp:nvSpPr>
      <dsp:spPr>
        <a:xfrm>
          <a:off x="4009213" y="3377757"/>
          <a:ext cx="3669762" cy="1263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25" tIns="95125" rIns="95125" bIns="95125" numCol="1" spcCol="1270" anchor="ctr" anchorCtr="0">
          <a:noAutofit/>
        </a:bodyPr>
        <a:lstStyle/>
        <a:p>
          <a:pPr marL="0" lvl="0" indent="0" algn="l" defTabSz="622300">
            <a:lnSpc>
              <a:spcPct val="100000"/>
            </a:lnSpc>
            <a:spcBef>
              <a:spcPct val="0"/>
            </a:spcBef>
            <a:spcAft>
              <a:spcPct val="35000"/>
            </a:spcAft>
            <a:buNone/>
          </a:pPr>
          <a:r>
            <a:rPr lang="en-GB" sz="1400" kern="1200" dirty="0"/>
            <a:t>By developing the test in stages it gives time to understand the test objectives and talk to the people who will be involved and accommodate changes</a:t>
          </a:r>
          <a:endParaRPr lang="en-US" sz="1400" kern="1200" dirty="0"/>
        </a:p>
        <a:p>
          <a:pPr marL="0" lvl="0" indent="0" algn="l" defTabSz="622300">
            <a:lnSpc>
              <a:spcPct val="100000"/>
            </a:lnSpc>
            <a:spcBef>
              <a:spcPct val="0"/>
            </a:spcBef>
            <a:spcAft>
              <a:spcPct val="35000"/>
            </a:spcAft>
            <a:buNone/>
          </a:pPr>
          <a:r>
            <a:rPr lang="en-GB" sz="1400" kern="1200" dirty="0"/>
            <a:t>The test plan implies a systematic approach</a:t>
          </a:r>
          <a:endParaRPr lang="en-US" sz="1400" kern="1200" dirty="0"/>
        </a:p>
      </dsp:txBody>
      <dsp:txXfrm>
        <a:off x="4009213" y="3377757"/>
        <a:ext cx="3669762" cy="12630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153B12-256C-402C-A96A-ADB012377EC4}">
      <dsp:nvSpPr>
        <dsp:cNvPr id="0" name=""/>
        <dsp:cNvSpPr/>
      </dsp:nvSpPr>
      <dsp:spPr>
        <a:xfrm>
          <a:off x="722816" y="687197"/>
          <a:ext cx="1078034" cy="10780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F63398-39D4-4EE2-ABC9-E44209F114A3}">
      <dsp:nvSpPr>
        <dsp:cNvPr id="0" name=""/>
        <dsp:cNvSpPr/>
      </dsp:nvSpPr>
      <dsp:spPr>
        <a:xfrm>
          <a:off x="64017" y="2233602"/>
          <a:ext cx="2395631"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t>It describes the </a:t>
          </a:r>
          <a:r>
            <a:rPr lang="en-GB" sz="1600" b="1" kern="1200" dirty="0"/>
            <a:t>issues</a:t>
          </a:r>
          <a:r>
            <a:rPr lang="en-GB" sz="1600" kern="1200" dirty="0"/>
            <a:t> and </a:t>
          </a:r>
          <a:r>
            <a:rPr lang="en-GB" sz="1600" b="1" kern="1200" dirty="0"/>
            <a:t>questions that need to be resolved</a:t>
          </a:r>
          <a:r>
            <a:rPr lang="en-GB" sz="1600" kern="1200" dirty="0"/>
            <a:t> and focuses the research, as well as the rest of the </a:t>
          </a:r>
          <a:r>
            <a:rPr lang="en-GB" sz="1600" b="1" kern="1200" dirty="0"/>
            <a:t>activities</a:t>
          </a:r>
          <a:r>
            <a:rPr lang="en-GB" sz="1600" kern="1200" dirty="0"/>
            <a:t> associated with planning, designing and conducting the test</a:t>
          </a:r>
          <a:endParaRPr lang="en-US" sz="1600" kern="1200" dirty="0"/>
        </a:p>
      </dsp:txBody>
      <dsp:txXfrm>
        <a:off x="64017" y="2233602"/>
        <a:ext cx="2395631" cy="1575000"/>
      </dsp:txXfrm>
    </dsp:sp>
    <dsp:sp modelId="{82367F9C-733F-477D-9BD8-6A86077B3A44}">
      <dsp:nvSpPr>
        <dsp:cNvPr id="0" name=""/>
        <dsp:cNvSpPr/>
      </dsp:nvSpPr>
      <dsp:spPr>
        <a:xfrm>
          <a:off x="3537682" y="687197"/>
          <a:ext cx="1078034" cy="10780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2751D0-6106-43DE-B45E-63AD17C1E6A7}">
      <dsp:nvSpPr>
        <dsp:cNvPr id="0" name=""/>
        <dsp:cNvSpPr/>
      </dsp:nvSpPr>
      <dsp:spPr>
        <a:xfrm>
          <a:off x="2878884" y="2233602"/>
          <a:ext cx="2395631"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It is essential that the </a:t>
          </a:r>
          <a:r>
            <a:rPr lang="en-GB" sz="1800" b="1" kern="1200"/>
            <a:t>research questions be as precise, accurate, clear and measurable </a:t>
          </a:r>
          <a:r>
            <a:rPr lang="en-GB" sz="1800" kern="1200"/>
            <a:t>(or </a:t>
          </a:r>
          <a:r>
            <a:rPr lang="en-GB" sz="1800" b="1" kern="1200"/>
            <a:t>observable</a:t>
          </a:r>
          <a:r>
            <a:rPr lang="en-GB" sz="1800" kern="1200"/>
            <a:t>) as possible</a:t>
          </a:r>
          <a:endParaRPr lang="en-US" sz="1800" kern="1200"/>
        </a:p>
      </dsp:txBody>
      <dsp:txXfrm>
        <a:off x="2878884" y="2233602"/>
        <a:ext cx="2395631" cy="1575000"/>
      </dsp:txXfrm>
    </dsp:sp>
    <dsp:sp modelId="{589EAEF0-0A49-45B5-906B-65465D4680DE}">
      <dsp:nvSpPr>
        <dsp:cNvPr id="0" name=""/>
        <dsp:cNvSpPr/>
      </dsp:nvSpPr>
      <dsp:spPr>
        <a:xfrm>
          <a:off x="6352549" y="687197"/>
          <a:ext cx="1078034" cy="10780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D683F2-5397-4090-A188-331AF296AFEA}">
      <dsp:nvSpPr>
        <dsp:cNvPr id="0" name=""/>
        <dsp:cNvSpPr/>
      </dsp:nvSpPr>
      <dsp:spPr>
        <a:xfrm>
          <a:off x="5693751" y="2233602"/>
          <a:ext cx="2395631"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Even when the test is exploratory, it is still needed to have accurate description of what you hope to learn</a:t>
          </a:r>
          <a:endParaRPr lang="en-US" sz="1800" kern="1200"/>
        </a:p>
      </dsp:txBody>
      <dsp:txXfrm>
        <a:off x="5693751" y="2233602"/>
        <a:ext cx="2395631" cy="1575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AB0E4-7E87-4829-A6F8-739EF138D32D}">
      <dsp:nvSpPr>
        <dsp:cNvPr id="0" name=""/>
        <dsp:cNvSpPr/>
      </dsp:nvSpPr>
      <dsp:spPr>
        <a:xfrm rot="5400000">
          <a:off x="5412160" y="-2442580"/>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is responsible for conducting the usability test sessions, during which participants interact with a product or system. They create a comfortable and encouraging environment for participants.</a:t>
          </a:r>
          <a:endParaRPr lang="en-US" sz="800" kern="1200"/>
        </a:p>
      </dsp:txBody>
      <dsp:txXfrm rot="-5400000">
        <a:off x="2935224" y="47258"/>
        <a:ext cx="5205274" cy="238499"/>
      </dsp:txXfrm>
    </dsp:sp>
    <dsp:sp modelId="{73168BA6-4E76-4A78-BE3A-FD14F66504B5}">
      <dsp:nvSpPr>
        <dsp:cNvPr id="0" name=""/>
        <dsp:cNvSpPr/>
      </dsp:nvSpPr>
      <dsp:spPr>
        <a:xfrm>
          <a:off x="0" y="1317"/>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Facilitating the Usability Test</a:t>
          </a:r>
          <a:endParaRPr lang="en-US" sz="1400" kern="1200" dirty="0"/>
        </a:p>
      </dsp:txBody>
      <dsp:txXfrm>
        <a:off x="16128" y="17445"/>
        <a:ext cx="2902968" cy="298123"/>
      </dsp:txXfrm>
    </dsp:sp>
    <dsp:sp modelId="{60F39D50-712A-48E5-8019-E95459A4DADE}">
      <dsp:nvSpPr>
        <dsp:cNvPr id="0" name=""/>
        <dsp:cNvSpPr/>
      </dsp:nvSpPr>
      <dsp:spPr>
        <a:xfrm rot="5400000">
          <a:off x="5412160" y="-2095682"/>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Before the test begins, the moderator explains the purpose of the usability test to participants. They clarify that the focus is on evaluating the product, not the participant's abilities.</a:t>
          </a:r>
          <a:endParaRPr lang="en-US" sz="800" kern="1200"/>
        </a:p>
      </dsp:txBody>
      <dsp:txXfrm rot="-5400000">
        <a:off x="2935224" y="394156"/>
        <a:ext cx="5205274" cy="238499"/>
      </dsp:txXfrm>
    </dsp:sp>
    <dsp:sp modelId="{B8CC6654-7133-4590-8B4E-61B095C6152A}">
      <dsp:nvSpPr>
        <dsp:cNvPr id="0" name=""/>
        <dsp:cNvSpPr/>
      </dsp:nvSpPr>
      <dsp:spPr>
        <a:xfrm>
          <a:off x="0" y="348215"/>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Explaining the Purpose and Process</a:t>
          </a:r>
          <a:endParaRPr lang="en-US" sz="1400" kern="1200" dirty="0"/>
        </a:p>
      </dsp:txBody>
      <dsp:txXfrm>
        <a:off x="16128" y="364343"/>
        <a:ext cx="2902968" cy="298123"/>
      </dsp:txXfrm>
    </dsp:sp>
    <dsp:sp modelId="{6FE64FDF-C30E-4298-9F5F-4522EBD87673}">
      <dsp:nvSpPr>
        <dsp:cNvPr id="0" name=""/>
        <dsp:cNvSpPr/>
      </dsp:nvSpPr>
      <dsp:spPr>
        <a:xfrm rot="5400000">
          <a:off x="5412160" y="-1748783"/>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ensures that participants provide informed consent to participate in the usability test, including recording and observation, if applicable.</a:t>
          </a:r>
          <a:endParaRPr lang="en-US" sz="800" kern="1200"/>
        </a:p>
      </dsp:txBody>
      <dsp:txXfrm rot="-5400000">
        <a:off x="2935224" y="741055"/>
        <a:ext cx="5205274" cy="238499"/>
      </dsp:txXfrm>
    </dsp:sp>
    <dsp:sp modelId="{E31FC73A-7EE3-4567-806B-C5EA0E9966AA}">
      <dsp:nvSpPr>
        <dsp:cNvPr id="0" name=""/>
        <dsp:cNvSpPr/>
      </dsp:nvSpPr>
      <dsp:spPr>
        <a:xfrm>
          <a:off x="0" y="695114"/>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Obtaining Informed Consent</a:t>
          </a:r>
          <a:endParaRPr lang="en-US" sz="1400" kern="1200" dirty="0"/>
        </a:p>
      </dsp:txBody>
      <dsp:txXfrm>
        <a:off x="16128" y="711242"/>
        <a:ext cx="2902968" cy="298123"/>
      </dsp:txXfrm>
    </dsp:sp>
    <dsp:sp modelId="{49F8DF26-EAB2-4410-8B6F-556FD8635D6A}">
      <dsp:nvSpPr>
        <dsp:cNvPr id="0" name=""/>
        <dsp:cNvSpPr/>
      </dsp:nvSpPr>
      <dsp:spPr>
        <a:xfrm rot="5400000">
          <a:off x="5412160" y="-1401884"/>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establishes a rapport with participants and creates a non-judgmental, stress-free atmosphere to encourage participants to provide honest feedback.</a:t>
          </a:r>
          <a:endParaRPr lang="en-US" sz="800" kern="1200"/>
        </a:p>
      </dsp:txBody>
      <dsp:txXfrm rot="-5400000">
        <a:off x="2935224" y="1087954"/>
        <a:ext cx="5205274" cy="238499"/>
      </dsp:txXfrm>
    </dsp:sp>
    <dsp:sp modelId="{5C78F441-D3EA-4840-A4BB-B261E81368AE}">
      <dsp:nvSpPr>
        <dsp:cNvPr id="0" name=""/>
        <dsp:cNvSpPr/>
      </dsp:nvSpPr>
      <dsp:spPr>
        <a:xfrm>
          <a:off x="0" y="1042013"/>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Creating a Comfortable Atmosphere</a:t>
          </a:r>
          <a:endParaRPr lang="en-US" sz="1400" kern="1200" dirty="0"/>
        </a:p>
      </dsp:txBody>
      <dsp:txXfrm>
        <a:off x="16128" y="1058141"/>
        <a:ext cx="2902968" cy="298123"/>
      </dsp:txXfrm>
    </dsp:sp>
    <dsp:sp modelId="{C21741C9-3B75-40DD-AE1F-F9165B3B10C2}">
      <dsp:nvSpPr>
        <dsp:cNvPr id="0" name=""/>
        <dsp:cNvSpPr/>
      </dsp:nvSpPr>
      <dsp:spPr>
        <a:xfrm rot="5400000">
          <a:off x="5412160" y="-1054985"/>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gives clear, concise instructions to participants regarding the tasks and scenarios they need to complete during the test. They also instruct participants to think aloud while interacting with the product.</a:t>
          </a:r>
          <a:endParaRPr lang="en-US" sz="800" kern="1200"/>
        </a:p>
      </dsp:txBody>
      <dsp:txXfrm rot="-5400000">
        <a:off x="2935224" y="1434853"/>
        <a:ext cx="5205274" cy="238499"/>
      </dsp:txXfrm>
    </dsp:sp>
    <dsp:sp modelId="{3DB735A7-F831-4A0B-BFC1-9CC9DB250B62}">
      <dsp:nvSpPr>
        <dsp:cNvPr id="0" name=""/>
        <dsp:cNvSpPr/>
      </dsp:nvSpPr>
      <dsp:spPr>
        <a:xfrm>
          <a:off x="0" y="1388912"/>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Providing Instructions</a:t>
          </a:r>
          <a:endParaRPr lang="en-US" sz="1400" kern="1200" dirty="0"/>
        </a:p>
      </dsp:txBody>
      <dsp:txXfrm>
        <a:off x="16128" y="1405040"/>
        <a:ext cx="2902968" cy="298123"/>
      </dsp:txXfrm>
    </dsp:sp>
    <dsp:sp modelId="{9885BB98-DD72-4321-8D47-B9EB403EF26F}">
      <dsp:nvSpPr>
        <dsp:cNvPr id="0" name=""/>
        <dsp:cNvSpPr/>
      </dsp:nvSpPr>
      <dsp:spPr>
        <a:xfrm rot="5400000">
          <a:off x="5412160" y="-708086"/>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During the test, the moderator closely observes the participant's interactions, noting their behavior, comments, and any difficulties they encounter.</a:t>
          </a:r>
          <a:endParaRPr lang="en-US" sz="800" kern="1200"/>
        </a:p>
      </dsp:txBody>
      <dsp:txXfrm rot="-5400000">
        <a:off x="2935224" y="1781752"/>
        <a:ext cx="5205274" cy="238499"/>
      </dsp:txXfrm>
    </dsp:sp>
    <dsp:sp modelId="{80D8DC02-7008-4FCB-ABB4-E2F8C76E4355}">
      <dsp:nvSpPr>
        <dsp:cNvPr id="0" name=""/>
        <dsp:cNvSpPr/>
      </dsp:nvSpPr>
      <dsp:spPr>
        <a:xfrm>
          <a:off x="0" y="1735811"/>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Monitoring and Observation</a:t>
          </a:r>
          <a:endParaRPr lang="en-US" sz="1400" kern="1200" dirty="0"/>
        </a:p>
      </dsp:txBody>
      <dsp:txXfrm>
        <a:off x="16128" y="1751939"/>
        <a:ext cx="2902968" cy="298123"/>
      </dsp:txXfrm>
    </dsp:sp>
    <dsp:sp modelId="{5DE65753-9D0C-4495-ADCB-26CC86C12AE7}">
      <dsp:nvSpPr>
        <dsp:cNvPr id="0" name=""/>
        <dsp:cNvSpPr/>
      </dsp:nvSpPr>
      <dsp:spPr>
        <a:xfrm rot="5400000">
          <a:off x="5412160" y="-361187"/>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may ask follow-up questions to probe deeper into the participant's thought process, such as asking why they made a particular choice or how they felt about a specific interaction.</a:t>
          </a:r>
          <a:endParaRPr lang="en-US" sz="800" kern="1200"/>
        </a:p>
      </dsp:txBody>
      <dsp:txXfrm rot="-5400000">
        <a:off x="2935224" y="2128651"/>
        <a:ext cx="5205274" cy="238499"/>
      </dsp:txXfrm>
    </dsp:sp>
    <dsp:sp modelId="{D7F16516-6BF2-426A-B9E0-436ED513E41C}">
      <dsp:nvSpPr>
        <dsp:cNvPr id="0" name=""/>
        <dsp:cNvSpPr/>
      </dsp:nvSpPr>
      <dsp:spPr>
        <a:xfrm>
          <a:off x="0" y="2082710"/>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Asking Follow-Up Questions</a:t>
          </a:r>
          <a:endParaRPr lang="en-US" sz="1400" kern="1200" dirty="0"/>
        </a:p>
      </dsp:txBody>
      <dsp:txXfrm>
        <a:off x="16128" y="2098838"/>
        <a:ext cx="2902968" cy="298123"/>
      </dsp:txXfrm>
    </dsp:sp>
    <dsp:sp modelId="{7807EB57-253B-4EE6-A4A6-BEB8BFC56A8C}">
      <dsp:nvSpPr>
        <dsp:cNvPr id="0" name=""/>
        <dsp:cNvSpPr/>
      </dsp:nvSpPr>
      <dsp:spPr>
        <a:xfrm rot="5400000">
          <a:off x="5412160" y="-14289"/>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keeps detailed notes about the participant's interactions, challenges, feedback, and any notable observations. These notes provide valuable qualitative data.</a:t>
          </a:r>
          <a:endParaRPr lang="en-US" sz="800" kern="1200"/>
        </a:p>
      </dsp:txBody>
      <dsp:txXfrm rot="-5400000">
        <a:off x="2935224" y="2475549"/>
        <a:ext cx="5205274" cy="238499"/>
      </dsp:txXfrm>
    </dsp:sp>
    <dsp:sp modelId="{5F7615FB-745A-44EF-98EF-A7CDC66396B3}">
      <dsp:nvSpPr>
        <dsp:cNvPr id="0" name=""/>
        <dsp:cNvSpPr/>
      </dsp:nvSpPr>
      <dsp:spPr>
        <a:xfrm>
          <a:off x="0" y="2429608"/>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Recording Observations</a:t>
          </a:r>
          <a:endParaRPr lang="en-US" sz="1400" kern="1200" dirty="0"/>
        </a:p>
      </dsp:txBody>
      <dsp:txXfrm>
        <a:off x="16128" y="2445736"/>
        <a:ext cx="2902968" cy="298123"/>
      </dsp:txXfrm>
    </dsp:sp>
    <dsp:sp modelId="{EF90D3CF-C8CF-45F9-B9EC-1E5F6DCB8065}">
      <dsp:nvSpPr>
        <dsp:cNvPr id="0" name=""/>
        <dsp:cNvSpPr/>
      </dsp:nvSpPr>
      <dsp:spPr>
        <a:xfrm rot="5400000">
          <a:off x="5412160" y="332609"/>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maintains objectivity and avoids leading questions or providing assistance that might bias the results.</a:t>
          </a:r>
          <a:endParaRPr lang="en-US" sz="800" kern="1200"/>
        </a:p>
      </dsp:txBody>
      <dsp:txXfrm rot="-5400000">
        <a:off x="2935224" y="2822447"/>
        <a:ext cx="5205274" cy="238499"/>
      </dsp:txXfrm>
    </dsp:sp>
    <dsp:sp modelId="{0274D994-4F66-46D8-9EFE-CCB7506FBE2D}">
      <dsp:nvSpPr>
        <dsp:cNvPr id="0" name=""/>
        <dsp:cNvSpPr/>
      </dsp:nvSpPr>
      <dsp:spPr>
        <a:xfrm>
          <a:off x="0" y="2776507"/>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Ensuring Objectivity</a:t>
          </a:r>
          <a:endParaRPr lang="en-US" sz="1400" kern="1200" dirty="0"/>
        </a:p>
      </dsp:txBody>
      <dsp:txXfrm>
        <a:off x="16128" y="2792635"/>
        <a:ext cx="2902968" cy="298123"/>
      </dsp:txXfrm>
    </dsp:sp>
    <dsp:sp modelId="{304A83F1-945C-4588-BDB8-0C9AC52C00C3}">
      <dsp:nvSpPr>
        <dsp:cNvPr id="0" name=""/>
        <dsp:cNvSpPr/>
      </dsp:nvSpPr>
      <dsp:spPr>
        <a:xfrm rot="5400000">
          <a:off x="5412160" y="679508"/>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is responsible for keeping the session on schedule to ensure that each participant completes the assigned tasks within the allotted time.</a:t>
          </a:r>
          <a:endParaRPr lang="en-US" sz="800" kern="1200"/>
        </a:p>
      </dsp:txBody>
      <dsp:txXfrm rot="-5400000">
        <a:off x="2935224" y="3169346"/>
        <a:ext cx="5205274" cy="238499"/>
      </dsp:txXfrm>
    </dsp:sp>
    <dsp:sp modelId="{7A9B2EFD-6D4A-49FD-B054-352A7E23412B}">
      <dsp:nvSpPr>
        <dsp:cNvPr id="0" name=""/>
        <dsp:cNvSpPr/>
      </dsp:nvSpPr>
      <dsp:spPr>
        <a:xfrm>
          <a:off x="0" y="3123406"/>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Managing the Session Time</a:t>
          </a:r>
          <a:endParaRPr lang="en-US" sz="1400" kern="1200" dirty="0"/>
        </a:p>
      </dsp:txBody>
      <dsp:txXfrm>
        <a:off x="16128" y="3139534"/>
        <a:ext cx="2902968" cy="298123"/>
      </dsp:txXfrm>
    </dsp:sp>
    <dsp:sp modelId="{B6317744-E9EB-4DE7-A422-9425785CDA89}">
      <dsp:nvSpPr>
        <dsp:cNvPr id="0" name=""/>
        <dsp:cNvSpPr/>
      </dsp:nvSpPr>
      <dsp:spPr>
        <a:xfrm rot="5400000">
          <a:off x="5412160" y="1026407"/>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If technical issues arise during the usability test, the moderator may help troubleshoot or document the issues to ensure they do not interfere with the participant's experience.</a:t>
          </a:r>
          <a:endParaRPr lang="en-US" sz="800" kern="1200"/>
        </a:p>
      </dsp:txBody>
      <dsp:txXfrm rot="-5400000">
        <a:off x="2935224" y="3516245"/>
        <a:ext cx="5205274" cy="238499"/>
      </dsp:txXfrm>
    </dsp:sp>
    <dsp:sp modelId="{306F51BA-D38B-44FA-90DC-825051204313}">
      <dsp:nvSpPr>
        <dsp:cNvPr id="0" name=""/>
        <dsp:cNvSpPr/>
      </dsp:nvSpPr>
      <dsp:spPr>
        <a:xfrm>
          <a:off x="0" y="3470305"/>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Addressing Technical Issues</a:t>
          </a:r>
          <a:endParaRPr lang="en-US" sz="1400" kern="1200" dirty="0"/>
        </a:p>
      </dsp:txBody>
      <dsp:txXfrm>
        <a:off x="16128" y="3486433"/>
        <a:ext cx="2902968" cy="298123"/>
      </dsp:txXfrm>
    </dsp:sp>
    <dsp:sp modelId="{23E2FB03-5345-4E4A-BDD1-F520F67345D7}">
      <dsp:nvSpPr>
        <dsp:cNvPr id="0" name=""/>
        <dsp:cNvSpPr/>
      </dsp:nvSpPr>
      <dsp:spPr>
        <a:xfrm rot="5400000">
          <a:off x="5412160" y="1373306"/>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At the end of each usability test session, the moderator may thank the participant, provide any necessary debriefing information, and answer any participant questions.</a:t>
          </a:r>
          <a:endParaRPr lang="en-US" sz="800" kern="1200"/>
        </a:p>
      </dsp:txBody>
      <dsp:txXfrm rot="-5400000">
        <a:off x="2935224" y="3863144"/>
        <a:ext cx="5205274" cy="238499"/>
      </dsp:txXfrm>
    </dsp:sp>
    <dsp:sp modelId="{3D2AEBCD-2904-4A79-BF84-E42BF25060F1}">
      <dsp:nvSpPr>
        <dsp:cNvPr id="0" name=""/>
        <dsp:cNvSpPr/>
      </dsp:nvSpPr>
      <dsp:spPr>
        <a:xfrm>
          <a:off x="0" y="3817204"/>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Closing the Session</a:t>
          </a:r>
          <a:endParaRPr lang="en-US" sz="1400" kern="1200" dirty="0"/>
        </a:p>
      </dsp:txBody>
      <dsp:txXfrm>
        <a:off x="16128" y="3833332"/>
        <a:ext cx="2902968" cy="298123"/>
      </dsp:txXfrm>
    </dsp:sp>
    <dsp:sp modelId="{F4E23466-F9B7-4B21-9A46-03AD65CAF3DF}">
      <dsp:nvSpPr>
        <dsp:cNvPr id="0" name=""/>
        <dsp:cNvSpPr/>
      </dsp:nvSpPr>
      <dsp:spPr>
        <a:xfrm rot="5400000">
          <a:off x="5412160" y="1720204"/>
          <a:ext cx="26430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Char char="•"/>
          </a:pPr>
          <a:r>
            <a:rPr lang="en-GB" sz="800" b="0" i="0" kern="1200"/>
            <a:t>The moderator may participate in debriefing sessions with the research team to discuss their observations and insights. They contribute to the analysis of the usability test findings.</a:t>
          </a:r>
          <a:endParaRPr lang="en-US" sz="800" kern="1200"/>
        </a:p>
      </dsp:txBody>
      <dsp:txXfrm rot="-5400000">
        <a:off x="2935224" y="4210042"/>
        <a:ext cx="5205274" cy="238499"/>
      </dsp:txXfrm>
    </dsp:sp>
    <dsp:sp modelId="{BD6F210F-A011-4094-8125-E4508386FDD8}">
      <dsp:nvSpPr>
        <dsp:cNvPr id="0" name=""/>
        <dsp:cNvSpPr/>
      </dsp:nvSpPr>
      <dsp:spPr>
        <a:xfrm>
          <a:off x="0" y="4164103"/>
          <a:ext cx="2935224" cy="3303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i="0" kern="1200" dirty="0"/>
            <a:t>Debriefing and Data Analysis</a:t>
          </a:r>
          <a:endParaRPr lang="en-US" sz="1400" kern="1200" dirty="0"/>
        </a:p>
      </dsp:txBody>
      <dsp:txXfrm>
        <a:off x="16128" y="4180231"/>
        <a:ext cx="2902968" cy="298123"/>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38</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/38</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/38</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10/21/2024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/38</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/38</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/38</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/38</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/38</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/38</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/38</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/38</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/38</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/59</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xd.adobe.com/ideas/process/user-testing/usability-testing-questions-tips-examples/" TargetMode="Externa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xd.adobe.com/ideas/process/user-testing/usability-testing-questions-tips-examples/" TargetMode="Externa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xd.adobe.com/ideas/process/user-testing/usability-testing-questions-tips-examples/" TargetMode="Externa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xd.adobe.com/ideas/process/user-testing/usability-testing-questions-tips-examples/" TargetMode="Externa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researchgate.net/publication/317394966_Supplementary_Material_1/data/5938a40aa6fdcc58ae646203/12911-2017-477-MOESM1-ESM.pdf" TargetMode="External"/><Relationship Id="rId2" Type="http://schemas.openxmlformats.org/officeDocument/2006/relationships/hyperlink" Target="https://www.researchgate.net/publication/228593520_SUS_A_quick_and_dirty_usability_sca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www.researchgate.net/publication/230786769_Psychometric_evaluation_of_an_after-scenario_questionnaire_for_computer_usability_studies_The_ASQ" TargetMode="External"/><Relationship Id="rId4" Type="http://schemas.openxmlformats.org/officeDocument/2006/relationships/hyperlink" Target="https://doi.org/10.1177/154193129203601617"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westminster.ac.uk/sites/default/public-files/general-documents/Ethics-Code-Of-Practice.pdf" TargetMode="External"/><Relationship Id="rId2" Type="http://schemas.openxmlformats.org/officeDocument/2006/relationships/hyperlink" Target="https://www.westminster.ac.uk/research/research-governance/research-and-knowledge-exchange-ethic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akendi.com/blog/the-art-of-asking-question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nngroup.com/articles/user-research-ethics" TargetMode="External"/><Relationship Id="rId4" Type="http://schemas.openxmlformats.org/officeDocument/2006/relationships/hyperlink" Target="https://www.akendi.com/blog/the-art-of-asking-questions-in-usability-tes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Study plan, Material preparation &amp; Ethical considerations</a:t>
            </a:r>
            <a:endParaRPr lang="en-GB" dirty="0"/>
          </a:p>
        </p:txBody>
      </p:sp>
      <p:sp>
        <p:nvSpPr>
          <p:cNvPr id="3" name="Subtitle 2"/>
          <p:cNvSpPr>
            <a:spLocks noGrp="1"/>
          </p:cNvSpPr>
          <p:nvPr>
            <p:ph type="subTitle" idx="1"/>
          </p:nvPr>
        </p:nvSpPr>
        <p:spPr/>
        <p:txBody>
          <a:bodyPr>
            <a:normAutofit/>
          </a:bodyPr>
          <a:lstStyle/>
          <a:p>
            <a:r>
              <a:rPr lang="en-GB" dirty="0"/>
              <a:t>Week 5</a:t>
            </a:r>
          </a:p>
        </p:txBody>
      </p:sp>
      <p:sp>
        <p:nvSpPr>
          <p:cNvPr id="5" name="Date Placeholder 4">
            <a:extLst>
              <a:ext uri="{FF2B5EF4-FFF2-40B4-BE49-F238E27FC236}">
                <a16:creationId xmlns:a16="http://schemas.microsoft.com/office/drawing/2014/main" id="{8704EBD8-2F39-AD08-6D85-D9BD22DAE91D}"/>
              </a:ext>
            </a:extLst>
          </p:cNvPr>
          <p:cNvSpPr>
            <a:spLocks noGrp="1"/>
          </p:cNvSpPr>
          <p:nvPr>
            <p:ph type="dt" sz="half" idx="2"/>
          </p:nvPr>
        </p:nvSpPr>
        <p:spPr/>
        <p:txBody>
          <a:bodyPr/>
          <a:lstStyle/>
          <a:p>
            <a:endParaRPr lang="en-US" dirty="0"/>
          </a:p>
        </p:txBody>
      </p:sp>
      <p:sp>
        <p:nvSpPr>
          <p:cNvPr id="6" name="Footer Placeholder 5">
            <a:extLst>
              <a:ext uri="{FF2B5EF4-FFF2-40B4-BE49-F238E27FC236}">
                <a16:creationId xmlns:a16="http://schemas.microsoft.com/office/drawing/2014/main" id="{BF2DE98A-226F-5707-B265-A29FCC59B3BC}"/>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CE13E438-2600-7775-D2CC-94E250CD8FFE}"/>
              </a:ext>
            </a:extLst>
          </p:cNvPr>
          <p:cNvSpPr>
            <a:spLocks noGrp="1"/>
          </p:cNvSpPr>
          <p:nvPr>
            <p:ph type="sldNum" sz="quarter" idx="12"/>
          </p:nvPr>
        </p:nvSpPr>
        <p:spPr/>
        <p:txBody>
          <a:bodyPr/>
          <a:lstStyle/>
          <a:p>
            <a:fld id="{C060DF7E-57CF-4468-B64C-3049F1FBC5EB}" type="slidenum">
              <a:rPr lang="en-US" smtClean="0"/>
              <a:pPr/>
              <a:t>1</a:t>
            </a:fld>
            <a:r>
              <a:rPr lang="en-GB"/>
              <a:t>/38</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a:xfrm>
            <a:off x="612648" y="1600200"/>
            <a:ext cx="8153400" cy="4781128"/>
          </a:xfrm>
        </p:spPr>
        <p:txBody>
          <a:bodyPr>
            <a:normAutofit fontScale="62500" lnSpcReduction="20000"/>
          </a:bodyPr>
          <a:lstStyle/>
          <a:p>
            <a:pPr>
              <a:lnSpc>
                <a:spcPct val="110000"/>
              </a:lnSpc>
              <a:spcBef>
                <a:spcPts val="600"/>
              </a:spcBef>
              <a:spcAft>
                <a:spcPts val="600"/>
              </a:spcAft>
            </a:pPr>
            <a:r>
              <a:rPr lang="en-GB" sz="2800" dirty="0"/>
              <a:t>In Week 4</a:t>
            </a:r>
          </a:p>
          <a:p>
            <a:pPr lvl="1">
              <a:lnSpc>
                <a:spcPct val="110000"/>
              </a:lnSpc>
              <a:spcBef>
                <a:spcPts val="600"/>
              </a:spcBef>
              <a:spcAft>
                <a:spcPts val="600"/>
              </a:spcAft>
            </a:pPr>
            <a:r>
              <a:rPr lang="en-GB" sz="2800" dirty="0"/>
              <a:t>Types of behavioural research</a:t>
            </a:r>
          </a:p>
          <a:p>
            <a:pPr lvl="1">
              <a:lnSpc>
                <a:spcPct val="110000"/>
              </a:lnSpc>
              <a:spcBef>
                <a:spcPts val="600"/>
              </a:spcBef>
              <a:spcAft>
                <a:spcPts val="600"/>
              </a:spcAft>
            </a:pPr>
            <a:r>
              <a:rPr lang="en-GB" sz="2800" dirty="0"/>
              <a:t>Forming a Research question and developing research hypotheses</a:t>
            </a:r>
          </a:p>
          <a:p>
            <a:pPr lvl="1">
              <a:lnSpc>
                <a:spcPct val="110000"/>
              </a:lnSpc>
              <a:spcBef>
                <a:spcPts val="600"/>
              </a:spcBef>
              <a:spcAft>
                <a:spcPts val="600"/>
              </a:spcAft>
            </a:pPr>
            <a:r>
              <a:rPr lang="en-GB" sz="2800" dirty="0"/>
              <a:t>Variables in the context of usability testing</a:t>
            </a:r>
          </a:p>
          <a:p>
            <a:pPr lvl="1">
              <a:lnSpc>
                <a:spcPct val="110000"/>
              </a:lnSpc>
              <a:spcBef>
                <a:spcPts val="600"/>
              </a:spcBef>
              <a:spcAft>
                <a:spcPts val="600"/>
              </a:spcAft>
            </a:pPr>
            <a:r>
              <a:rPr lang="en-GB" sz="2800" dirty="0"/>
              <a:t>Experimental research &amp; experimental design</a:t>
            </a:r>
          </a:p>
          <a:p>
            <a:pPr>
              <a:lnSpc>
                <a:spcPct val="110000"/>
              </a:lnSpc>
              <a:spcBef>
                <a:spcPts val="600"/>
              </a:spcBef>
              <a:spcAft>
                <a:spcPts val="600"/>
              </a:spcAft>
            </a:pPr>
            <a:r>
              <a:rPr lang="en-GB" sz="2800" dirty="0"/>
              <a:t>This week we will look </a:t>
            </a:r>
          </a:p>
          <a:p>
            <a:pPr lvl="1">
              <a:lnSpc>
                <a:spcPct val="110000"/>
              </a:lnSpc>
              <a:spcBef>
                <a:spcPts val="600"/>
              </a:spcBef>
              <a:spcAft>
                <a:spcPts val="600"/>
              </a:spcAft>
            </a:pPr>
            <a:r>
              <a:rPr lang="en-GB" sz="2500" dirty="0"/>
              <a:t>Create Test Plan</a:t>
            </a:r>
          </a:p>
          <a:p>
            <a:pPr lvl="1">
              <a:lnSpc>
                <a:spcPct val="110000"/>
              </a:lnSpc>
              <a:spcBef>
                <a:spcPts val="600"/>
              </a:spcBef>
              <a:spcAft>
                <a:spcPts val="600"/>
              </a:spcAft>
            </a:pPr>
            <a:r>
              <a:rPr lang="en-GB" sz="2500" dirty="0"/>
              <a:t>Test Material preparation</a:t>
            </a:r>
          </a:p>
          <a:p>
            <a:pPr lvl="2">
              <a:lnSpc>
                <a:spcPct val="110000"/>
              </a:lnSpc>
              <a:spcBef>
                <a:spcPts val="600"/>
              </a:spcBef>
              <a:spcAft>
                <a:spcPts val="600"/>
              </a:spcAft>
            </a:pPr>
            <a:r>
              <a:rPr lang="en-GB" sz="2200" dirty="0"/>
              <a:t>To inform users</a:t>
            </a:r>
          </a:p>
          <a:p>
            <a:pPr lvl="2">
              <a:lnSpc>
                <a:spcPct val="110000"/>
              </a:lnSpc>
              <a:spcBef>
                <a:spcPts val="600"/>
              </a:spcBef>
              <a:spcAft>
                <a:spcPts val="600"/>
              </a:spcAft>
            </a:pPr>
            <a:r>
              <a:rPr lang="en-GB" sz="2200" dirty="0"/>
              <a:t>To instruct moderators</a:t>
            </a:r>
          </a:p>
          <a:p>
            <a:pPr lvl="2">
              <a:lnSpc>
                <a:spcPct val="110000"/>
              </a:lnSpc>
              <a:spcBef>
                <a:spcPts val="600"/>
              </a:spcBef>
              <a:spcAft>
                <a:spcPts val="600"/>
              </a:spcAft>
            </a:pPr>
            <a:r>
              <a:rPr lang="en-GB" sz="2200" dirty="0"/>
              <a:t>To collect data at various stages of the study, pre-during-post</a:t>
            </a:r>
          </a:p>
          <a:p>
            <a:pPr lvl="1">
              <a:lnSpc>
                <a:spcPct val="110000"/>
              </a:lnSpc>
              <a:spcBef>
                <a:spcPts val="600"/>
              </a:spcBef>
              <a:spcAft>
                <a:spcPts val="600"/>
              </a:spcAft>
            </a:pPr>
            <a:r>
              <a:rPr lang="en-GB" sz="2500" dirty="0"/>
              <a:t>Ethical considerations</a:t>
            </a:r>
          </a:p>
          <a:p>
            <a:pPr lvl="1">
              <a:lnSpc>
                <a:spcPct val="110000"/>
              </a:lnSpc>
              <a:spcBef>
                <a:spcPts val="600"/>
              </a:spcBef>
              <a:spcAft>
                <a:spcPts val="600"/>
              </a:spcAft>
            </a:pPr>
            <a:endParaRPr lang="en-GB" sz="2100" dirty="0"/>
          </a:p>
        </p:txBody>
      </p:sp>
      <p:sp>
        <p:nvSpPr>
          <p:cNvPr id="4" name="Footer Placeholder 3">
            <a:extLst>
              <a:ext uri="{FF2B5EF4-FFF2-40B4-BE49-F238E27FC236}">
                <a16:creationId xmlns:a16="http://schemas.microsoft.com/office/drawing/2014/main" id="{EEF46B9D-9F2F-CE5A-F135-BBABFD7590C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96C1D797-1300-A12A-D14D-6BC539E5F8CE}"/>
              </a:ext>
            </a:extLst>
          </p:cNvPr>
          <p:cNvSpPr>
            <a:spLocks noGrp="1"/>
          </p:cNvSpPr>
          <p:nvPr>
            <p:ph type="sldNum" sz="quarter" idx="4"/>
          </p:nvPr>
        </p:nvSpPr>
        <p:spPr/>
        <p:txBody>
          <a:bodyPr/>
          <a:lstStyle/>
          <a:p>
            <a:fld id="{9FD7ECCF-50E7-4327-B945-FA93FF7B2BEF}" type="slidenum">
              <a:rPr lang="en-US" smtClean="0"/>
              <a:pPr/>
              <a:t>2</a:t>
            </a:fld>
            <a:r>
              <a:rPr lang="en-GB"/>
              <a:t>/38</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AA7DF4-F398-CF00-0F3F-230C83727F40}"/>
              </a:ext>
            </a:extLst>
          </p:cNvPr>
          <p:cNvSpPr>
            <a:spLocks noGrp="1"/>
          </p:cNvSpPr>
          <p:nvPr>
            <p:ph type="title"/>
          </p:nvPr>
        </p:nvSpPr>
        <p:spPr/>
        <p:txBody>
          <a:bodyPr/>
          <a:lstStyle/>
          <a:p>
            <a:r>
              <a:rPr lang="en-GB" dirty="0"/>
              <a:t>Stages of Usability Testing</a:t>
            </a:r>
          </a:p>
        </p:txBody>
      </p:sp>
      <p:pic>
        <p:nvPicPr>
          <p:cNvPr id="8" name="Picture 7">
            <a:extLst>
              <a:ext uri="{FF2B5EF4-FFF2-40B4-BE49-F238E27FC236}">
                <a16:creationId xmlns:a16="http://schemas.microsoft.com/office/drawing/2014/main" id="{E5248937-CEBD-3264-6B1E-B39D091CDD82}"/>
              </a:ext>
            </a:extLst>
          </p:cNvPr>
          <p:cNvPicPr>
            <a:picLocks noChangeAspect="1"/>
          </p:cNvPicPr>
          <p:nvPr/>
        </p:nvPicPr>
        <p:blipFill>
          <a:blip r:embed="rId2"/>
          <a:stretch>
            <a:fillRect/>
          </a:stretch>
        </p:blipFill>
        <p:spPr>
          <a:xfrm>
            <a:off x="1363561" y="2736169"/>
            <a:ext cx="7240887" cy="2946425"/>
          </a:xfrm>
          <a:prstGeom prst="rect">
            <a:avLst/>
          </a:prstGeom>
        </p:spPr>
      </p:pic>
      <p:sp>
        <p:nvSpPr>
          <p:cNvPr id="9" name="TextBox 8">
            <a:extLst>
              <a:ext uri="{FF2B5EF4-FFF2-40B4-BE49-F238E27FC236}">
                <a16:creationId xmlns:a16="http://schemas.microsoft.com/office/drawing/2014/main" id="{35C8C843-41C0-6D1C-EF84-75C4A09093B5}"/>
              </a:ext>
            </a:extLst>
          </p:cNvPr>
          <p:cNvSpPr txBox="1"/>
          <p:nvPr/>
        </p:nvSpPr>
        <p:spPr>
          <a:xfrm>
            <a:off x="1295400" y="5761749"/>
            <a:ext cx="7309047" cy="523220"/>
          </a:xfrm>
          <a:prstGeom prst="rect">
            <a:avLst/>
          </a:prstGeom>
          <a:noFill/>
        </p:spPr>
        <p:txBody>
          <a:bodyPr wrap="square" rtlCol="0">
            <a:spAutoFit/>
          </a:bodyPr>
          <a:lstStyle/>
          <a:p>
            <a:r>
              <a:rPr lang="en-GB" sz="1400" dirty="0">
                <a:latin typeface="+mn-lt"/>
              </a:rPr>
              <a:t>Rubin, J., </a:t>
            </a:r>
            <a:r>
              <a:rPr lang="en-GB" sz="1400" dirty="0" err="1">
                <a:latin typeface="+mn-lt"/>
              </a:rPr>
              <a:t>Chisnell</a:t>
            </a:r>
            <a:r>
              <a:rPr lang="en-GB" sz="1400" dirty="0">
                <a:latin typeface="+mn-lt"/>
              </a:rPr>
              <a:t>, D., 2008. </a:t>
            </a:r>
            <a:r>
              <a:rPr lang="en-GB" sz="1400" i="1" dirty="0">
                <a:latin typeface="+mn-lt"/>
              </a:rPr>
              <a:t>Handbook of Usability Testing</a:t>
            </a:r>
            <a:r>
              <a:rPr lang="en-GB" sz="1400" dirty="0">
                <a:latin typeface="+mn-lt"/>
              </a:rPr>
              <a:t>, 2nd. ed. Wiley Publishing, Indianapolis.</a:t>
            </a:r>
          </a:p>
          <a:p>
            <a:r>
              <a:rPr lang="en-GB" sz="1400" dirty="0">
                <a:latin typeface="+mn-lt"/>
              </a:rPr>
              <a:t>Lazar, J., 2006. </a:t>
            </a:r>
            <a:r>
              <a:rPr lang="en-GB" sz="1400" i="1" dirty="0">
                <a:latin typeface="+mn-lt"/>
              </a:rPr>
              <a:t>Web Usability: A User-</a:t>
            </a:r>
            <a:r>
              <a:rPr lang="en-GB" sz="1400" i="1" dirty="0" err="1">
                <a:latin typeface="+mn-lt"/>
              </a:rPr>
              <a:t>Centered</a:t>
            </a:r>
            <a:r>
              <a:rPr lang="en-GB" sz="1400" i="1" dirty="0">
                <a:latin typeface="+mn-lt"/>
              </a:rPr>
              <a:t> Design Approach</a:t>
            </a:r>
            <a:r>
              <a:rPr lang="en-GB" sz="1400" dirty="0">
                <a:latin typeface="+mn-lt"/>
              </a:rPr>
              <a:t>. Addison-Wesley, Boston.</a:t>
            </a:r>
          </a:p>
        </p:txBody>
      </p:sp>
      <p:sp>
        <p:nvSpPr>
          <p:cNvPr id="2" name="Date Placeholder 1">
            <a:extLst>
              <a:ext uri="{FF2B5EF4-FFF2-40B4-BE49-F238E27FC236}">
                <a16:creationId xmlns:a16="http://schemas.microsoft.com/office/drawing/2014/main" id="{82AA9A94-8F76-30AC-09ED-929AC6A03998}"/>
              </a:ext>
            </a:extLst>
          </p:cNvPr>
          <p:cNvSpPr>
            <a:spLocks noGrp="1"/>
          </p:cNvSpPr>
          <p:nvPr>
            <p:ph type="dt" sz="half" idx="2"/>
          </p:nvPr>
        </p:nvSpPr>
        <p:spPr/>
        <p:txBody>
          <a:bodyPr/>
          <a:lstStyle/>
          <a:p>
            <a:endParaRPr lang="en-US" dirty="0"/>
          </a:p>
        </p:txBody>
      </p:sp>
      <p:sp>
        <p:nvSpPr>
          <p:cNvPr id="4" name="Footer Placeholder 3">
            <a:extLst>
              <a:ext uri="{FF2B5EF4-FFF2-40B4-BE49-F238E27FC236}">
                <a16:creationId xmlns:a16="http://schemas.microsoft.com/office/drawing/2014/main" id="{D8F1C8A6-73BC-DF91-A1DE-F518F4C0A91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5C28001E-D3B7-55F2-FFD9-A56D6258F5F1}"/>
              </a:ext>
            </a:extLst>
          </p:cNvPr>
          <p:cNvSpPr>
            <a:spLocks noGrp="1"/>
          </p:cNvSpPr>
          <p:nvPr>
            <p:ph type="sldNum" sz="quarter" idx="11"/>
          </p:nvPr>
        </p:nvSpPr>
        <p:spPr/>
        <p:txBody>
          <a:bodyPr/>
          <a:lstStyle/>
          <a:p>
            <a:fld id="{4F96EDF4-259A-48E8-B98E-8CB70E21F623}" type="slidenum">
              <a:rPr lang="en-US" smtClean="0"/>
              <a:pPr/>
              <a:t>3</a:t>
            </a:fld>
            <a:r>
              <a:rPr lang="en-GB"/>
              <a:t>/38</a:t>
            </a:r>
            <a:endParaRPr lang="en-US" dirty="0"/>
          </a:p>
        </p:txBody>
      </p:sp>
    </p:spTree>
    <p:extLst>
      <p:ext uri="{BB962C8B-B14F-4D97-AF65-F5344CB8AC3E}">
        <p14:creationId xmlns:p14="http://schemas.microsoft.com/office/powerpoint/2010/main" val="2821982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3CA00-3A81-312A-DEF5-8A26A988FEB3}"/>
              </a:ext>
            </a:extLst>
          </p:cNvPr>
          <p:cNvSpPr>
            <a:spLocks noGrp="1"/>
          </p:cNvSpPr>
          <p:nvPr>
            <p:ph type="title"/>
          </p:nvPr>
        </p:nvSpPr>
        <p:spPr/>
        <p:txBody>
          <a:bodyPr/>
          <a:lstStyle/>
          <a:p>
            <a:r>
              <a:rPr lang="en-GB" dirty="0"/>
              <a:t>Test Plan</a:t>
            </a:r>
          </a:p>
        </p:txBody>
      </p:sp>
      <p:graphicFrame>
        <p:nvGraphicFramePr>
          <p:cNvPr id="14" name="Text Placeholder 1">
            <a:extLst>
              <a:ext uri="{FF2B5EF4-FFF2-40B4-BE49-F238E27FC236}">
                <a16:creationId xmlns:a16="http://schemas.microsoft.com/office/drawing/2014/main" id="{F0994A62-A230-02F2-0583-2FD525424AE1}"/>
              </a:ext>
            </a:extLst>
          </p:cNvPr>
          <p:cNvGraphicFramePr/>
          <p:nvPr>
            <p:extLst>
              <p:ext uri="{D42A27DB-BD31-4B8C-83A1-F6EECF244321}">
                <p14:modId xmlns:p14="http://schemas.microsoft.com/office/powerpoint/2010/main" val="866044304"/>
              </p:ext>
            </p:extLst>
          </p:nvPr>
        </p:nvGraphicFramePr>
        <p:xfrm>
          <a:off x="1344754" y="2744358"/>
          <a:ext cx="7123113" cy="35038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a:extLst>
              <a:ext uri="{FF2B5EF4-FFF2-40B4-BE49-F238E27FC236}">
                <a16:creationId xmlns:a16="http://schemas.microsoft.com/office/drawing/2014/main" id="{499AC776-9FA0-C45B-E824-0801D8764E10}"/>
              </a:ext>
            </a:extLst>
          </p:cNvPr>
          <p:cNvSpPr>
            <a:spLocks noGrp="1"/>
          </p:cNvSpPr>
          <p:nvPr>
            <p:ph type="dt" sz="half" idx="2"/>
          </p:nvPr>
        </p:nvSpPr>
        <p:spPr/>
        <p:txBody>
          <a:bodyPr/>
          <a:lstStyle/>
          <a:p>
            <a:endParaRPr lang="en-US" dirty="0"/>
          </a:p>
        </p:txBody>
      </p:sp>
      <p:sp>
        <p:nvSpPr>
          <p:cNvPr id="4" name="Footer Placeholder 3">
            <a:extLst>
              <a:ext uri="{FF2B5EF4-FFF2-40B4-BE49-F238E27FC236}">
                <a16:creationId xmlns:a16="http://schemas.microsoft.com/office/drawing/2014/main" id="{069C7E89-0FFC-FC36-0802-E0DCCAFB717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5086EF7-ECB9-0122-B79C-BCA26D3CDA38}"/>
              </a:ext>
            </a:extLst>
          </p:cNvPr>
          <p:cNvSpPr>
            <a:spLocks noGrp="1"/>
          </p:cNvSpPr>
          <p:nvPr>
            <p:ph type="sldNum" sz="quarter" idx="11"/>
          </p:nvPr>
        </p:nvSpPr>
        <p:spPr/>
        <p:txBody>
          <a:bodyPr/>
          <a:lstStyle/>
          <a:p>
            <a:fld id="{4F96EDF4-259A-48E8-B98E-8CB70E21F623}" type="slidenum">
              <a:rPr lang="en-US" smtClean="0"/>
              <a:pPr/>
              <a:t>4</a:t>
            </a:fld>
            <a:r>
              <a:rPr lang="en-GB"/>
              <a:t>/38</a:t>
            </a:r>
            <a:endParaRPr lang="en-US" dirty="0"/>
          </a:p>
        </p:txBody>
      </p:sp>
    </p:spTree>
    <p:extLst>
      <p:ext uri="{BB962C8B-B14F-4D97-AF65-F5344CB8AC3E}">
        <p14:creationId xmlns:p14="http://schemas.microsoft.com/office/powerpoint/2010/main" val="1607359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0B2B5E-196B-675C-DDCF-12500176E403}"/>
              </a:ext>
            </a:extLst>
          </p:cNvPr>
          <p:cNvSpPr>
            <a:spLocks noGrp="1"/>
          </p:cNvSpPr>
          <p:nvPr>
            <p:ph type="title"/>
          </p:nvPr>
        </p:nvSpPr>
        <p:spPr/>
        <p:txBody>
          <a:bodyPr>
            <a:normAutofit/>
          </a:bodyPr>
          <a:lstStyle/>
          <a:p>
            <a:r>
              <a:rPr lang="en-GB" dirty="0"/>
              <a:t>Test plan purpose</a:t>
            </a:r>
          </a:p>
        </p:txBody>
      </p:sp>
      <p:graphicFrame>
        <p:nvGraphicFramePr>
          <p:cNvPr id="13" name="Content Placeholder 7">
            <a:extLst>
              <a:ext uri="{FF2B5EF4-FFF2-40B4-BE49-F238E27FC236}">
                <a16:creationId xmlns:a16="http://schemas.microsoft.com/office/drawing/2014/main" id="{FD47D3C5-D1BC-6A7C-7F35-E3F372B07BF8}"/>
              </a:ext>
            </a:extLst>
          </p:cNvPr>
          <p:cNvGraphicFramePr>
            <a:graphicFrameLocks noGrp="1"/>
          </p:cNvGraphicFramePr>
          <p:nvPr>
            <p:ph sz="quarter" idx="1"/>
            <p:extLst>
              <p:ext uri="{D42A27DB-BD31-4B8C-83A1-F6EECF244321}">
                <p14:modId xmlns:p14="http://schemas.microsoft.com/office/powerpoint/2010/main" val="568853045"/>
              </p:ext>
            </p:extLst>
          </p:nvPr>
        </p:nvGraphicFramePr>
        <p:xfrm>
          <a:off x="612648" y="1600200"/>
          <a:ext cx="8153400" cy="4648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9FB9312A-4E8A-BB1A-321F-96E7222FBC8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544A1C80-F50A-6D5F-C84C-18F4FDBD81FE}"/>
              </a:ext>
            </a:extLst>
          </p:cNvPr>
          <p:cNvSpPr>
            <a:spLocks noGrp="1"/>
          </p:cNvSpPr>
          <p:nvPr>
            <p:ph type="sldNum" sz="quarter" idx="4"/>
          </p:nvPr>
        </p:nvSpPr>
        <p:spPr/>
        <p:txBody>
          <a:bodyPr/>
          <a:lstStyle/>
          <a:p>
            <a:fld id="{9FD7ECCF-50E7-4327-B945-FA93FF7B2BEF}" type="slidenum">
              <a:rPr lang="en-US" smtClean="0"/>
              <a:pPr/>
              <a:t>5</a:t>
            </a:fld>
            <a:r>
              <a:rPr lang="en-GB"/>
              <a:t>/38</a:t>
            </a:r>
            <a:endParaRPr lang="en-US" dirty="0"/>
          </a:p>
        </p:txBody>
      </p:sp>
    </p:spTree>
    <p:extLst>
      <p:ext uri="{BB962C8B-B14F-4D97-AF65-F5344CB8AC3E}">
        <p14:creationId xmlns:p14="http://schemas.microsoft.com/office/powerpoint/2010/main" val="1624621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B2497D5-6644-19FE-C744-395480A05FD9}"/>
              </a:ext>
            </a:extLst>
          </p:cNvPr>
          <p:cNvSpPr>
            <a:spLocks noGrp="1"/>
          </p:cNvSpPr>
          <p:nvPr>
            <p:ph type="title"/>
          </p:nvPr>
        </p:nvSpPr>
        <p:spPr>
          <a:xfrm>
            <a:off x="612648" y="332656"/>
            <a:ext cx="8153400" cy="1008112"/>
          </a:xfrm>
        </p:spPr>
        <p:txBody>
          <a:bodyPr>
            <a:normAutofit/>
          </a:bodyPr>
          <a:lstStyle/>
          <a:p>
            <a:pPr>
              <a:lnSpc>
                <a:spcPts val="3500"/>
              </a:lnSpc>
            </a:pPr>
            <a:r>
              <a:rPr lang="en-GB" dirty="0"/>
              <a:t>Create a test plan</a:t>
            </a:r>
          </a:p>
        </p:txBody>
      </p:sp>
      <p:sp>
        <p:nvSpPr>
          <p:cNvPr id="7" name="Text Placeholder 6">
            <a:extLst>
              <a:ext uri="{FF2B5EF4-FFF2-40B4-BE49-F238E27FC236}">
                <a16:creationId xmlns:a16="http://schemas.microsoft.com/office/drawing/2014/main" id="{62200CD7-BB12-89C3-D24F-09AE68F139DD}"/>
              </a:ext>
            </a:extLst>
          </p:cNvPr>
          <p:cNvSpPr>
            <a:spLocks noGrp="1"/>
          </p:cNvSpPr>
          <p:nvPr>
            <p:ph sz="quarter" idx="1"/>
          </p:nvPr>
        </p:nvSpPr>
        <p:spPr/>
        <p:txBody>
          <a:bodyPr>
            <a:normAutofit/>
          </a:bodyPr>
          <a:lstStyle/>
          <a:p>
            <a:r>
              <a:rPr lang="en-GB" dirty="0"/>
              <a:t>The test plan is the foundation for the entire usability testing process</a:t>
            </a:r>
          </a:p>
          <a:p>
            <a:r>
              <a:rPr lang="en-GB" dirty="0"/>
              <a:t>It addresses:</a:t>
            </a:r>
          </a:p>
          <a:p>
            <a:pPr marL="651510" lvl="1" indent="-285750">
              <a:buFont typeface="Wingdings" panose="05000000000000000000" pitchFamily="2" charset="2"/>
              <a:buChar char="q"/>
            </a:pPr>
            <a:r>
              <a:rPr lang="en-GB" sz="2400" dirty="0"/>
              <a:t>Why – what are the usability test goals (purpose)</a:t>
            </a:r>
          </a:p>
          <a:p>
            <a:pPr marL="651510" lvl="1" indent="-285750">
              <a:buFont typeface="Wingdings" panose="05000000000000000000" pitchFamily="2" charset="2"/>
              <a:buChar char="q"/>
            </a:pPr>
            <a:r>
              <a:rPr lang="en-GB" sz="2400" dirty="0"/>
              <a:t>How – what test method</a:t>
            </a:r>
          </a:p>
          <a:p>
            <a:pPr marL="651510" lvl="1" indent="-285750">
              <a:buFont typeface="Wingdings" panose="05000000000000000000" pitchFamily="2" charset="2"/>
              <a:buChar char="q"/>
            </a:pPr>
            <a:r>
              <a:rPr lang="en-GB" sz="2400" dirty="0"/>
              <a:t>Where – test setting</a:t>
            </a:r>
          </a:p>
          <a:p>
            <a:pPr marL="651510" lvl="1" indent="-285750">
              <a:buFont typeface="Wingdings" panose="05000000000000000000" pitchFamily="2" charset="2"/>
              <a:buChar char="q"/>
            </a:pPr>
            <a:r>
              <a:rPr lang="en-GB" sz="2400" dirty="0"/>
              <a:t>Who – participants, moderators, observers</a:t>
            </a:r>
          </a:p>
          <a:p>
            <a:pPr marL="651510" lvl="1" indent="-285750">
              <a:buFont typeface="Wingdings" panose="05000000000000000000" pitchFamily="2" charset="2"/>
              <a:buChar char="q"/>
            </a:pPr>
            <a:r>
              <a:rPr lang="en-GB" sz="2400" dirty="0"/>
              <a:t>What material will be used</a:t>
            </a:r>
          </a:p>
        </p:txBody>
      </p:sp>
      <p:sp>
        <p:nvSpPr>
          <p:cNvPr id="4" name="Footer Placeholder 3">
            <a:extLst>
              <a:ext uri="{FF2B5EF4-FFF2-40B4-BE49-F238E27FC236}">
                <a16:creationId xmlns:a16="http://schemas.microsoft.com/office/drawing/2014/main" id="{17CC6D81-3173-8D30-02B8-8002CC1ABBF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C8D7180-ED5E-B045-A62F-AC4D6F321ADB}"/>
              </a:ext>
            </a:extLst>
          </p:cNvPr>
          <p:cNvSpPr>
            <a:spLocks noGrp="1"/>
          </p:cNvSpPr>
          <p:nvPr>
            <p:ph type="sldNum" sz="quarter" idx="4"/>
          </p:nvPr>
        </p:nvSpPr>
        <p:spPr/>
        <p:txBody>
          <a:bodyPr/>
          <a:lstStyle/>
          <a:p>
            <a:fld id="{9FD7ECCF-50E7-4327-B945-FA93FF7B2BEF}" type="slidenum">
              <a:rPr lang="en-US" smtClean="0"/>
              <a:pPr/>
              <a:t>6</a:t>
            </a:fld>
            <a:r>
              <a:rPr lang="en-GB"/>
              <a:t>/38</a:t>
            </a:r>
            <a:endParaRPr lang="en-US" dirty="0"/>
          </a:p>
        </p:txBody>
      </p:sp>
    </p:spTree>
    <p:extLst>
      <p:ext uri="{BB962C8B-B14F-4D97-AF65-F5344CB8AC3E}">
        <p14:creationId xmlns:p14="http://schemas.microsoft.com/office/powerpoint/2010/main" val="3146151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Communicate the test goals</a:t>
            </a:r>
          </a:p>
        </p:txBody>
      </p:sp>
      <p:graphicFrame>
        <p:nvGraphicFramePr>
          <p:cNvPr id="7" name="Content Placeholder 2">
            <a:extLst>
              <a:ext uri="{FF2B5EF4-FFF2-40B4-BE49-F238E27FC236}">
                <a16:creationId xmlns:a16="http://schemas.microsoft.com/office/drawing/2014/main" id="{A973E512-3DCC-D8A2-5945-AC3674AE1A17}"/>
              </a:ext>
            </a:extLst>
          </p:cNvPr>
          <p:cNvGraphicFramePr>
            <a:graphicFrameLocks noGrp="1"/>
          </p:cNvGraphicFramePr>
          <p:nvPr>
            <p:ph sz="quarter" idx="1"/>
            <p:extLst>
              <p:ext uri="{D42A27DB-BD31-4B8C-83A1-F6EECF244321}">
                <p14:modId xmlns:p14="http://schemas.microsoft.com/office/powerpoint/2010/main" val="2553101125"/>
              </p:ext>
            </p:extLst>
          </p:nvPr>
        </p:nvGraphicFramePr>
        <p:xfrm>
          <a:off x="612648" y="1600200"/>
          <a:ext cx="81534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338184F2-6986-F114-9122-5B55D75DE54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305D2A6D-133D-FF67-DA74-8FC3331132F2}"/>
              </a:ext>
            </a:extLst>
          </p:cNvPr>
          <p:cNvSpPr>
            <a:spLocks noGrp="1"/>
          </p:cNvSpPr>
          <p:nvPr>
            <p:ph type="sldNum" sz="quarter" idx="4"/>
          </p:nvPr>
        </p:nvSpPr>
        <p:spPr/>
        <p:txBody>
          <a:bodyPr/>
          <a:lstStyle/>
          <a:p>
            <a:fld id="{9FD7ECCF-50E7-4327-B945-FA93FF7B2BEF}" type="slidenum">
              <a:rPr lang="en-US" smtClean="0"/>
              <a:pPr/>
              <a:t>7</a:t>
            </a:fld>
            <a:r>
              <a:rPr lang="en-GB"/>
              <a:t>/38</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6A59-BC57-5D51-942E-CEB708DCDEAA}"/>
              </a:ext>
            </a:extLst>
          </p:cNvPr>
          <p:cNvSpPr>
            <a:spLocks noGrp="1"/>
          </p:cNvSpPr>
          <p:nvPr>
            <p:ph type="title"/>
          </p:nvPr>
        </p:nvSpPr>
        <p:spPr/>
        <p:txBody>
          <a:bodyPr/>
          <a:lstStyle/>
          <a:p>
            <a:r>
              <a:rPr lang="en-GB" dirty="0"/>
              <a:t>What test method</a:t>
            </a:r>
          </a:p>
        </p:txBody>
      </p:sp>
      <p:sp>
        <p:nvSpPr>
          <p:cNvPr id="3" name="Content Placeholder 2">
            <a:extLst>
              <a:ext uri="{FF2B5EF4-FFF2-40B4-BE49-F238E27FC236}">
                <a16:creationId xmlns:a16="http://schemas.microsoft.com/office/drawing/2014/main" id="{3E37B5CD-D409-794F-16AD-A8828FC98FA3}"/>
              </a:ext>
            </a:extLst>
          </p:cNvPr>
          <p:cNvSpPr>
            <a:spLocks noGrp="1"/>
          </p:cNvSpPr>
          <p:nvPr>
            <p:ph sz="quarter" idx="1"/>
          </p:nvPr>
        </p:nvSpPr>
        <p:spPr/>
        <p:txBody>
          <a:bodyPr/>
          <a:lstStyle/>
          <a:p>
            <a:r>
              <a:rPr lang="en-GB" dirty="0"/>
              <a:t>This part describes the test method that will be used:</a:t>
            </a:r>
          </a:p>
          <a:p>
            <a:pPr lvl="1"/>
            <a:r>
              <a:rPr lang="en-GB" dirty="0"/>
              <a:t>Moderated</a:t>
            </a:r>
          </a:p>
          <a:p>
            <a:pPr lvl="1"/>
            <a:r>
              <a:rPr lang="en-GB" dirty="0"/>
              <a:t>Unmoderated</a:t>
            </a:r>
          </a:p>
          <a:p>
            <a:pPr lvl="1"/>
            <a:r>
              <a:rPr lang="en-GB" dirty="0"/>
              <a:t>Local</a:t>
            </a:r>
          </a:p>
          <a:p>
            <a:pPr lvl="1"/>
            <a:r>
              <a:rPr lang="en-GB" dirty="0"/>
              <a:t>Online</a:t>
            </a:r>
          </a:p>
          <a:p>
            <a:pPr lvl="1"/>
            <a:r>
              <a:rPr lang="en-GB" dirty="0"/>
              <a:t>What will be the role of the moderators</a:t>
            </a:r>
          </a:p>
          <a:p>
            <a:pPr lvl="1"/>
            <a:r>
              <a:rPr lang="en-GB" dirty="0"/>
              <a:t>What participants will be needed and how they will be used</a:t>
            </a:r>
          </a:p>
          <a:p>
            <a:endParaRPr lang="en-GB" dirty="0"/>
          </a:p>
        </p:txBody>
      </p:sp>
      <p:sp>
        <p:nvSpPr>
          <p:cNvPr id="6" name="Footer Placeholder 5">
            <a:extLst>
              <a:ext uri="{FF2B5EF4-FFF2-40B4-BE49-F238E27FC236}">
                <a16:creationId xmlns:a16="http://schemas.microsoft.com/office/drawing/2014/main" id="{F756C04D-A0AD-2118-C499-BC2D9712563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52589493-2175-99F1-DB69-65E203EB44C0}"/>
              </a:ext>
            </a:extLst>
          </p:cNvPr>
          <p:cNvSpPr>
            <a:spLocks noGrp="1"/>
          </p:cNvSpPr>
          <p:nvPr>
            <p:ph type="sldNum" sz="quarter" idx="4"/>
          </p:nvPr>
        </p:nvSpPr>
        <p:spPr/>
        <p:txBody>
          <a:bodyPr/>
          <a:lstStyle/>
          <a:p>
            <a:fld id="{9FD7ECCF-50E7-4327-B945-FA93FF7B2BEF}" type="slidenum">
              <a:rPr lang="en-US" smtClean="0"/>
              <a:pPr/>
              <a:t>8</a:t>
            </a:fld>
            <a:r>
              <a:rPr lang="en-GB"/>
              <a:t>/38</a:t>
            </a:r>
            <a:endParaRPr lang="en-US" dirty="0"/>
          </a:p>
        </p:txBody>
      </p:sp>
    </p:spTree>
    <p:extLst>
      <p:ext uri="{BB962C8B-B14F-4D97-AF65-F5344CB8AC3E}">
        <p14:creationId xmlns:p14="http://schemas.microsoft.com/office/powerpoint/2010/main" val="3403416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6A59-BC57-5D51-942E-CEB708DCDEAA}"/>
              </a:ext>
            </a:extLst>
          </p:cNvPr>
          <p:cNvSpPr>
            <a:spLocks noGrp="1"/>
          </p:cNvSpPr>
          <p:nvPr>
            <p:ph type="title"/>
          </p:nvPr>
        </p:nvSpPr>
        <p:spPr/>
        <p:txBody>
          <a:bodyPr/>
          <a:lstStyle/>
          <a:p>
            <a:r>
              <a:rPr lang="en-GB" dirty="0"/>
              <a:t>What is the experimental design</a:t>
            </a:r>
          </a:p>
        </p:txBody>
      </p:sp>
      <p:sp>
        <p:nvSpPr>
          <p:cNvPr id="3" name="Content Placeholder 2">
            <a:extLst>
              <a:ext uri="{FF2B5EF4-FFF2-40B4-BE49-F238E27FC236}">
                <a16:creationId xmlns:a16="http://schemas.microsoft.com/office/drawing/2014/main" id="{3E37B5CD-D409-794F-16AD-A8828FC98FA3}"/>
              </a:ext>
            </a:extLst>
          </p:cNvPr>
          <p:cNvSpPr>
            <a:spLocks noGrp="1"/>
          </p:cNvSpPr>
          <p:nvPr>
            <p:ph sz="quarter" idx="1"/>
          </p:nvPr>
        </p:nvSpPr>
        <p:spPr/>
        <p:txBody>
          <a:bodyPr/>
          <a:lstStyle/>
          <a:p>
            <a:r>
              <a:rPr lang="en-GB" dirty="0"/>
              <a:t>How the users will be exposed to the test material</a:t>
            </a:r>
          </a:p>
          <a:p>
            <a:pPr lvl="1"/>
            <a:r>
              <a:rPr lang="en-GB" dirty="0"/>
              <a:t>within</a:t>
            </a:r>
          </a:p>
          <a:p>
            <a:pPr lvl="1"/>
            <a:r>
              <a:rPr lang="en-GB" dirty="0"/>
              <a:t>between</a:t>
            </a:r>
          </a:p>
          <a:p>
            <a:endParaRPr lang="en-GB" dirty="0"/>
          </a:p>
          <a:p>
            <a:endParaRPr lang="en-GB" dirty="0"/>
          </a:p>
        </p:txBody>
      </p:sp>
      <p:sp>
        <p:nvSpPr>
          <p:cNvPr id="6" name="Footer Placeholder 5">
            <a:extLst>
              <a:ext uri="{FF2B5EF4-FFF2-40B4-BE49-F238E27FC236}">
                <a16:creationId xmlns:a16="http://schemas.microsoft.com/office/drawing/2014/main" id="{494B40FB-EF8C-4F59-4E63-6C12E6AA105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BEFDA01D-BF3B-C507-45C8-A0BB226299EF}"/>
              </a:ext>
            </a:extLst>
          </p:cNvPr>
          <p:cNvSpPr>
            <a:spLocks noGrp="1"/>
          </p:cNvSpPr>
          <p:nvPr>
            <p:ph type="sldNum" sz="quarter" idx="4"/>
          </p:nvPr>
        </p:nvSpPr>
        <p:spPr/>
        <p:txBody>
          <a:bodyPr/>
          <a:lstStyle/>
          <a:p>
            <a:fld id="{9FD7ECCF-50E7-4327-B945-FA93FF7B2BEF}" type="slidenum">
              <a:rPr lang="en-US" smtClean="0"/>
              <a:pPr/>
              <a:t>9</a:t>
            </a:fld>
            <a:r>
              <a:rPr lang="en-GB"/>
              <a:t>/38</a:t>
            </a:r>
            <a:endParaRPr lang="en-US" dirty="0"/>
          </a:p>
        </p:txBody>
      </p:sp>
    </p:spTree>
    <p:extLst>
      <p:ext uri="{BB962C8B-B14F-4D97-AF65-F5344CB8AC3E}">
        <p14:creationId xmlns:p14="http://schemas.microsoft.com/office/powerpoint/2010/main" val="2647135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ACFE8-05C9-1B87-6A85-5C04ADB0CE53}"/>
              </a:ext>
            </a:extLst>
          </p:cNvPr>
          <p:cNvSpPr>
            <a:spLocks noGrp="1"/>
          </p:cNvSpPr>
          <p:nvPr>
            <p:ph type="title"/>
          </p:nvPr>
        </p:nvSpPr>
        <p:spPr/>
        <p:txBody>
          <a:bodyPr/>
          <a:lstStyle/>
          <a:p>
            <a:r>
              <a:rPr lang="en-GB" dirty="0"/>
              <a:t>Test settings</a:t>
            </a:r>
          </a:p>
        </p:txBody>
      </p:sp>
      <p:sp>
        <p:nvSpPr>
          <p:cNvPr id="3" name="Content Placeholder 2">
            <a:extLst>
              <a:ext uri="{FF2B5EF4-FFF2-40B4-BE49-F238E27FC236}">
                <a16:creationId xmlns:a16="http://schemas.microsoft.com/office/drawing/2014/main" id="{032A21E4-EA6A-32FB-EF45-6E67C2F71393}"/>
              </a:ext>
            </a:extLst>
          </p:cNvPr>
          <p:cNvSpPr>
            <a:spLocks noGrp="1"/>
          </p:cNvSpPr>
          <p:nvPr>
            <p:ph sz="quarter" idx="1"/>
          </p:nvPr>
        </p:nvSpPr>
        <p:spPr>
          <a:xfrm>
            <a:off x="612648" y="1600200"/>
            <a:ext cx="3959352" cy="4495800"/>
          </a:xfrm>
        </p:spPr>
        <p:txBody>
          <a:bodyPr/>
          <a:lstStyle/>
          <a:p>
            <a:r>
              <a:rPr lang="en-GB" dirty="0"/>
              <a:t>Lab</a:t>
            </a:r>
          </a:p>
          <a:p>
            <a:r>
              <a:rPr lang="en-GB" dirty="0"/>
              <a:t>User real context</a:t>
            </a:r>
          </a:p>
          <a:p>
            <a:r>
              <a:rPr lang="en-GB" dirty="0"/>
              <a:t>Equipment required for recording the data </a:t>
            </a:r>
          </a:p>
        </p:txBody>
      </p:sp>
      <p:pic>
        <p:nvPicPr>
          <p:cNvPr id="6" name="Picture 4" descr="lab_2">
            <a:extLst>
              <a:ext uri="{FF2B5EF4-FFF2-40B4-BE49-F238E27FC236}">
                <a16:creationId xmlns:a16="http://schemas.microsoft.com/office/drawing/2014/main" id="{B0DECF12-DEA9-DEDE-EADB-38DF2E911B26}"/>
              </a:ext>
            </a:extLst>
          </p:cNvPr>
          <p:cNvPicPr>
            <a:picLocks noChangeAspect="1" noChangeArrowheads="1"/>
          </p:cNvPicPr>
          <p:nvPr/>
        </p:nvPicPr>
        <p:blipFill>
          <a:blip r:embed="rId2" cstate="print"/>
          <a:srcRect/>
          <a:stretch>
            <a:fillRect/>
          </a:stretch>
        </p:blipFill>
        <p:spPr bwMode="auto">
          <a:xfrm>
            <a:off x="609600" y="3933056"/>
            <a:ext cx="3232328" cy="1770675"/>
          </a:xfrm>
          <a:prstGeom prst="rect">
            <a:avLst/>
          </a:prstGeom>
          <a:noFill/>
        </p:spPr>
      </p:pic>
      <p:pic>
        <p:nvPicPr>
          <p:cNvPr id="7" name="Picture 5" descr="eyetrack-setup">
            <a:extLst>
              <a:ext uri="{FF2B5EF4-FFF2-40B4-BE49-F238E27FC236}">
                <a16:creationId xmlns:a16="http://schemas.microsoft.com/office/drawing/2014/main" id="{22E6DC35-6265-3FCC-5E9A-D4219711E9FF}"/>
              </a:ext>
            </a:extLst>
          </p:cNvPr>
          <p:cNvPicPr>
            <a:picLocks noChangeAspect="1" noChangeArrowheads="1"/>
          </p:cNvPicPr>
          <p:nvPr/>
        </p:nvPicPr>
        <p:blipFill>
          <a:blip r:embed="rId3" cstate="print"/>
          <a:srcRect/>
          <a:stretch>
            <a:fillRect/>
          </a:stretch>
        </p:blipFill>
        <p:spPr bwMode="auto">
          <a:xfrm>
            <a:off x="4283968" y="4415891"/>
            <a:ext cx="3031576" cy="1784209"/>
          </a:xfrm>
          <a:prstGeom prst="rect">
            <a:avLst/>
          </a:prstGeom>
          <a:noFill/>
        </p:spPr>
      </p:pic>
      <p:pic>
        <p:nvPicPr>
          <p:cNvPr id="9" name="Picture 8">
            <a:extLst>
              <a:ext uri="{FF2B5EF4-FFF2-40B4-BE49-F238E27FC236}">
                <a16:creationId xmlns:a16="http://schemas.microsoft.com/office/drawing/2014/main" id="{88636967-C7A0-DDCA-24CF-FA5E2C8DA5EB}"/>
              </a:ext>
            </a:extLst>
          </p:cNvPr>
          <p:cNvPicPr>
            <a:picLocks noChangeAspect="1"/>
          </p:cNvPicPr>
          <p:nvPr/>
        </p:nvPicPr>
        <p:blipFill>
          <a:blip r:embed="rId4"/>
          <a:stretch>
            <a:fillRect/>
          </a:stretch>
        </p:blipFill>
        <p:spPr>
          <a:xfrm>
            <a:off x="4572000" y="1852288"/>
            <a:ext cx="4376291" cy="2283519"/>
          </a:xfrm>
          <a:prstGeom prst="rect">
            <a:avLst/>
          </a:prstGeom>
        </p:spPr>
      </p:pic>
      <p:sp>
        <p:nvSpPr>
          <p:cNvPr id="8" name="Footer Placeholder 7">
            <a:extLst>
              <a:ext uri="{FF2B5EF4-FFF2-40B4-BE49-F238E27FC236}">
                <a16:creationId xmlns:a16="http://schemas.microsoft.com/office/drawing/2014/main" id="{8058A8FB-4609-A252-EC7B-D5C8A7E5713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69E8EAF6-D492-EA91-A646-44FB2116C6BC}"/>
              </a:ext>
            </a:extLst>
          </p:cNvPr>
          <p:cNvSpPr>
            <a:spLocks noGrp="1"/>
          </p:cNvSpPr>
          <p:nvPr>
            <p:ph type="sldNum" sz="quarter" idx="4"/>
          </p:nvPr>
        </p:nvSpPr>
        <p:spPr/>
        <p:txBody>
          <a:bodyPr/>
          <a:lstStyle/>
          <a:p>
            <a:fld id="{9FD7ECCF-50E7-4327-B945-FA93FF7B2BEF}" type="slidenum">
              <a:rPr lang="en-US" smtClean="0"/>
              <a:pPr/>
              <a:t>10</a:t>
            </a:fld>
            <a:r>
              <a:rPr lang="en-GB"/>
              <a:t>/38</a:t>
            </a:r>
            <a:endParaRPr lang="en-US" dirty="0"/>
          </a:p>
        </p:txBody>
      </p:sp>
    </p:spTree>
    <p:extLst>
      <p:ext uri="{BB962C8B-B14F-4D97-AF65-F5344CB8AC3E}">
        <p14:creationId xmlns:p14="http://schemas.microsoft.com/office/powerpoint/2010/main" val="858796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6F56-C1AE-48AD-F93F-AC3A291B9E85}"/>
              </a:ext>
            </a:extLst>
          </p:cNvPr>
          <p:cNvSpPr>
            <a:spLocks noGrp="1"/>
          </p:cNvSpPr>
          <p:nvPr>
            <p:ph type="title"/>
          </p:nvPr>
        </p:nvSpPr>
        <p:spPr/>
        <p:txBody>
          <a:bodyPr/>
          <a:lstStyle/>
          <a:p>
            <a:r>
              <a:rPr lang="en-GB" dirty="0"/>
              <a:t>Who - Participants</a:t>
            </a:r>
          </a:p>
        </p:txBody>
      </p:sp>
      <p:sp>
        <p:nvSpPr>
          <p:cNvPr id="3" name="Content Placeholder 2">
            <a:extLst>
              <a:ext uri="{FF2B5EF4-FFF2-40B4-BE49-F238E27FC236}">
                <a16:creationId xmlns:a16="http://schemas.microsoft.com/office/drawing/2014/main" id="{9DCAE542-1E31-FC38-3DA2-F9047E9AAD38}"/>
              </a:ext>
            </a:extLst>
          </p:cNvPr>
          <p:cNvSpPr>
            <a:spLocks noGrp="1"/>
          </p:cNvSpPr>
          <p:nvPr>
            <p:ph sz="quarter" idx="1"/>
          </p:nvPr>
        </p:nvSpPr>
        <p:spPr/>
        <p:txBody>
          <a:bodyPr>
            <a:normAutofit/>
          </a:bodyPr>
          <a:lstStyle/>
          <a:p>
            <a:pPr>
              <a:spcBef>
                <a:spcPts val="1200"/>
              </a:spcBef>
            </a:pPr>
            <a:r>
              <a:rPr lang="en-GB" sz="2800" dirty="0"/>
              <a:t>Describe the characteristics of the end user(s) of the product/document that will be tested</a:t>
            </a:r>
          </a:p>
          <a:p>
            <a:endParaRPr lang="en-GB" dirty="0"/>
          </a:p>
        </p:txBody>
      </p:sp>
      <p:sp>
        <p:nvSpPr>
          <p:cNvPr id="6" name="Footer Placeholder 5">
            <a:extLst>
              <a:ext uri="{FF2B5EF4-FFF2-40B4-BE49-F238E27FC236}">
                <a16:creationId xmlns:a16="http://schemas.microsoft.com/office/drawing/2014/main" id="{C713C2F1-FCA6-6F6F-834B-1A29E144373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AB35BB2B-0FA3-1D7F-1203-38BAF20D09F0}"/>
              </a:ext>
            </a:extLst>
          </p:cNvPr>
          <p:cNvSpPr>
            <a:spLocks noGrp="1"/>
          </p:cNvSpPr>
          <p:nvPr>
            <p:ph type="sldNum" sz="quarter" idx="4"/>
          </p:nvPr>
        </p:nvSpPr>
        <p:spPr/>
        <p:txBody>
          <a:bodyPr/>
          <a:lstStyle/>
          <a:p>
            <a:fld id="{9FD7ECCF-50E7-4327-B945-FA93FF7B2BEF}" type="slidenum">
              <a:rPr lang="en-US" smtClean="0"/>
              <a:pPr/>
              <a:t>11</a:t>
            </a:fld>
            <a:r>
              <a:rPr lang="en-GB"/>
              <a:t>/38</a:t>
            </a:r>
            <a:endParaRPr lang="en-US" dirty="0"/>
          </a:p>
        </p:txBody>
      </p:sp>
    </p:spTree>
    <p:extLst>
      <p:ext uri="{BB962C8B-B14F-4D97-AF65-F5344CB8AC3E}">
        <p14:creationId xmlns:p14="http://schemas.microsoft.com/office/powerpoint/2010/main" val="1678746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732E2-1799-2B79-8C42-D82C01F257AC}"/>
              </a:ext>
            </a:extLst>
          </p:cNvPr>
          <p:cNvSpPr>
            <a:spLocks noGrp="1"/>
          </p:cNvSpPr>
          <p:nvPr>
            <p:ph type="title"/>
          </p:nvPr>
        </p:nvSpPr>
        <p:spPr/>
        <p:txBody>
          <a:bodyPr/>
          <a:lstStyle/>
          <a:p>
            <a:r>
              <a:rPr lang="en-GB" dirty="0"/>
              <a:t>How many users</a:t>
            </a:r>
          </a:p>
        </p:txBody>
      </p:sp>
      <p:sp>
        <p:nvSpPr>
          <p:cNvPr id="3" name="Content Placeholder 2">
            <a:extLst>
              <a:ext uri="{FF2B5EF4-FFF2-40B4-BE49-F238E27FC236}">
                <a16:creationId xmlns:a16="http://schemas.microsoft.com/office/drawing/2014/main" id="{2537F4F7-3D2C-6D4D-950C-A1100DDE080D}"/>
              </a:ext>
            </a:extLst>
          </p:cNvPr>
          <p:cNvSpPr>
            <a:spLocks noGrp="1"/>
          </p:cNvSpPr>
          <p:nvPr>
            <p:ph sz="quarter" idx="1"/>
          </p:nvPr>
        </p:nvSpPr>
        <p:spPr/>
        <p:txBody>
          <a:bodyPr>
            <a:normAutofit fontScale="85000" lnSpcReduction="10000"/>
          </a:bodyPr>
          <a:lstStyle/>
          <a:p>
            <a:r>
              <a:rPr lang="en-GB" dirty="0"/>
              <a:t>Many UX researchers say that five users will reveal approximately 80% of usability problems in an interface (</a:t>
            </a:r>
            <a:r>
              <a:rPr lang="en-GB" dirty="0" err="1"/>
              <a:t>Virzi</a:t>
            </a:r>
            <a:r>
              <a:rPr lang="en-GB" dirty="0"/>
              <a:t>, 1992 )</a:t>
            </a:r>
          </a:p>
          <a:p>
            <a:r>
              <a:rPr lang="en-GB" dirty="0"/>
              <a:t>Nielsen and </a:t>
            </a:r>
            <a:r>
              <a:rPr lang="en-GB" dirty="0" err="1"/>
              <a:t>Landauer</a:t>
            </a:r>
            <a:r>
              <a:rPr lang="en-GB" dirty="0"/>
              <a:t> expressed that the appropriate number depends on the size of the project, with seven users being optimal in a small project and 15 users being optimal in a medium-to-large project (Nielsen and </a:t>
            </a:r>
            <a:r>
              <a:rPr lang="en-GB" dirty="0" err="1"/>
              <a:t>Landauer</a:t>
            </a:r>
            <a:r>
              <a:rPr lang="en-GB" dirty="0"/>
              <a:t>, 1993). </a:t>
            </a:r>
          </a:p>
          <a:p>
            <a:r>
              <a:rPr lang="en-GB" dirty="0"/>
              <a:t>In an analysis of existing research on the topic, Hwang and </a:t>
            </a:r>
            <a:r>
              <a:rPr lang="en-GB" dirty="0" err="1"/>
              <a:t>Salvendy</a:t>
            </a:r>
            <a:r>
              <a:rPr lang="en-GB" dirty="0"/>
              <a:t> (2010)  suggest that 10  ±  2 is the optimal number of users for usability testing, although more recent work by </a:t>
            </a:r>
            <a:r>
              <a:rPr lang="en-GB" dirty="0" err="1"/>
              <a:t>Schmettow</a:t>
            </a:r>
            <a:r>
              <a:rPr lang="en-GB" dirty="0"/>
              <a:t> (2012)  suggests that even 5 users is enough to discover 80% of the usability problems.</a:t>
            </a:r>
          </a:p>
        </p:txBody>
      </p:sp>
      <p:sp>
        <p:nvSpPr>
          <p:cNvPr id="4" name="Footer Placeholder 3">
            <a:extLst>
              <a:ext uri="{FF2B5EF4-FFF2-40B4-BE49-F238E27FC236}">
                <a16:creationId xmlns:a16="http://schemas.microsoft.com/office/drawing/2014/main" id="{DB30081E-2CA3-23D3-39B3-77F97DDDD02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E6AA1F1-0A61-2DB0-A5E2-801EBA8B88FC}"/>
              </a:ext>
            </a:extLst>
          </p:cNvPr>
          <p:cNvSpPr>
            <a:spLocks noGrp="1"/>
          </p:cNvSpPr>
          <p:nvPr>
            <p:ph type="sldNum" sz="quarter" idx="4"/>
          </p:nvPr>
        </p:nvSpPr>
        <p:spPr/>
        <p:txBody>
          <a:bodyPr/>
          <a:lstStyle/>
          <a:p>
            <a:fld id="{9FD7ECCF-50E7-4327-B945-FA93FF7B2BEF}" type="slidenum">
              <a:rPr lang="en-US" smtClean="0"/>
              <a:pPr/>
              <a:t>12</a:t>
            </a:fld>
            <a:r>
              <a:rPr lang="en-GB"/>
              <a:t>/38</a:t>
            </a:r>
            <a:endParaRPr lang="en-US" dirty="0"/>
          </a:p>
        </p:txBody>
      </p:sp>
    </p:spTree>
    <p:extLst>
      <p:ext uri="{BB962C8B-B14F-4D97-AF65-F5344CB8AC3E}">
        <p14:creationId xmlns:p14="http://schemas.microsoft.com/office/powerpoint/2010/main" val="1607737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6F56-C1AE-48AD-F93F-AC3A291B9E85}"/>
              </a:ext>
            </a:extLst>
          </p:cNvPr>
          <p:cNvSpPr>
            <a:spLocks noGrp="1"/>
          </p:cNvSpPr>
          <p:nvPr>
            <p:ph type="title"/>
          </p:nvPr>
        </p:nvSpPr>
        <p:spPr>
          <a:xfrm>
            <a:off x="609600" y="116632"/>
            <a:ext cx="8153400" cy="990600"/>
          </a:xfrm>
        </p:spPr>
        <p:txBody>
          <a:bodyPr>
            <a:normAutofit fontScale="90000"/>
          </a:bodyPr>
          <a:lstStyle/>
          <a:p>
            <a:pPr>
              <a:lnSpc>
                <a:spcPts val="3500"/>
              </a:lnSpc>
            </a:pPr>
            <a:r>
              <a:rPr lang="en-GB" dirty="0"/>
              <a:t>How many users for statistically valid results?</a:t>
            </a:r>
          </a:p>
        </p:txBody>
      </p:sp>
      <p:sp>
        <p:nvSpPr>
          <p:cNvPr id="3" name="Content Placeholder 2">
            <a:extLst>
              <a:ext uri="{FF2B5EF4-FFF2-40B4-BE49-F238E27FC236}">
                <a16:creationId xmlns:a16="http://schemas.microsoft.com/office/drawing/2014/main" id="{9DCAE542-1E31-FC38-3DA2-F9047E9AAD38}"/>
              </a:ext>
            </a:extLst>
          </p:cNvPr>
          <p:cNvSpPr>
            <a:spLocks noGrp="1"/>
          </p:cNvSpPr>
          <p:nvPr>
            <p:ph sz="quarter" idx="1"/>
          </p:nvPr>
        </p:nvSpPr>
        <p:spPr/>
        <p:txBody>
          <a:bodyPr>
            <a:normAutofit/>
          </a:bodyPr>
          <a:lstStyle/>
          <a:p>
            <a:pPr algn="l"/>
            <a:r>
              <a:rPr lang="en-GB" sz="2800" b="1" dirty="0"/>
              <a:t>A sample size of 30 </a:t>
            </a:r>
            <a:r>
              <a:rPr lang="en-GB" sz="2800" dirty="0"/>
              <a:t>is fairly common across statistics. A sample size of 30 often increases the confidence interval of your population data set enough to warrant assertions against your findings.</a:t>
            </a:r>
          </a:p>
          <a:p>
            <a:pPr algn="l"/>
            <a:r>
              <a:rPr lang="en-GB" sz="2800" dirty="0"/>
              <a:t>The higher your sample size, the more likely the sample will be representative of your population set</a:t>
            </a:r>
          </a:p>
          <a:p>
            <a:pPr>
              <a:spcBef>
                <a:spcPts val="1200"/>
              </a:spcBef>
            </a:pPr>
            <a:r>
              <a:rPr lang="en-GB" sz="2800" dirty="0"/>
              <a:t>For true experimental design you must have at least 10-12 participants per condition</a:t>
            </a:r>
          </a:p>
          <a:p>
            <a:endParaRPr lang="en-GB" dirty="0"/>
          </a:p>
        </p:txBody>
      </p:sp>
      <p:sp>
        <p:nvSpPr>
          <p:cNvPr id="6" name="Footer Placeholder 5">
            <a:extLst>
              <a:ext uri="{FF2B5EF4-FFF2-40B4-BE49-F238E27FC236}">
                <a16:creationId xmlns:a16="http://schemas.microsoft.com/office/drawing/2014/main" id="{491C69BF-6E03-D06C-591A-8F64EFAB761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81F7B101-5AD7-AE76-C734-513BF0300367}"/>
              </a:ext>
            </a:extLst>
          </p:cNvPr>
          <p:cNvSpPr>
            <a:spLocks noGrp="1"/>
          </p:cNvSpPr>
          <p:nvPr>
            <p:ph type="sldNum" sz="quarter" idx="4"/>
          </p:nvPr>
        </p:nvSpPr>
        <p:spPr/>
        <p:txBody>
          <a:bodyPr/>
          <a:lstStyle/>
          <a:p>
            <a:fld id="{9FD7ECCF-50E7-4327-B945-FA93FF7B2BEF}" type="slidenum">
              <a:rPr lang="en-US" smtClean="0"/>
              <a:pPr/>
              <a:t>13</a:t>
            </a:fld>
            <a:r>
              <a:rPr lang="en-GB"/>
              <a:t>/38</a:t>
            </a:r>
            <a:endParaRPr lang="en-US" dirty="0"/>
          </a:p>
        </p:txBody>
      </p:sp>
    </p:spTree>
    <p:extLst>
      <p:ext uri="{BB962C8B-B14F-4D97-AF65-F5344CB8AC3E}">
        <p14:creationId xmlns:p14="http://schemas.microsoft.com/office/powerpoint/2010/main" val="363726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03B4C-5379-CBB4-8CCB-CAC787232B8A}"/>
              </a:ext>
            </a:extLst>
          </p:cNvPr>
          <p:cNvSpPr>
            <a:spLocks noGrp="1"/>
          </p:cNvSpPr>
          <p:nvPr>
            <p:ph type="title"/>
          </p:nvPr>
        </p:nvSpPr>
        <p:spPr>
          <a:xfrm>
            <a:off x="612648" y="564290"/>
            <a:ext cx="8153400" cy="990600"/>
          </a:xfrm>
        </p:spPr>
        <p:txBody>
          <a:bodyPr>
            <a:normAutofit fontScale="90000"/>
          </a:bodyPr>
          <a:lstStyle/>
          <a:p>
            <a:r>
              <a:rPr lang="en-GB" dirty="0"/>
              <a:t>Who – the role of the moderator/s</a:t>
            </a:r>
            <a:br>
              <a:rPr lang="en-GB" dirty="0"/>
            </a:br>
            <a:endParaRPr lang="en-GB" dirty="0"/>
          </a:p>
        </p:txBody>
      </p:sp>
      <p:graphicFrame>
        <p:nvGraphicFramePr>
          <p:cNvPr id="7" name="Content Placeholder 2">
            <a:extLst>
              <a:ext uri="{FF2B5EF4-FFF2-40B4-BE49-F238E27FC236}">
                <a16:creationId xmlns:a16="http://schemas.microsoft.com/office/drawing/2014/main" id="{AF5B9342-0FD7-A454-B73E-C73AC92BE65D}"/>
              </a:ext>
            </a:extLst>
          </p:cNvPr>
          <p:cNvGraphicFramePr>
            <a:graphicFrameLocks noGrp="1"/>
          </p:cNvGraphicFramePr>
          <p:nvPr>
            <p:ph sz="quarter" idx="1"/>
            <p:extLst>
              <p:ext uri="{D42A27DB-BD31-4B8C-83A1-F6EECF244321}">
                <p14:modId xmlns:p14="http://schemas.microsoft.com/office/powerpoint/2010/main" val="896873079"/>
              </p:ext>
            </p:extLst>
          </p:nvPr>
        </p:nvGraphicFramePr>
        <p:xfrm>
          <a:off x="612648" y="1600200"/>
          <a:ext cx="81534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71A0E8DC-CCA6-F24B-8C65-09471FD0248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4475E2F8-5484-B67D-1AA0-F95AC4C14F71}"/>
              </a:ext>
            </a:extLst>
          </p:cNvPr>
          <p:cNvSpPr>
            <a:spLocks noGrp="1"/>
          </p:cNvSpPr>
          <p:nvPr>
            <p:ph type="sldNum" sz="quarter" idx="4"/>
          </p:nvPr>
        </p:nvSpPr>
        <p:spPr/>
        <p:txBody>
          <a:bodyPr/>
          <a:lstStyle/>
          <a:p>
            <a:fld id="{9FD7ECCF-50E7-4327-B945-FA93FF7B2BEF}" type="slidenum">
              <a:rPr lang="en-US" smtClean="0"/>
              <a:pPr/>
              <a:t>14</a:t>
            </a:fld>
            <a:r>
              <a:rPr lang="en-GB"/>
              <a:t>/38</a:t>
            </a:r>
            <a:endParaRPr lang="en-US" dirty="0"/>
          </a:p>
        </p:txBody>
      </p:sp>
    </p:spTree>
    <p:extLst>
      <p:ext uri="{BB962C8B-B14F-4D97-AF65-F5344CB8AC3E}">
        <p14:creationId xmlns:p14="http://schemas.microsoft.com/office/powerpoint/2010/main" val="1496483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7923DCC-4E4A-BA81-EC2E-DE16830AEE66}"/>
              </a:ext>
            </a:extLst>
          </p:cNvPr>
          <p:cNvSpPr>
            <a:spLocks noGrp="1"/>
          </p:cNvSpPr>
          <p:nvPr>
            <p:ph type="body" idx="1"/>
          </p:nvPr>
        </p:nvSpPr>
        <p:spPr>
          <a:xfrm>
            <a:off x="1371600" y="2743200"/>
            <a:ext cx="7162800" cy="3505006"/>
          </a:xfrm>
        </p:spPr>
        <p:txBody>
          <a:bodyPr>
            <a:normAutofit fontScale="70000" lnSpcReduction="20000"/>
          </a:bodyPr>
          <a:lstStyle/>
          <a:p>
            <a:pPr marL="452438" indent="-452438">
              <a:buFont typeface="Wingdings" panose="05000000000000000000" pitchFamily="2" charset="2"/>
              <a:buChar char="q"/>
            </a:pPr>
            <a:r>
              <a:rPr lang="en-GB" sz="2600" b="1" dirty="0">
                <a:latin typeface="g_d0_f8"/>
              </a:rPr>
              <a:t>Orientation script/Participant Information Sheet (PIS), </a:t>
            </a:r>
            <a:r>
              <a:rPr lang="en-GB" sz="2600" dirty="0">
                <a:latin typeface="g_d0_f8"/>
              </a:rPr>
              <a:t>Informed consent</a:t>
            </a:r>
          </a:p>
          <a:p>
            <a:pPr marL="452438" indent="-452438">
              <a:buFont typeface="Wingdings" panose="05000000000000000000" pitchFamily="2" charset="2"/>
              <a:buChar char="q"/>
            </a:pPr>
            <a:r>
              <a:rPr lang="en-GB" sz="2600" dirty="0">
                <a:latin typeface="g_d0_f8"/>
              </a:rPr>
              <a:t>Software/Prototype</a:t>
            </a:r>
          </a:p>
          <a:p>
            <a:pPr marL="452438" indent="-452438">
              <a:buFont typeface="Wingdings" panose="05000000000000000000" pitchFamily="2" charset="2"/>
              <a:buChar char="q"/>
            </a:pPr>
            <a:r>
              <a:rPr lang="en-GB" sz="2600" dirty="0">
                <a:latin typeface="g_d0_f8"/>
              </a:rPr>
              <a:t>Data collection instruments (DCI):</a:t>
            </a:r>
          </a:p>
          <a:p>
            <a:pPr marL="717550" lvl="1" indent="-265113">
              <a:buFont typeface="Wingdings" panose="05000000000000000000" pitchFamily="2" charset="2"/>
              <a:buChar char="q"/>
            </a:pPr>
            <a:r>
              <a:rPr lang="en-GB" sz="2200" dirty="0">
                <a:solidFill>
                  <a:schemeClr val="tx2"/>
                </a:solidFill>
              </a:rPr>
              <a:t>Task scenarios</a:t>
            </a:r>
          </a:p>
          <a:p>
            <a:pPr marL="717550" lvl="1" indent="-265113">
              <a:buFont typeface="Wingdings" panose="05000000000000000000" pitchFamily="2" charset="2"/>
              <a:buChar char="q"/>
            </a:pPr>
            <a:r>
              <a:rPr lang="en-GB" sz="2200" dirty="0">
                <a:solidFill>
                  <a:schemeClr val="tx2"/>
                </a:solidFill>
              </a:rPr>
              <a:t>Screening/Pre-test questions</a:t>
            </a:r>
          </a:p>
          <a:p>
            <a:pPr marL="717550" lvl="1" indent="-265113">
              <a:buFont typeface="Wingdings" panose="05000000000000000000" pitchFamily="2" charset="2"/>
              <a:buChar char="q"/>
            </a:pPr>
            <a:r>
              <a:rPr lang="en-GB" sz="2200" dirty="0">
                <a:solidFill>
                  <a:schemeClr val="tx2"/>
                </a:solidFill>
              </a:rPr>
              <a:t>In-test questions and data collected during the test</a:t>
            </a:r>
          </a:p>
          <a:p>
            <a:pPr marL="717550" lvl="1" indent="-265113">
              <a:buFont typeface="Wingdings" panose="05000000000000000000" pitchFamily="2" charset="2"/>
              <a:buChar char="q"/>
            </a:pPr>
            <a:r>
              <a:rPr lang="en-GB" sz="2200" dirty="0">
                <a:solidFill>
                  <a:schemeClr val="tx2"/>
                </a:solidFill>
              </a:rPr>
              <a:t>Post-test data collection (Self-reported data)</a:t>
            </a:r>
          </a:p>
          <a:p>
            <a:pPr marL="452438" indent="-452438">
              <a:buFont typeface="Wingdings" panose="05000000000000000000" pitchFamily="2" charset="2"/>
              <a:buChar char="q"/>
            </a:pPr>
            <a:r>
              <a:rPr lang="en-GB" sz="2600" dirty="0">
                <a:latin typeface="g_d0_f8"/>
              </a:rPr>
              <a:t>Nondisclosure agreement and recording consent form</a:t>
            </a:r>
          </a:p>
          <a:p>
            <a:pPr marL="452438" indent="-452438">
              <a:buFont typeface="Wingdings" panose="05000000000000000000" pitchFamily="2" charset="2"/>
              <a:buChar char="q"/>
            </a:pPr>
            <a:r>
              <a:rPr lang="en-GB" sz="2600" dirty="0">
                <a:latin typeface="g_d0_f8"/>
              </a:rPr>
              <a:t>Some other documents you may need to prepare is:</a:t>
            </a:r>
          </a:p>
          <a:p>
            <a:pPr marL="717550" lvl="1" indent="-265113">
              <a:buFont typeface="Wingdings" panose="05000000000000000000" pitchFamily="2" charset="2"/>
              <a:buChar char="q"/>
            </a:pPr>
            <a:r>
              <a:rPr lang="en-GB" sz="2100" dirty="0">
                <a:solidFill>
                  <a:schemeClr val="tx2"/>
                </a:solidFill>
              </a:rPr>
              <a:t>Training material for users </a:t>
            </a:r>
          </a:p>
          <a:p>
            <a:pPr marL="717550" lvl="1" indent="-265113">
              <a:buFont typeface="Wingdings" panose="05000000000000000000" pitchFamily="2" charset="2"/>
              <a:buChar char="q"/>
            </a:pPr>
            <a:r>
              <a:rPr lang="en-GB" sz="2100" dirty="0">
                <a:solidFill>
                  <a:schemeClr val="tx2"/>
                </a:solidFill>
              </a:rPr>
              <a:t>Instructions for moderators to conduct the test</a:t>
            </a:r>
          </a:p>
        </p:txBody>
      </p:sp>
      <p:sp>
        <p:nvSpPr>
          <p:cNvPr id="6" name="Title 5">
            <a:extLst>
              <a:ext uri="{FF2B5EF4-FFF2-40B4-BE49-F238E27FC236}">
                <a16:creationId xmlns:a16="http://schemas.microsoft.com/office/drawing/2014/main" id="{425EA5F2-F81B-2DEF-E759-6061C023DE56}"/>
              </a:ext>
            </a:extLst>
          </p:cNvPr>
          <p:cNvSpPr>
            <a:spLocks noGrp="1"/>
          </p:cNvSpPr>
          <p:nvPr>
            <p:ph type="title"/>
          </p:nvPr>
        </p:nvSpPr>
        <p:spPr/>
        <p:txBody>
          <a:bodyPr>
            <a:normAutofit fontScale="90000"/>
          </a:bodyPr>
          <a:lstStyle/>
          <a:p>
            <a:pPr>
              <a:lnSpc>
                <a:spcPts val="3500"/>
              </a:lnSpc>
            </a:pPr>
            <a:r>
              <a:rPr lang="en-GB" dirty="0"/>
              <a:t>Test Material Preparation/Research instruments</a:t>
            </a:r>
          </a:p>
        </p:txBody>
      </p:sp>
      <p:sp>
        <p:nvSpPr>
          <p:cNvPr id="5" name="Date Placeholder 4">
            <a:extLst>
              <a:ext uri="{FF2B5EF4-FFF2-40B4-BE49-F238E27FC236}">
                <a16:creationId xmlns:a16="http://schemas.microsoft.com/office/drawing/2014/main" id="{504C4B01-0CB9-9461-CA26-30EEA0400437}"/>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2E298339-6BEC-F268-7522-DC86553C33F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65CE9F14-A9B8-530D-D7FF-D9311ED70B28}"/>
              </a:ext>
            </a:extLst>
          </p:cNvPr>
          <p:cNvSpPr>
            <a:spLocks noGrp="1"/>
          </p:cNvSpPr>
          <p:nvPr>
            <p:ph type="sldNum" sz="quarter" idx="11"/>
          </p:nvPr>
        </p:nvSpPr>
        <p:spPr/>
        <p:txBody>
          <a:bodyPr/>
          <a:lstStyle/>
          <a:p>
            <a:fld id="{4F96EDF4-259A-48E8-B98E-8CB70E21F623}" type="slidenum">
              <a:rPr lang="en-US" smtClean="0"/>
              <a:pPr/>
              <a:t>15</a:t>
            </a:fld>
            <a:r>
              <a:rPr lang="en-GB"/>
              <a:t>/38</a:t>
            </a:r>
            <a:endParaRPr lang="en-US" dirty="0"/>
          </a:p>
        </p:txBody>
      </p:sp>
    </p:spTree>
    <p:extLst>
      <p:ext uri="{BB962C8B-B14F-4D97-AF65-F5344CB8AC3E}">
        <p14:creationId xmlns:p14="http://schemas.microsoft.com/office/powerpoint/2010/main" val="4208669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95D1FF6-64D7-FEC7-82C1-5F2D8A1735A1}"/>
              </a:ext>
            </a:extLst>
          </p:cNvPr>
          <p:cNvSpPr>
            <a:spLocks noGrp="1"/>
          </p:cNvSpPr>
          <p:nvPr>
            <p:ph type="title"/>
          </p:nvPr>
        </p:nvSpPr>
        <p:spPr>
          <a:xfrm>
            <a:off x="598165" y="116632"/>
            <a:ext cx="8153400" cy="936104"/>
          </a:xfrm>
        </p:spPr>
        <p:txBody>
          <a:bodyPr>
            <a:noAutofit/>
          </a:bodyPr>
          <a:lstStyle/>
          <a:p>
            <a:pPr>
              <a:lnSpc>
                <a:spcPts val="3500"/>
              </a:lnSpc>
            </a:pPr>
            <a:r>
              <a:rPr lang="en-GB" sz="3600" dirty="0">
                <a:latin typeface="g_d0_f8"/>
              </a:rPr>
              <a:t>Orientation script/Participant Information Sheet (PIS), Informed Consent</a:t>
            </a:r>
            <a:endParaRPr lang="en-GB" sz="3600" dirty="0"/>
          </a:p>
        </p:txBody>
      </p:sp>
      <p:sp>
        <p:nvSpPr>
          <p:cNvPr id="9" name="Content Placeholder 8">
            <a:extLst>
              <a:ext uri="{FF2B5EF4-FFF2-40B4-BE49-F238E27FC236}">
                <a16:creationId xmlns:a16="http://schemas.microsoft.com/office/drawing/2014/main" id="{8EC60502-D90F-5637-AE4D-38C9A6FFCE08}"/>
              </a:ext>
            </a:extLst>
          </p:cNvPr>
          <p:cNvSpPr>
            <a:spLocks noGrp="1"/>
          </p:cNvSpPr>
          <p:nvPr>
            <p:ph sz="quarter" idx="1"/>
          </p:nvPr>
        </p:nvSpPr>
        <p:spPr>
          <a:xfrm>
            <a:off x="612648" y="1600200"/>
            <a:ext cx="8153400" cy="5141168"/>
          </a:xfrm>
        </p:spPr>
        <p:txBody>
          <a:bodyPr>
            <a:normAutofit fontScale="70000" lnSpcReduction="20000"/>
          </a:bodyPr>
          <a:lstStyle/>
          <a:p>
            <a:pPr>
              <a:lnSpc>
                <a:spcPct val="120000"/>
              </a:lnSpc>
              <a:spcBef>
                <a:spcPts val="600"/>
              </a:spcBef>
            </a:pPr>
            <a:r>
              <a:rPr lang="en-GB" b="0" i="0" dirty="0">
                <a:effectLst/>
                <a:latin typeface="g_d0_f11"/>
              </a:rPr>
              <a:t>It is a document for the user</a:t>
            </a:r>
          </a:p>
          <a:p>
            <a:pPr>
              <a:lnSpc>
                <a:spcPct val="120000"/>
              </a:lnSpc>
              <a:spcBef>
                <a:spcPts val="600"/>
              </a:spcBef>
            </a:pPr>
            <a:r>
              <a:rPr lang="en-GB" b="0" i="0" dirty="0">
                <a:effectLst/>
                <a:latin typeface="g_d0_f11"/>
              </a:rPr>
              <a:t>It is a document that describes what will happen during a test session:</a:t>
            </a:r>
          </a:p>
          <a:p>
            <a:pPr lvl="1">
              <a:lnSpc>
                <a:spcPct val="120000"/>
              </a:lnSpc>
              <a:spcBef>
                <a:spcPts val="600"/>
              </a:spcBef>
            </a:pPr>
            <a:r>
              <a:rPr lang="en-GB" dirty="0">
                <a:latin typeface="g_d0_f11"/>
              </a:rPr>
              <a:t>The test procedure</a:t>
            </a:r>
          </a:p>
          <a:p>
            <a:pPr lvl="1">
              <a:lnSpc>
                <a:spcPct val="120000"/>
              </a:lnSpc>
              <a:spcBef>
                <a:spcPts val="600"/>
              </a:spcBef>
            </a:pPr>
            <a:r>
              <a:rPr lang="en-GB" dirty="0">
                <a:latin typeface="g_d0_f11"/>
              </a:rPr>
              <a:t>What is expected from the users</a:t>
            </a:r>
          </a:p>
          <a:p>
            <a:pPr lvl="1">
              <a:lnSpc>
                <a:spcPct val="120000"/>
              </a:lnSpc>
              <a:spcBef>
                <a:spcPts val="600"/>
              </a:spcBef>
            </a:pPr>
            <a:r>
              <a:rPr lang="en-GB" b="0" i="0" dirty="0">
                <a:effectLst/>
                <a:latin typeface="g_d0_f11"/>
              </a:rPr>
              <a:t>What is the role of any other people participating (e.g. moderator, observer/s)</a:t>
            </a:r>
          </a:p>
          <a:p>
            <a:pPr lvl="1">
              <a:lnSpc>
                <a:spcPct val="120000"/>
              </a:lnSpc>
              <a:spcBef>
                <a:spcPts val="600"/>
              </a:spcBef>
            </a:pPr>
            <a:r>
              <a:rPr lang="en-GB" b="0" i="0" dirty="0">
                <a:effectLst/>
                <a:latin typeface="g_d0_f11"/>
              </a:rPr>
              <a:t>What data will be collected and how it will be used (e.g. published and were)</a:t>
            </a:r>
          </a:p>
          <a:p>
            <a:pPr lvl="1">
              <a:lnSpc>
                <a:spcPct val="120000"/>
              </a:lnSpc>
              <a:spcBef>
                <a:spcPts val="600"/>
              </a:spcBef>
            </a:pPr>
            <a:r>
              <a:rPr lang="en-GB" dirty="0">
                <a:latin typeface="g_d0_f11"/>
              </a:rPr>
              <a:t>Ask users if they want to be informed about the study output</a:t>
            </a:r>
            <a:endParaRPr lang="en-GB" b="0" i="0" dirty="0">
              <a:effectLst/>
              <a:latin typeface="g_d0_f11"/>
            </a:endParaRPr>
          </a:p>
          <a:p>
            <a:pPr>
              <a:lnSpc>
                <a:spcPct val="120000"/>
              </a:lnSpc>
              <a:spcBef>
                <a:spcPts val="600"/>
              </a:spcBef>
            </a:pPr>
            <a:r>
              <a:rPr lang="en-GB" dirty="0">
                <a:latin typeface="g_d0_f11"/>
              </a:rPr>
              <a:t>Explaining clearly the fact that the product, not the participant, is being tested.</a:t>
            </a:r>
          </a:p>
          <a:p>
            <a:pPr>
              <a:lnSpc>
                <a:spcPct val="120000"/>
              </a:lnSpc>
              <a:spcBef>
                <a:spcPts val="600"/>
              </a:spcBef>
            </a:pPr>
            <a:r>
              <a:rPr lang="en-GB" dirty="0">
                <a:latin typeface="g_d0_f11"/>
              </a:rPr>
              <a:t>That the participants may withdraw at anytime</a:t>
            </a:r>
          </a:p>
          <a:p>
            <a:pPr>
              <a:lnSpc>
                <a:spcPct val="120000"/>
              </a:lnSpc>
              <a:spcBef>
                <a:spcPts val="600"/>
              </a:spcBef>
            </a:pPr>
            <a:r>
              <a:rPr lang="en-GB" dirty="0">
                <a:latin typeface="g_d0_f11"/>
              </a:rPr>
              <a:t>How the results will be used and how the participant's data will remain confidential</a:t>
            </a:r>
          </a:p>
          <a:p>
            <a:pPr>
              <a:lnSpc>
                <a:spcPct val="120000"/>
              </a:lnSpc>
              <a:spcBef>
                <a:spcPts val="600"/>
              </a:spcBef>
            </a:pPr>
            <a:r>
              <a:rPr lang="en-GB" dirty="0">
                <a:latin typeface="g_d0_f11"/>
              </a:rPr>
              <a:t>That the participant may decide that his or her results will not be used</a:t>
            </a:r>
          </a:p>
        </p:txBody>
      </p:sp>
      <p:sp>
        <p:nvSpPr>
          <p:cNvPr id="4" name="Footer Placeholder 3">
            <a:extLst>
              <a:ext uri="{FF2B5EF4-FFF2-40B4-BE49-F238E27FC236}">
                <a16:creationId xmlns:a16="http://schemas.microsoft.com/office/drawing/2014/main" id="{E2C05CF8-C825-3C22-6E7B-34075CBC614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19B06DD-8F92-3B6A-D5DE-5C2DA4F70221}"/>
              </a:ext>
            </a:extLst>
          </p:cNvPr>
          <p:cNvSpPr>
            <a:spLocks noGrp="1"/>
          </p:cNvSpPr>
          <p:nvPr>
            <p:ph type="sldNum" sz="quarter" idx="4"/>
          </p:nvPr>
        </p:nvSpPr>
        <p:spPr/>
        <p:txBody>
          <a:bodyPr/>
          <a:lstStyle/>
          <a:p>
            <a:fld id="{9FD7ECCF-50E7-4327-B945-FA93FF7B2BEF}" type="slidenum">
              <a:rPr lang="en-US" smtClean="0"/>
              <a:pPr/>
              <a:t>16</a:t>
            </a:fld>
            <a:r>
              <a:rPr lang="en-GB"/>
              <a:t>/38</a:t>
            </a:r>
            <a:endParaRPr lang="en-US" dirty="0"/>
          </a:p>
        </p:txBody>
      </p:sp>
    </p:spTree>
    <p:extLst>
      <p:ext uri="{BB962C8B-B14F-4D97-AF65-F5344CB8AC3E}">
        <p14:creationId xmlns:p14="http://schemas.microsoft.com/office/powerpoint/2010/main" val="4197293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923702"/>
          </a:xfrm>
        </p:spPr>
        <p:txBody>
          <a:bodyPr>
            <a:normAutofit/>
          </a:bodyPr>
          <a:lstStyle/>
          <a:p>
            <a:r>
              <a:rPr lang="en-GB" sz="4400" dirty="0">
                <a:latin typeface="g_d0_f8"/>
              </a:rPr>
              <a:t>(DCI) </a:t>
            </a:r>
            <a:r>
              <a:rPr lang="en-GB" dirty="0"/>
              <a:t>Task scenarios</a:t>
            </a:r>
          </a:p>
        </p:txBody>
      </p:sp>
      <p:sp>
        <p:nvSpPr>
          <p:cNvPr id="4" name="Text Placeholder 3">
            <a:extLst>
              <a:ext uri="{FF2B5EF4-FFF2-40B4-BE49-F238E27FC236}">
                <a16:creationId xmlns:a16="http://schemas.microsoft.com/office/drawing/2014/main" id="{60850B65-AB03-F1F0-EB55-FFD61955DCD5}"/>
              </a:ext>
            </a:extLst>
          </p:cNvPr>
          <p:cNvSpPr>
            <a:spLocks noGrp="1"/>
          </p:cNvSpPr>
          <p:nvPr>
            <p:ph type="body" idx="2"/>
          </p:nvPr>
        </p:nvSpPr>
        <p:spPr/>
        <p:txBody>
          <a:bodyPr>
            <a:normAutofit/>
          </a:bodyPr>
          <a:lstStyle/>
          <a:p>
            <a:r>
              <a:rPr lang="en-GB" sz="2000" dirty="0">
                <a:latin typeface="g_d0_f8"/>
              </a:rPr>
              <a:t>Data collection instruments</a:t>
            </a:r>
          </a:p>
          <a:p>
            <a:pPr marL="273050" lvl="1" indent="-188913">
              <a:buFont typeface="Wingdings 2"/>
              <a:buAutoNum type="arabicPeriod"/>
            </a:pPr>
            <a:r>
              <a:rPr lang="en-GB" sz="1800" b="1" dirty="0">
                <a:solidFill>
                  <a:schemeClr val="bg1"/>
                </a:solidFill>
                <a:latin typeface="g_d0_f8"/>
              </a:rPr>
              <a:t>Task scenarios</a:t>
            </a:r>
          </a:p>
          <a:p>
            <a:pPr marL="273050" lvl="1" indent="-188913">
              <a:buFont typeface="Wingdings 2"/>
              <a:buAutoNum type="arabicPeriod"/>
            </a:pPr>
            <a:r>
              <a:rPr lang="en-GB" sz="1800" dirty="0">
                <a:solidFill>
                  <a:schemeClr val="tx1">
                    <a:lumMod val="65000"/>
                    <a:lumOff val="35000"/>
                  </a:schemeClr>
                </a:solidFill>
                <a:latin typeface="g_d0_f8"/>
              </a:rPr>
              <a:t>Screening/Pre-test questions</a:t>
            </a:r>
          </a:p>
          <a:p>
            <a:pPr marL="273050" lvl="1" indent="-188913">
              <a:buAutoNum type="arabicPeriod"/>
            </a:pPr>
            <a:r>
              <a:rPr lang="en-GB" sz="1800" dirty="0">
                <a:solidFill>
                  <a:schemeClr val="tx1">
                    <a:lumMod val="65000"/>
                    <a:lumOff val="35000"/>
                  </a:schemeClr>
                </a:solidFill>
                <a:latin typeface="g_d0_f8"/>
              </a:rPr>
              <a:t>In-test questions</a:t>
            </a:r>
          </a:p>
          <a:p>
            <a:pPr marL="273050" lvl="1" indent="-188913">
              <a:buAutoNum type="arabicPeriod"/>
            </a:pPr>
            <a:r>
              <a:rPr lang="en-GB" sz="1800" dirty="0">
                <a:solidFill>
                  <a:schemeClr val="tx1">
                    <a:lumMod val="65000"/>
                    <a:lumOff val="35000"/>
                  </a:schemeClr>
                </a:solidFill>
                <a:latin typeface="g_d0_f8"/>
              </a:rPr>
              <a:t>Post-test questions</a:t>
            </a:r>
          </a:p>
          <a:p>
            <a:endParaRPr lang="en-GB" sz="1400" dirty="0"/>
          </a:p>
        </p:txBody>
      </p:sp>
      <p:sp>
        <p:nvSpPr>
          <p:cNvPr id="3" name="Content Placeholder 2"/>
          <p:cNvSpPr>
            <a:spLocks noGrp="1"/>
          </p:cNvSpPr>
          <p:nvPr>
            <p:ph sz="quarter" idx="1"/>
          </p:nvPr>
        </p:nvSpPr>
        <p:spPr/>
        <p:txBody>
          <a:bodyPr>
            <a:normAutofit fontScale="77500" lnSpcReduction="20000"/>
          </a:bodyPr>
          <a:lstStyle/>
          <a:p>
            <a:pPr>
              <a:lnSpc>
                <a:spcPct val="110000"/>
              </a:lnSpc>
              <a:spcBef>
                <a:spcPts val="600"/>
              </a:spcBef>
              <a:spcAft>
                <a:spcPts val="600"/>
              </a:spcAft>
            </a:pPr>
            <a:r>
              <a:rPr lang="en-GB" dirty="0"/>
              <a:t>Task scenarios are representations of actual work that the participant would conceivably perform using the product to be tested</a:t>
            </a:r>
          </a:p>
          <a:p>
            <a:pPr>
              <a:lnSpc>
                <a:spcPct val="110000"/>
              </a:lnSpc>
              <a:spcBef>
                <a:spcPts val="600"/>
              </a:spcBef>
              <a:spcAft>
                <a:spcPts val="600"/>
              </a:spcAft>
            </a:pPr>
            <a:r>
              <a:rPr lang="en-GB" dirty="0"/>
              <a:t>Task scenarios should describe:</a:t>
            </a:r>
          </a:p>
          <a:p>
            <a:pPr lvl="1">
              <a:lnSpc>
                <a:spcPct val="110000"/>
              </a:lnSpc>
              <a:spcBef>
                <a:spcPts val="600"/>
              </a:spcBef>
              <a:spcAft>
                <a:spcPts val="600"/>
              </a:spcAft>
            </a:pPr>
            <a:r>
              <a:rPr lang="en-GB" dirty="0"/>
              <a:t>The result that the participant will strive to achieve</a:t>
            </a:r>
          </a:p>
          <a:p>
            <a:pPr lvl="1">
              <a:lnSpc>
                <a:spcPct val="110000"/>
              </a:lnSpc>
              <a:spcBef>
                <a:spcPts val="600"/>
              </a:spcBef>
              <a:spcAft>
                <a:spcPts val="600"/>
              </a:spcAft>
            </a:pPr>
            <a:r>
              <a:rPr lang="en-GB" dirty="0"/>
              <a:t>Motives for performing the work</a:t>
            </a:r>
          </a:p>
          <a:p>
            <a:pPr lvl="1">
              <a:lnSpc>
                <a:spcPct val="110000"/>
              </a:lnSpc>
              <a:spcBef>
                <a:spcPts val="600"/>
              </a:spcBef>
              <a:spcAft>
                <a:spcPts val="600"/>
              </a:spcAft>
            </a:pPr>
            <a:r>
              <a:rPr lang="en-GB" dirty="0"/>
              <a:t>Actual data and names rather than generalities</a:t>
            </a:r>
          </a:p>
          <a:p>
            <a:pPr lvl="1">
              <a:lnSpc>
                <a:spcPct val="110000"/>
              </a:lnSpc>
              <a:spcBef>
                <a:spcPts val="600"/>
              </a:spcBef>
              <a:spcAft>
                <a:spcPts val="600"/>
              </a:spcAft>
            </a:pPr>
            <a:r>
              <a:rPr lang="en-GB" dirty="0"/>
              <a:t>The state of the system when the task is initiated</a:t>
            </a:r>
          </a:p>
          <a:p>
            <a:pPr lvl="1">
              <a:lnSpc>
                <a:spcPct val="110000"/>
              </a:lnSpc>
              <a:spcBef>
                <a:spcPts val="600"/>
              </a:spcBef>
              <a:spcAft>
                <a:spcPts val="600"/>
              </a:spcAft>
            </a:pPr>
            <a:r>
              <a:rPr lang="en-GB" dirty="0"/>
              <a:t>Readouts of displays and printouts that the participants will see while performing the task</a:t>
            </a:r>
          </a:p>
        </p:txBody>
      </p:sp>
      <p:sp>
        <p:nvSpPr>
          <p:cNvPr id="6" name="Date Placeholder 5">
            <a:extLst>
              <a:ext uri="{FF2B5EF4-FFF2-40B4-BE49-F238E27FC236}">
                <a16:creationId xmlns:a16="http://schemas.microsoft.com/office/drawing/2014/main" id="{54459833-6F94-385A-70A7-156AD87C06A4}"/>
              </a:ext>
            </a:extLst>
          </p:cNvPr>
          <p:cNvSpPr>
            <a:spLocks noGrp="1"/>
          </p:cNvSpPr>
          <p:nvPr>
            <p:ph type="dt" sz="half" idx="10"/>
          </p:nvPr>
        </p:nvSpPr>
        <p:spPr/>
        <p:txBody>
          <a:bodyPr/>
          <a:lstStyle/>
          <a:p>
            <a:endParaRPr lang="en-US" dirty="0"/>
          </a:p>
        </p:txBody>
      </p:sp>
      <p:sp>
        <p:nvSpPr>
          <p:cNvPr id="9" name="Footer Placeholder 8">
            <a:extLst>
              <a:ext uri="{FF2B5EF4-FFF2-40B4-BE49-F238E27FC236}">
                <a16:creationId xmlns:a16="http://schemas.microsoft.com/office/drawing/2014/main" id="{25295F38-7014-B3C7-F2B0-8CACDBB31FB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430740CD-E491-385A-A2D8-F3809DB4F443}"/>
              </a:ext>
            </a:extLst>
          </p:cNvPr>
          <p:cNvSpPr>
            <a:spLocks noGrp="1"/>
          </p:cNvSpPr>
          <p:nvPr>
            <p:ph type="sldNum" sz="quarter" idx="4"/>
          </p:nvPr>
        </p:nvSpPr>
        <p:spPr/>
        <p:txBody>
          <a:bodyPr/>
          <a:lstStyle/>
          <a:p>
            <a:fld id="{9FD7ECCF-50E7-4327-B945-FA93FF7B2BEF}" type="slidenum">
              <a:rPr lang="en-US" smtClean="0"/>
              <a:pPr/>
              <a:t>17</a:t>
            </a:fld>
            <a:r>
              <a:rPr lang="en-GB"/>
              <a:t>/38</a:t>
            </a:r>
            <a:endParaRPr lang="en-US" dirty="0"/>
          </a:p>
        </p:txBody>
      </p:sp>
    </p:spTree>
    <p:extLst>
      <p:ext uri="{BB962C8B-B14F-4D97-AF65-F5344CB8AC3E}">
        <p14:creationId xmlns:p14="http://schemas.microsoft.com/office/powerpoint/2010/main" val="2402570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4669"/>
            <a:ext cx="8077200" cy="952083"/>
          </a:xfrm>
        </p:spPr>
        <p:txBody>
          <a:bodyPr>
            <a:normAutofit/>
          </a:bodyPr>
          <a:lstStyle/>
          <a:p>
            <a:r>
              <a:rPr lang="en-GB" dirty="0"/>
              <a:t>Screening/pre-test questions</a:t>
            </a:r>
          </a:p>
        </p:txBody>
      </p:sp>
      <p:sp>
        <p:nvSpPr>
          <p:cNvPr id="4" name="Text Placeholder 3">
            <a:extLst>
              <a:ext uri="{FF2B5EF4-FFF2-40B4-BE49-F238E27FC236}">
                <a16:creationId xmlns:a16="http://schemas.microsoft.com/office/drawing/2014/main" id="{0590BD02-D5C9-48AA-2416-4E629C19102F}"/>
              </a:ext>
            </a:extLst>
          </p:cNvPr>
          <p:cNvSpPr>
            <a:spLocks noGrp="1"/>
          </p:cNvSpPr>
          <p:nvPr>
            <p:ph type="body" idx="2"/>
          </p:nvPr>
        </p:nvSpPr>
        <p:spPr/>
        <p:txBody>
          <a:bodyPr>
            <a:normAutofit/>
          </a:bodyPr>
          <a:lstStyle/>
          <a:p>
            <a:r>
              <a:rPr lang="en-GB" sz="2000" dirty="0">
                <a:latin typeface="g_d0_f8"/>
              </a:rPr>
              <a:t>Data collection instruments</a:t>
            </a:r>
          </a:p>
          <a:p>
            <a:pPr marL="273050" lvl="1" indent="-188913">
              <a:buFont typeface="Wingdings 2"/>
              <a:buAutoNum type="arabicPeriod"/>
            </a:pPr>
            <a:r>
              <a:rPr lang="en-GB" sz="1800" dirty="0">
                <a:solidFill>
                  <a:schemeClr val="tx1">
                    <a:lumMod val="65000"/>
                    <a:lumOff val="35000"/>
                  </a:schemeClr>
                </a:solidFill>
                <a:latin typeface="g_d0_f8"/>
              </a:rPr>
              <a:t>Task scenarios</a:t>
            </a:r>
          </a:p>
          <a:p>
            <a:pPr marL="273050" lvl="1" indent="-188913">
              <a:buFont typeface="Wingdings 2"/>
              <a:buAutoNum type="arabicPeriod"/>
            </a:pPr>
            <a:r>
              <a:rPr lang="en-GB" sz="1800" b="1" dirty="0">
                <a:solidFill>
                  <a:schemeClr val="bg1"/>
                </a:solidFill>
                <a:latin typeface="g_d0_f8"/>
              </a:rPr>
              <a:t>Screening /Pre-test questions</a:t>
            </a:r>
          </a:p>
          <a:p>
            <a:pPr marL="273050" lvl="1" indent="-188913">
              <a:buAutoNum type="arabicPeriod"/>
            </a:pPr>
            <a:r>
              <a:rPr lang="en-GB" sz="1800" dirty="0">
                <a:solidFill>
                  <a:schemeClr val="tx1">
                    <a:lumMod val="65000"/>
                    <a:lumOff val="35000"/>
                  </a:schemeClr>
                </a:solidFill>
                <a:latin typeface="g_d0_f8"/>
              </a:rPr>
              <a:t>In-test questions</a:t>
            </a:r>
          </a:p>
          <a:p>
            <a:pPr marL="273050" lvl="1" indent="-188913">
              <a:buAutoNum type="arabicPeriod"/>
            </a:pPr>
            <a:r>
              <a:rPr lang="en-GB" sz="1800" dirty="0">
                <a:solidFill>
                  <a:schemeClr val="tx1">
                    <a:lumMod val="65000"/>
                    <a:lumOff val="35000"/>
                  </a:schemeClr>
                </a:solidFill>
                <a:latin typeface="g_d0_f8"/>
              </a:rPr>
              <a:t>Post-test questions</a:t>
            </a:r>
          </a:p>
        </p:txBody>
      </p:sp>
      <p:sp>
        <p:nvSpPr>
          <p:cNvPr id="3" name="Content Placeholder 2"/>
          <p:cNvSpPr>
            <a:spLocks noGrp="1"/>
          </p:cNvSpPr>
          <p:nvPr>
            <p:ph sz="quarter" idx="1"/>
          </p:nvPr>
        </p:nvSpPr>
        <p:spPr>
          <a:xfrm>
            <a:off x="2362200" y="1752600"/>
            <a:ext cx="6530280" cy="4343400"/>
          </a:xfrm>
        </p:spPr>
        <p:txBody>
          <a:bodyPr>
            <a:normAutofit fontScale="70000" lnSpcReduction="20000"/>
          </a:bodyPr>
          <a:lstStyle/>
          <a:p>
            <a:pPr>
              <a:spcBef>
                <a:spcPts val="600"/>
              </a:spcBef>
              <a:spcAft>
                <a:spcPts val="300"/>
              </a:spcAft>
            </a:pPr>
            <a:r>
              <a:rPr lang="en-GB" dirty="0"/>
              <a:t>The people you invite to testing should represent your target audience—they should be your real or potential users. You need to specify a criterion that defines your ideal participant and evaluate all your candidates according to this standard. </a:t>
            </a:r>
          </a:p>
          <a:p>
            <a:pPr>
              <a:spcBef>
                <a:spcPts val="600"/>
              </a:spcBef>
              <a:spcAft>
                <a:spcPts val="300"/>
              </a:spcAft>
            </a:pPr>
            <a:r>
              <a:rPr lang="en-GB" dirty="0"/>
              <a:t>The user testing questions that you ask during the screening process should help you understand both the demographics and experience of your candidates.</a:t>
            </a:r>
          </a:p>
          <a:p>
            <a:pPr>
              <a:spcBef>
                <a:spcPts val="600"/>
              </a:spcBef>
              <a:spcAft>
                <a:spcPts val="300"/>
              </a:spcAft>
            </a:pPr>
            <a:r>
              <a:rPr lang="en-GB" dirty="0"/>
              <a:t>Collect demographic </a:t>
            </a:r>
            <a:r>
              <a:rPr lang="en-GB" sz="2800" dirty="0"/>
              <a:t>data - age, race, ethnicity, gender, marital status, income, education, employment, prior education or experience, habits, other such as:</a:t>
            </a:r>
          </a:p>
          <a:p>
            <a:pPr lvl="1">
              <a:spcBef>
                <a:spcPts val="600"/>
              </a:spcBef>
            </a:pPr>
            <a:r>
              <a:rPr lang="en-GB" sz="2600" dirty="0"/>
              <a:t>How often do you [do something]?</a:t>
            </a:r>
          </a:p>
          <a:p>
            <a:pPr lvl="1">
              <a:spcBef>
                <a:spcPts val="600"/>
              </a:spcBef>
            </a:pPr>
            <a:r>
              <a:rPr lang="en-GB" dirty="0"/>
              <a:t>What apps and websites do you use on a regular basis?</a:t>
            </a:r>
          </a:p>
          <a:p>
            <a:pPr lvl="1">
              <a:spcBef>
                <a:spcPts val="600"/>
              </a:spcBef>
            </a:pPr>
            <a:r>
              <a:rPr lang="en-GB" dirty="0"/>
              <a:t>Which device do you typically use to [do something]?</a:t>
            </a:r>
          </a:p>
          <a:p>
            <a:pPr lvl="1">
              <a:spcBef>
                <a:spcPts val="600"/>
              </a:spcBef>
            </a:pPr>
            <a:r>
              <a:rPr lang="en-GB" dirty="0"/>
              <a:t>Have you used this product before?</a:t>
            </a:r>
          </a:p>
          <a:p>
            <a:pPr lvl="1">
              <a:spcBef>
                <a:spcPts val="600"/>
              </a:spcBef>
            </a:pPr>
            <a:endParaRPr lang="en-GB" sz="2500" dirty="0"/>
          </a:p>
          <a:p>
            <a:pPr>
              <a:spcBef>
                <a:spcPts val="600"/>
              </a:spcBef>
              <a:spcAft>
                <a:spcPts val="300"/>
              </a:spcAft>
            </a:pPr>
            <a:endParaRPr lang="en-GB" b="1" dirty="0">
              <a:solidFill>
                <a:schemeClr val="accent2">
                  <a:lumMod val="75000"/>
                </a:schemeClr>
              </a:solidFill>
            </a:endParaRPr>
          </a:p>
          <a:p>
            <a:pPr>
              <a:spcBef>
                <a:spcPts val="600"/>
              </a:spcBef>
              <a:spcAft>
                <a:spcPts val="300"/>
              </a:spcAft>
            </a:pPr>
            <a:endParaRPr lang="en-GB" dirty="0"/>
          </a:p>
        </p:txBody>
      </p:sp>
      <p:pic>
        <p:nvPicPr>
          <p:cNvPr id="5" name="Picture 4">
            <a:hlinkClick r:id="rId2"/>
            <a:extLst>
              <a:ext uri="{FF2B5EF4-FFF2-40B4-BE49-F238E27FC236}">
                <a16:creationId xmlns:a16="http://schemas.microsoft.com/office/drawing/2014/main" id="{25742571-53C0-77B1-6DAD-160F88E127AD}"/>
              </a:ext>
            </a:extLst>
          </p:cNvPr>
          <p:cNvPicPr>
            <a:picLocks noChangeAspect="1"/>
          </p:cNvPicPr>
          <p:nvPr/>
        </p:nvPicPr>
        <p:blipFill>
          <a:blip r:embed="rId3"/>
          <a:stretch>
            <a:fillRect/>
          </a:stretch>
        </p:blipFill>
        <p:spPr>
          <a:xfrm>
            <a:off x="8188638" y="244168"/>
            <a:ext cx="766904" cy="748350"/>
          </a:xfrm>
          <a:prstGeom prst="rect">
            <a:avLst/>
          </a:prstGeom>
        </p:spPr>
      </p:pic>
      <p:sp>
        <p:nvSpPr>
          <p:cNvPr id="9" name="Date Placeholder 8">
            <a:extLst>
              <a:ext uri="{FF2B5EF4-FFF2-40B4-BE49-F238E27FC236}">
                <a16:creationId xmlns:a16="http://schemas.microsoft.com/office/drawing/2014/main" id="{02C82C0D-AA9A-3D2F-D0CA-6298616F486C}"/>
              </a:ext>
            </a:extLst>
          </p:cNvPr>
          <p:cNvSpPr>
            <a:spLocks noGrp="1"/>
          </p:cNvSpPr>
          <p:nvPr>
            <p:ph type="dt" sz="half" idx="10"/>
          </p:nvPr>
        </p:nvSpPr>
        <p:spPr/>
        <p:txBody>
          <a:bodyPr/>
          <a:lstStyle/>
          <a:p>
            <a:endParaRPr lang="en-US" dirty="0"/>
          </a:p>
        </p:txBody>
      </p:sp>
      <p:sp>
        <p:nvSpPr>
          <p:cNvPr id="10" name="Footer Placeholder 9">
            <a:extLst>
              <a:ext uri="{FF2B5EF4-FFF2-40B4-BE49-F238E27FC236}">
                <a16:creationId xmlns:a16="http://schemas.microsoft.com/office/drawing/2014/main" id="{9DB012B9-9150-D708-0FD6-59D0CC16F5F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4A31E651-4F63-FF61-401B-9B303C9A91E4}"/>
              </a:ext>
            </a:extLst>
          </p:cNvPr>
          <p:cNvSpPr>
            <a:spLocks noGrp="1"/>
          </p:cNvSpPr>
          <p:nvPr>
            <p:ph type="sldNum" sz="quarter" idx="4"/>
          </p:nvPr>
        </p:nvSpPr>
        <p:spPr/>
        <p:txBody>
          <a:bodyPr/>
          <a:lstStyle/>
          <a:p>
            <a:fld id="{9FD7ECCF-50E7-4327-B945-FA93FF7B2BEF}" type="slidenum">
              <a:rPr lang="en-US" smtClean="0"/>
              <a:pPr/>
              <a:t>18</a:t>
            </a:fld>
            <a:r>
              <a:rPr lang="en-GB"/>
              <a:t>/38</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4669"/>
            <a:ext cx="8077200" cy="952083"/>
          </a:xfrm>
        </p:spPr>
        <p:txBody>
          <a:bodyPr>
            <a:normAutofit/>
          </a:bodyPr>
          <a:lstStyle/>
          <a:p>
            <a:r>
              <a:rPr lang="en-GB" dirty="0"/>
              <a:t>Screening/pre-test questions</a:t>
            </a:r>
          </a:p>
        </p:txBody>
      </p:sp>
      <p:sp>
        <p:nvSpPr>
          <p:cNvPr id="4" name="Text Placeholder 3">
            <a:extLst>
              <a:ext uri="{FF2B5EF4-FFF2-40B4-BE49-F238E27FC236}">
                <a16:creationId xmlns:a16="http://schemas.microsoft.com/office/drawing/2014/main" id="{0590BD02-D5C9-48AA-2416-4E629C19102F}"/>
              </a:ext>
            </a:extLst>
          </p:cNvPr>
          <p:cNvSpPr>
            <a:spLocks noGrp="1"/>
          </p:cNvSpPr>
          <p:nvPr>
            <p:ph type="body" idx="2"/>
          </p:nvPr>
        </p:nvSpPr>
        <p:spPr/>
        <p:txBody>
          <a:bodyPr>
            <a:normAutofit/>
          </a:bodyPr>
          <a:lstStyle/>
          <a:p>
            <a:r>
              <a:rPr lang="en-GB" sz="2000" dirty="0">
                <a:latin typeface="g_d0_f8"/>
              </a:rPr>
              <a:t>Data collection instruments</a:t>
            </a:r>
          </a:p>
          <a:p>
            <a:pPr marL="273050" lvl="1" indent="-188913">
              <a:buFont typeface="Wingdings 2"/>
              <a:buAutoNum type="arabicPeriod"/>
            </a:pPr>
            <a:r>
              <a:rPr lang="en-GB" sz="1800" dirty="0">
                <a:solidFill>
                  <a:schemeClr val="tx1">
                    <a:lumMod val="65000"/>
                    <a:lumOff val="35000"/>
                  </a:schemeClr>
                </a:solidFill>
                <a:latin typeface="g_d0_f8"/>
              </a:rPr>
              <a:t>Task scenarios</a:t>
            </a:r>
          </a:p>
          <a:p>
            <a:pPr marL="273050" lvl="1" indent="-188913">
              <a:buFont typeface="Wingdings 2"/>
              <a:buAutoNum type="arabicPeriod"/>
            </a:pPr>
            <a:r>
              <a:rPr lang="en-GB" sz="1800" b="1" dirty="0">
                <a:solidFill>
                  <a:schemeClr val="bg1"/>
                </a:solidFill>
                <a:latin typeface="g_d0_f8"/>
              </a:rPr>
              <a:t>Screening /Pre-test questions</a:t>
            </a:r>
          </a:p>
          <a:p>
            <a:pPr marL="273050" lvl="1" indent="-188913">
              <a:buAutoNum type="arabicPeriod"/>
            </a:pPr>
            <a:r>
              <a:rPr lang="en-GB" sz="1800" dirty="0">
                <a:solidFill>
                  <a:schemeClr val="tx1">
                    <a:lumMod val="65000"/>
                    <a:lumOff val="35000"/>
                  </a:schemeClr>
                </a:solidFill>
                <a:latin typeface="g_d0_f8"/>
              </a:rPr>
              <a:t>In-test questions</a:t>
            </a:r>
          </a:p>
          <a:p>
            <a:pPr marL="273050" lvl="1" indent="-188913">
              <a:buAutoNum type="arabicPeriod"/>
            </a:pPr>
            <a:r>
              <a:rPr lang="en-GB" sz="1800" dirty="0">
                <a:solidFill>
                  <a:schemeClr val="tx1">
                    <a:lumMod val="65000"/>
                    <a:lumOff val="35000"/>
                  </a:schemeClr>
                </a:solidFill>
                <a:latin typeface="g_d0_f8"/>
              </a:rPr>
              <a:t>Post-test questions</a:t>
            </a:r>
          </a:p>
        </p:txBody>
      </p:sp>
      <p:sp>
        <p:nvSpPr>
          <p:cNvPr id="3" name="Content Placeholder 2"/>
          <p:cNvSpPr>
            <a:spLocks noGrp="1"/>
          </p:cNvSpPr>
          <p:nvPr>
            <p:ph sz="quarter" idx="1"/>
          </p:nvPr>
        </p:nvSpPr>
        <p:spPr>
          <a:xfrm>
            <a:off x="2362200" y="1752600"/>
            <a:ext cx="6530280" cy="4700736"/>
          </a:xfrm>
        </p:spPr>
        <p:txBody>
          <a:bodyPr>
            <a:normAutofit fontScale="85000" lnSpcReduction="10000"/>
          </a:bodyPr>
          <a:lstStyle/>
          <a:p>
            <a:pPr>
              <a:spcBef>
                <a:spcPts val="600"/>
              </a:spcBef>
              <a:spcAft>
                <a:spcPts val="300"/>
              </a:spcAft>
            </a:pPr>
            <a:r>
              <a:rPr lang="en-GB" dirty="0"/>
              <a:t>To determine participants’ </a:t>
            </a:r>
            <a:r>
              <a:rPr lang="en-GB" b="1" dirty="0">
                <a:solidFill>
                  <a:schemeClr val="accent2">
                    <a:lumMod val="75000"/>
                  </a:schemeClr>
                </a:solidFill>
              </a:rPr>
              <a:t>attitudes</a:t>
            </a:r>
            <a:r>
              <a:rPr lang="en-GB" dirty="0"/>
              <a:t> and </a:t>
            </a:r>
            <a:r>
              <a:rPr lang="en-GB" b="1" dirty="0">
                <a:solidFill>
                  <a:schemeClr val="accent2">
                    <a:lumMod val="75000"/>
                  </a:schemeClr>
                </a:solidFill>
              </a:rPr>
              <a:t>first impressions</a:t>
            </a:r>
            <a:r>
              <a:rPr lang="en-GB" dirty="0">
                <a:solidFill>
                  <a:schemeClr val="accent2">
                    <a:lumMod val="75000"/>
                  </a:schemeClr>
                </a:solidFill>
              </a:rPr>
              <a:t> </a:t>
            </a:r>
            <a:r>
              <a:rPr lang="en-GB" dirty="0"/>
              <a:t>about the product’s ease of use prior to using it</a:t>
            </a:r>
          </a:p>
          <a:p>
            <a:pPr lvl="1">
              <a:spcBef>
                <a:spcPts val="600"/>
              </a:spcBef>
            </a:pPr>
            <a:r>
              <a:rPr lang="en-GB" dirty="0"/>
              <a:t>Does the product look easy to use?</a:t>
            </a:r>
          </a:p>
          <a:p>
            <a:pPr lvl="1">
              <a:spcBef>
                <a:spcPts val="600"/>
              </a:spcBef>
            </a:pPr>
            <a:r>
              <a:rPr lang="en-GB" dirty="0"/>
              <a:t>Does the participant understand the terminology?</a:t>
            </a:r>
          </a:p>
          <a:p>
            <a:pPr lvl="1">
              <a:spcBef>
                <a:spcPts val="600"/>
              </a:spcBef>
            </a:pPr>
            <a:r>
              <a:rPr lang="en-GB" dirty="0"/>
              <a:t>Is the product similar or very different from other products, or even from previous releases of the same product?</a:t>
            </a:r>
          </a:p>
          <a:p>
            <a:pPr lvl="1">
              <a:spcBef>
                <a:spcPts val="600"/>
              </a:spcBef>
            </a:pPr>
            <a:r>
              <a:rPr lang="en-GB" dirty="0"/>
              <a:t>Establish the participant’s prerequisite knowledge</a:t>
            </a:r>
          </a:p>
          <a:p>
            <a:pPr>
              <a:spcBef>
                <a:spcPts val="600"/>
              </a:spcBef>
              <a:spcAft>
                <a:spcPts val="300"/>
              </a:spcAft>
            </a:pPr>
            <a:r>
              <a:rPr lang="en-GB" dirty="0"/>
              <a:t>To qualify the group that the participants best fit in (e.g. it could be a skills test to group the participants)</a:t>
            </a:r>
          </a:p>
          <a:p>
            <a:pPr>
              <a:spcBef>
                <a:spcPts val="600"/>
              </a:spcBef>
              <a:spcAft>
                <a:spcPts val="300"/>
              </a:spcAft>
            </a:pPr>
            <a:endParaRPr lang="en-GB" b="1" dirty="0">
              <a:solidFill>
                <a:schemeClr val="accent2">
                  <a:lumMod val="75000"/>
                </a:schemeClr>
              </a:solidFill>
            </a:endParaRPr>
          </a:p>
          <a:p>
            <a:pPr>
              <a:spcBef>
                <a:spcPts val="600"/>
              </a:spcBef>
              <a:spcAft>
                <a:spcPts val="300"/>
              </a:spcAft>
            </a:pPr>
            <a:endParaRPr lang="en-GB" dirty="0"/>
          </a:p>
        </p:txBody>
      </p:sp>
      <p:pic>
        <p:nvPicPr>
          <p:cNvPr id="5" name="Picture 4">
            <a:hlinkClick r:id="rId2"/>
            <a:extLst>
              <a:ext uri="{FF2B5EF4-FFF2-40B4-BE49-F238E27FC236}">
                <a16:creationId xmlns:a16="http://schemas.microsoft.com/office/drawing/2014/main" id="{95CB954E-5DB4-AA27-1032-8EAF10FE9E30}"/>
              </a:ext>
            </a:extLst>
          </p:cNvPr>
          <p:cNvPicPr>
            <a:picLocks noChangeAspect="1"/>
          </p:cNvPicPr>
          <p:nvPr/>
        </p:nvPicPr>
        <p:blipFill>
          <a:blip r:embed="rId3"/>
          <a:stretch>
            <a:fillRect/>
          </a:stretch>
        </p:blipFill>
        <p:spPr>
          <a:xfrm>
            <a:off x="8150948" y="254678"/>
            <a:ext cx="766904" cy="748350"/>
          </a:xfrm>
          <a:prstGeom prst="rect">
            <a:avLst/>
          </a:prstGeom>
        </p:spPr>
      </p:pic>
      <p:sp>
        <p:nvSpPr>
          <p:cNvPr id="8" name="Date Placeholder 7">
            <a:extLst>
              <a:ext uri="{FF2B5EF4-FFF2-40B4-BE49-F238E27FC236}">
                <a16:creationId xmlns:a16="http://schemas.microsoft.com/office/drawing/2014/main" id="{F0D741CC-8A88-23A2-FB16-13B2634000D3}"/>
              </a:ext>
            </a:extLst>
          </p:cNvPr>
          <p:cNvSpPr>
            <a:spLocks noGrp="1"/>
          </p:cNvSpPr>
          <p:nvPr>
            <p:ph type="dt" sz="half" idx="10"/>
          </p:nvPr>
        </p:nvSpPr>
        <p:spPr/>
        <p:txBody>
          <a:bodyPr/>
          <a:lstStyle/>
          <a:p>
            <a:endParaRPr lang="en-US" dirty="0"/>
          </a:p>
        </p:txBody>
      </p:sp>
      <p:sp>
        <p:nvSpPr>
          <p:cNvPr id="10" name="Footer Placeholder 9">
            <a:extLst>
              <a:ext uri="{FF2B5EF4-FFF2-40B4-BE49-F238E27FC236}">
                <a16:creationId xmlns:a16="http://schemas.microsoft.com/office/drawing/2014/main" id="{B5CD23F7-8C28-637E-B72A-4A59B9BE91F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ACEF1190-7C45-607C-455A-074A41D11E52}"/>
              </a:ext>
            </a:extLst>
          </p:cNvPr>
          <p:cNvSpPr>
            <a:spLocks noGrp="1"/>
          </p:cNvSpPr>
          <p:nvPr>
            <p:ph type="sldNum" sz="quarter" idx="4"/>
          </p:nvPr>
        </p:nvSpPr>
        <p:spPr/>
        <p:txBody>
          <a:bodyPr/>
          <a:lstStyle/>
          <a:p>
            <a:fld id="{9FD7ECCF-50E7-4327-B945-FA93FF7B2BEF}" type="slidenum">
              <a:rPr lang="en-US" smtClean="0"/>
              <a:pPr/>
              <a:t>19</a:t>
            </a:fld>
            <a:r>
              <a:rPr lang="en-GB"/>
              <a:t>/38</a:t>
            </a:r>
            <a:endParaRPr lang="en-US" dirty="0"/>
          </a:p>
        </p:txBody>
      </p:sp>
    </p:spTree>
    <p:extLst>
      <p:ext uri="{BB962C8B-B14F-4D97-AF65-F5344CB8AC3E}">
        <p14:creationId xmlns:p14="http://schemas.microsoft.com/office/powerpoint/2010/main" val="2138905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49"/>
            <a:ext cx="8077200" cy="929445"/>
          </a:xfrm>
        </p:spPr>
        <p:txBody>
          <a:bodyPr/>
          <a:lstStyle/>
          <a:p>
            <a:r>
              <a:rPr lang="en-GB" dirty="0"/>
              <a:t>In-test questions</a:t>
            </a:r>
          </a:p>
        </p:txBody>
      </p:sp>
      <p:sp>
        <p:nvSpPr>
          <p:cNvPr id="5" name="Text Placeholder 4">
            <a:extLst>
              <a:ext uri="{FF2B5EF4-FFF2-40B4-BE49-F238E27FC236}">
                <a16:creationId xmlns:a16="http://schemas.microsoft.com/office/drawing/2014/main" id="{2436CEC9-BAAC-A5F5-2A80-7913AEC71A6B}"/>
              </a:ext>
            </a:extLst>
          </p:cNvPr>
          <p:cNvSpPr>
            <a:spLocks noGrp="1"/>
          </p:cNvSpPr>
          <p:nvPr>
            <p:ph type="body" idx="2"/>
          </p:nvPr>
        </p:nvSpPr>
        <p:spPr/>
        <p:txBody>
          <a:bodyPr>
            <a:normAutofit/>
          </a:bodyPr>
          <a:lstStyle/>
          <a:p>
            <a:r>
              <a:rPr lang="en-GB" sz="2000" dirty="0">
                <a:latin typeface="g_d0_f8"/>
              </a:rPr>
              <a:t>Data collection instruments</a:t>
            </a:r>
          </a:p>
          <a:p>
            <a:pPr marL="273050" lvl="1" indent="-188913">
              <a:buFont typeface="Wingdings 2"/>
              <a:buAutoNum type="arabicPeriod"/>
            </a:pPr>
            <a:r>
              <a:rPr lang="en-GB" sz="1800" dirty="0">
                <a:solidFill>
                  <a:schemeClr val="tx1">
                    <a:lumMod val="65000"/>
                    <a:lumOff val="35000"/>
                  </a:schemeClr>
                </a:solidFill>
                <a:latin typeface="g_d0_f8"/>
              </a:rPr>
              <a:t>Task scenarios</a:t>
            </a:r>
          </a:p>
          <a:p>
            <a:pPr marL="273050" lvl="1" indent="-188913">
              <a:buFont typeface="Wingdings 2"/>
              <a:buAutoNum type="arabicPeriod"/>
            </a:pPr>
            <a:r>
              <a:rPr lang="en-GB" sz="1800" dirty="0">
                <a:solidFill>
                  <a:schemeClr val="tx1">
                    <a:lumMod val="65000"/>
                    <a:lumOff val="35000"/>
                  </a:schemeClr>
                </a:solidFill>
                <a:latin typeface="g_d0_f8"/>
              </a:rPr>
              <a:t>Screening /Pre-test questions</a:t>
            </a:r>
          </a:p>
          <a:p>
            <a:pPr marL="273050" lvl="1" indent="-188913">
              <a:buAutoNum type="arabicPeriod"/>
            </a:pPr>
            <a:r>
              <a:rPr lang="en-GB" sz="1800" b="1" dirty="0">
                <a:solidFill>
                  <a:schemeClr val="bg1"/>
                </a:solidFill>
                <a:latin typeface="g_d0_f8"/>
              </a:rPr>
              <a:t>In-test questions</a:t>
            </a:r>
          </a:p>
          <a:p>
            <a:pPr marL="273050" lvl="1" indent="-188913">
              <a:buAutoNum type="arabicPeriod"/>
            </a:pPr>
            <a:r>
              <a:rPr lang="en-GB" sz="1800" dirty="0">
                <a:solidFill>
                  <a:schemeClr val="tx1">
                    <a:lumMod val="65000"/>
                    <a:lumOff val="35000"/>
                  </a:schemeClr>
                </a:solidFill>
                <a:latin typeface="g_d0_f8"/>
              </a:rPr>
              <a:t>Post-test</a:t>
            </a:r>
            <a:r>
              <a:rPr lang="en-GB" sz="1800" b="1" dirty="0">
                <a:solidFill>
                  <a:schemeClr val="bg1"/>
                </a:solidFill>
                <a:latin typeface="g_d0_f8"/>
              </a:rPr>
              <a:t> </a:t>
            </a:r>
            <a:r>
              <a:rPr lang="en-GB" sz="1800" dirty="0">
                <a:solidFill>
                  <a:schemeClr val="tx1">
                    <a:lumMod val="65000"/>
                    <a:lumOff val="35000"/>
                  </a:schemeClr>
                </a:solidFill>
                <a:latin typeface="g_d0_f8"/>
              </a:rPr>
              <a:t>questions</a:t>
            </a:r>
          </a:p>
        </p:txBody>
      </p:sp>
      <p:sp>
        <p:nvSpPr>
          <p:cNvPr id="3" name="Content Placeholder 2"/>
          <p:cNvSpPr>
            <a:spLocks noGrp="1"/>
          </p:cNvSpPr>
          <p:nvPr>
            <p:ph sz="quarter" idx="1"/>
          </p:nvPr>
        </p:nvSpPr>
        <p:spPr>
          <a:xfrm>
            <a:off x="2362200" y="1752600"/>
            <a:ext cx="6324600" cy="4628728"/>
          </a:xfrm>
        </p:spPr>
        <p:txBody>
          <a:bodyPr>
            <a:normAutofit fontScale="70000" lnSpcReduction="20000"/>
          </a:bodyPr>
          <a:lstStyle/>
          <a:p>
            <a:r>
              <a:rPr lang="en-GB" b="0" i="0" dirty="0">
                <a:solidFill>
                  <a:srgbClr val="2B2B2B"/>
                </a:solidFill>
                <a:effectLst/>
                <a:latin typeface="Adobe Clean"/>
              </a:rPr>
              <a:t>These user testing questions will help you discover important insights about user behaviour when they interact with your product. </a:t>
            </a:r>
          </a:p>
          <a:p>
            <a:r>
              <a:rPr lang="en-GB" b="0" i="0" dirty="0">
                <a:solidFill>
                  <a:srgbClr val="2B2B2B"/>
                </a:solidFill>
                <a:effectLst/>
                <a:latin typeface="Adobe Clean"/>
              </a:rPr>
              <a:t>In this phase, you allow participants to interact with your product, observe their interactions, and ask relevant questions.</a:t>
            </a:r>
          </a:p>
          <a:p>
            <a:r>
              <a:rPr lang="en-GB" b="0" i="0" dirty="0">
                <a:solidFill>
                  <a:srgbClr val="2B2B2B"/>
                </a:solidFill>
                <a:effectLst/>
                <a:latin typeface="Adobe Clean"/>
              </a:rPr>
              <a:t>Aim to collect data that explains user behaviour (i.e., why users make certain actions, why they prefer one option versus another, etc).</a:t>
            </a:r>
          </a:p>
          <a:p>
            <a:pPr lvl="1"/>
            <a:r>
              <a:rPr lang="en-GB" dirty="0">
                <a:solidFill>
                  <a:srgbClr val="2B2B2B"/>
                </a:solidFill>
                <a:latin typeface="Adobe Clean"/>
              </a:rPr>
              <a:t>What features do you find most valuable and why?</a:t>
            </a:r>
          </a:p>
          <a:p>
            <a:pPr lvl="1"/>
            <a:r>
              <a:rPr lang="en-GB" dirty="0">
                <a:solidFill>
                  <a:srgbClr val="2B2B2B"/>
                </a:solidFill>
                <a:latin typeface="Adobe Clean"/>
              </a:rPr>
              <a:t>Can you give me a few examples of real situations when you would do [something]?</a:t>
            </a:r>
          </a:p>
          <a:p>
            <a:pPr lvl="1"/>
            <a:r>
              <a:rPr lang="en-GB" dirty="0">
                <a:solidFill>
                  <a:srgbClr val="2B2B2B"/>
                </a:solidFill>
                <a:latin typeface="Adobe Clean"/>
              </a:rPr>
              <a:t>What do you think about this design [specific features]?</a:t>
            </a:r>
          </a:p>
          <a:p>
            <a:pPr lvl="1"/>
            <a:r>
              <a:rPr lang="en-GB" dirty="0">
                <a:solidFill>
                  <a:srgbClr val="2B2B2B"/>
                </a:solidFill>
                <a:latin typeface="Adobe Clean"/>
              </a:rPr>
              <a:t>What prevents you from completing a task?</a:t>
            </a:r>
          </a:p>
          <a:p>
            <a:pPr lvl="1"/>
            <a:r>
              <a:rPr lang="en-GB" dirty="0">
                <a:solidFill>
                  <a:srgbClr val="2B2B2B"/>
                </a:solidFill>
                <a:latin typeface="Adobe Clean"/>
              </a:rPr>
              <a:t>I noticed you [did something]. Why?</a:t>
            </a:r>
          </a:p>
          <a:p>
            <a:endParaRPr lang="en-GB" b="0" i="0" dirty="0">
              <a:solidFill>
                <a:srgbClr val="2B2B2B"/>
              </a:solidFill>
              <a:effectLst/>
              <a:latin typeface="Adobe Clean"/>
            </a:endParaRPr>
          </a:p>
        </p:txBody>
      </p:sp>
      <p:pic>
        <p:nvPicPr>
          <p:cNvPr id="11" name="Picture 10">
            <a:hlinkClick r:id="rId2"/>
            <a:extLst>
              <a:ext uri="{FF2B5EF4-FFF2-40B4-BE49-F238E27FC236}">
                <a16:creationId xmlns:a16="http://schemas.microsoft.com/office/drawing/2014/main" id="{D1F718B3-A8A1-D0EE-C77E-288D1B657754}"/>
              </a:ext>
            </a:extLst>
          </p:cNvPr>
          <p:cNvPicPr>
            <a:picLocks noChangeAspect="1"/>
          </p:cNvPicPr>
          <p:nvPr/>
        </p:nvPicPr>
        <p:blipFill>
          <a:blip r:embed="rId3"/>
          <a:stretch>
            <a:fillRect/>
          </a:stretch>
        </p:blipFill>
        <p:spPr>
          <a:xfrm>
            <a:off x="8150948" y="254678"/>
            <a:ext cx="766904" cy="748350"/>
          </a:xfrm>
          <a:prstGeom prst="rect">
            <a:avLst/>
          </a:prstGeom>
        </p:spPr>
      </p:pic>
      <p:sp>
        <p:nvSpPr>
          <p:cNvPr id="7" name="Date Placeholder 6">
            <a:extLst>
              <a:ext uri="{FF2B5EF4-FFF2-40B4-BE49-F238E27FC236}">
                <a16:creationId xmlns:a16="http://schemas.microsoft.com/office/drawing/2014/main" id="{E4BBEC90-0A49-ACD3-82FB-647A0B2D1D1D}"/>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31C652C8-7DFB-B453-CF0C-7FE32A224BE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44B724B7-C557-6DE2-D72F-FE99C883D21B}"/>
              </a:ext>
            </a:extLst>
          </p:cNvPr>
          <p:cNvSpPr>
            <a:spLocks noGrp="1"/>
          </p:cNvSpPr>
          <p:nvPr>
            <p:ph type="sldNum" sz="quarter" idx="4"/>
          </p:nvPr>
        </p:nvSpPr>
        <p:spPr/>
        <p:txBody>
          <a:bodyPr/>
          <a:lstStyle/>
          <a:p>
            <a:fld id="{9FD7ECCF-50E7-4327-B945-FA93FF7B2BEF}" type="slidenum">
              <a:rPr lang="en-US" smtClean="0"/>
              <a:pPr/>
              <a:t>20</a:t>
            </a:fld>
            <a:r>
              <a:rPr lang="en-GB"/>
              <a:t>/38</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49"/>
            <a:ext cx="8077200" cy="929445"/>
          </a:xfrm>
        </p:spPr>
        <p:txBody>
          <a:bodyPr/>
          <a:lstStyle/>
          <a:p>
            <a:r>
              <a:rPr lang="en-GB" dirty="0"/>
              <a:t>In-test questions</a:t>
            </a:r>
          </a:p>
        </p:txBody>
      </p:sp>
      <p:sp>
        <p:nvSpPr>
          <p:cNvPr id="5" name="Text Placeholder 4">
            <a:extLst>
              <a:ext uri="{FF2B5EF4-FFF2-40B4-BE49-F238E27FC236}">
                <a16:creationId xmlns:a16="http://schemas.microsoft.com/office/drawing/2014/main" id="{2436CEC9-BAAC-A5F5-2A80-7913AEC71A6B}"/>
              </a:ext>
            </a:extLst>
          </p:cNvPr>
          <p:cNvSpPr>
            <a:spLocks noGrp="1"/>
          </p:cNvSpPr>
          <p:nvPr>
            <p:ph type="body" idx="2"/>
          </p:nvPr>
        </p:nvSpPr>
        <p:spPr/>
        <p:txBody>
          <a:bodyPr>
            <a:normAutofit/>
          </a:bodyPr>
          <a:lstStyle/>
          <a:p>
            <a:r>
              <a:rPr lang="en-GB" sz="2000" dirty="0">
                <a:latin typeface="g_d0_f8"/>
              </a:rPr>
              <a:t>Data collection instruments</a:t>
            </a:r>
          </a:p>
          <a:p>
            <a:pPr marL="273050" lvl="1" indent="-188913">
              <a:buFont typeface="Wingdings 2"/>
              <a:buAutoNum type="arabicPeriod"/>
            </a:pPr>
            <a:r>
              <a:rPr lang="en-GB" sz="1800" dirty="0">
                <a:solidFill>
                  <a:schemeClr val="tx1">
                    <a:lumMod val="65000"/>
                    <a:lumOff val="35000"/>
                  </a:schemeClr>
                </a:solidFill>
                <a:latin typeface="g_d0_f8"/>
              </a:rPr>
              <a:t>Task scenarios</a:t>
            </a:r>
          </a:p>
          <a:p>
            <a:pPr marL="273050" lvl="1" indent="-188913">
              <a:buFont typeface="Wingdings 2"/>
              <a:buAutoNum type="arabicPeriod"/>
            </a:pPr>
            <a:r>
              <a:rPr lang="en-GB" sz="1800" dirty="0">
                <a:solidFill>
                  <a:schemeClr val="tx1">
                    <a:lumMod val="65000"/>
                    <a:lumOff val="35000"/>
                  </a:schemeClr>
                </a:solidFill>
                <a:latin typeface="g_d0_f8"/>
              </a:rPr>
              <a:t>Screening /Pre-test questions</a:t>
            </a:r>
          </a:p>
          <a:p>
            <a:pPr marL="273050" lvl="1" indent="-188913">
              <a:buAutoNum type="arabicPeriod"/>
            </a:pPr>
            <a:r>
              <a:rPr lang="en-GB" sz="1800" b="1" dirty="0">
                <a:solidFill>
                  <a:schemeClr val="bg1"/>
                </a:solidFill>
                <a:latin typeface="g_d0_f8"/>
              </a:rPr>
              <a:t>In-test questions</a:t>
            </a:r>
          </a:p>
          <a:p>
            <a:pPr marL="273050" lvl="1" indent="-188913">
              <a:buAutoNum type="arabicPeriod"/>
            </a:pPr>
            <a:r>
              <a:rPr lang="en-GB" sz="1800" dirty="0">
                <a:solidFill>
                  <a:schemeClr val="tx1">
                    <a:lumMod val="65000"/>
                    <a:lumOff val="35000"/>
                  </a:schemeClr>
                </a:solidFill>
                <a:latin typeface="g_d0_f8"/>
              </a:rPr>
              <a:t>Post-test</a:t>
            </a:r>
            <a:r>
              <a:rPr lang="en-GB" sz="1800" b="1" dirty="0">
                <a:solidFill>
                  <a:schemeClr val="bg1"/>
                </a:solidFill>
                <a:latin typeface="g_d0_f8"/>
              </a:rPr>
              <a:t> </a:t>
            </a:r>
            <a:r>
              <a:rPr lang="en-GB" sz="1800" dirty="0">
                <a:solidFill>
                  <a:schemeClr val="tx1">
                    <a:lumMod val="65000"/>
                    <a:lumOff val="35000"/>
                  </a:schemeClr>
                </a:solidFill>
                <a:latin typeface="g_d0_f8"/>
              </a:rPr>
              <a:t>questions</a:t>
            </a:r>
          </a:p>
        </p:txBody>
      </p:sp>
      <p:sp>
        <p:nvSpPr>
          <p:cNvPr id="3" name="Content Placeholder 2"/>
          <p:cNvSpPr>
            <a:spLocks noGrp="1"/>
          </p:cNvSpPr>
          <p:nvPr>
            <p:ph sz="quarter" idx="1"/>
          </p:nvPr>
        </p:nvSpPr>
        <p:spPr>
          <a:xfrm>
            <a:off x="2362200" y="1752600"/>
            <a:ext cx="3793976" cy="4419600"/>
          </a:xfrm>
        </p:spPr>
        <p:txBody>
          <a:bodyPr>
            <a:normAutofit fontScale="62500" lnSpcReduction="20000"/>
          </a:bodyPr>
          <a:lstStyle/>
          <a:p>
            <a:r>
              <a:rPr lang="en-GB" dirty="0"/>
              <a:t>Fully automated data loggers</a:t>
            </a:r>
          </a:p>
          <a:p>
            <a:pPr lvl="1"/>
            <a:r>
              <a:rPr lang="en-GB" dirty="0"/>
              <a:t>Programs generate logs for user actions, errors, task completion, timing, dialog etc.</a:t>
            </a:r>
          </a:p>
          <a:p>
            <a:r>
              <a:rPr lang="en-GB" dirty="0"/>
              <a:t>Online data collection /self-reported data</a:t>
            </a:r>
          </a:p>
          <a:p>
            <a:pPr lvl="1"/>
            <a:r>
              <a:rPr lang="en-GB" dirty="0"/>
              <a:t>The observer fills an online form</a:t>
            </a:r>
          </a:p>
          <a:p>
            <a:r>
              <a:rPr lang="en-GB" dirty="0"/>
              <a:t>User-generated /self-reported data</a:t>
            </a:r>
          </a:p>
          <a:p>
            <a:pPr lvl="1"/>
            <a:r>
              <a:rPr lang="en-GB" dirty="0"/>
              <a:t>The user fills printed/or online questionnaires </a:t>
            </a:r>
          </a:p>
          <a:p>
            <a:r>
              <a:rPr lang="en-GB" dirty="0"/>
              <a:t>Manual data collection</a:t>
            </a:r>
          </a:p>
          <a:p>
            <a:pPr lvl="1"/>
            <a:r>
              <a:rPr lang="en-GB" dirty="0"/>
              <a:t>The observer fills written or online questionnaires </a:t>
            </a:r>
          </a:p>
          <a:p>
            <a:r>
              <a:rPr lang="en-GB" dirty="0"/>
              <a:t>Other data collection methods</a:t>
            </a:r>
          </a:p>
          <a:p>
            <a:pPr lvl="1"/>
            <a:r>
              <a:rPr lang="en-GB" dirty="0"/>
              <a:t>Create shorthand notes</a:t>
            </a:r>
          </a:p>
        </p:txBody>
      </p:sp>
      <p:graphicFrame>
        <p:nvGraphicFramePr>
          <p:cNvPr id="7" name="Content Placeholder 6"/>
          <p:cNvGraphicFramePr>
            <a:graphicFrameLocks/>
          </p:cNvGraphicFramePr>
          <p:nvPr/>
        </p:nvGraphicFramePr>
        <p:xfrm>
          <a:off x="6355371" y="1927860"/>
          <a:ext cx="2754014" cy="3992880"/>
        </p:xfrm>
        <a:graphic>
          <a:graphicData uri="http://schemas.openxmlformats.org/drawingml/2006/table">
            <a:tbl>
              <a:tblPr firstRow="1" bandRow="1">
                <a:tableStyleId>{5C22544A-7EE6-4342-B048-85BDC9FD1C3A}</a:tableStyleId>
              </a:tblPr>
              <a:tblGrid>
                <a:gridCol w="1072514">
                  <a:extLst>
                    <a:ext uri="{9D8B030D-6E8A-4147-A177-3AD203B41FA5}">
                      <a16:colId xmlns:a16="http://schemas.microsoft.com/office/drawing/2014/main" val="20000"/>
                    </a:ext>
                  </a:extLst>
                </a:gridCol>
                <a:gridCol w="1681500">
                  <a:extLst>
                    <a:ext uri="{9D8B030D-6E8A-4147-A177-3AD203B41FA5}">
                      <a16:colId xmlns:a16="http://schemas.microsoft.com/office/drawing/2014/main" val="20001"/>
                    </a:ext>
                  </a:extLst>
                </a:gridCol>
              </a:tblGrid>
              <a:tr h="0">
                <a:tc>
                  <a:txBody>
                    <a:bodyPr/>
                    <a:lstStyle/>
                    <a:p>
                      <a:r>
                        <a:rPr lang="en-GB" sz="1600"/>
                        <a:t>Shorthand note</a:t>
                      </a:r>
                    </a:p>
                  </a:txBody>
                  <a:tcPr/>
                </a:tc>
                <a:tc>
                  <a:txBody>
                    <a:bodyPr/>
                    <a:lstStyle/>
                    <a:p>
                      <a:r>
                        <a:rPr lang="en-GB" sz="1600"/>
                        <a:t>Data collected</a:t>
                      </a:r>
                    </a:p>
                  </a:txBody>
                  <a:tcPr/>
                </a:tc>
                <a:extLst>
                  <a:ext uri="{0D108BD9-81ED-4DB2-BD59-A6C34878D82A}">
                    <a16:rowId xmlns:a16="http://schemas.microsoft.com/office/drawing/2014/main" val="10000"/>
                  </a:ext>
                </a:extLst>
              </a:tr>
              <a:tr h="0">
                <a:tc>
                  <a:txBody>
                    <a:bodyPr/>
                    <a:lstStyle/>
                    <a:p>
                      <a:r>
                        <a:rPr lang="en-GB" sz="1600"/>
                        <a:t>B</a:t>
                      </a:r>
                    </a:p>
                  </a:txBody>
                  <a:tcPr/>
                </a:tc>
                <a:tc>
                  <a:txBody>
                    <a:bodyPr/>
                    <a:lstStyle/>
                    <a:p>
                      <a:r>
                        <a:rPr lang="en-GB" sz="1600"/>
                        <a:t>Begin task</a:t>
                      </a:r>
                    </a:p>
                  </a:txBody>
                  <a:tcPr/>
                </a:tc>
                <a:extLst>
                  <a:ext uri="{0D108BD9-81ED-4DB2-BD59-A6C34878D82A}">
                    <a16:rowId xmlns:a16="http://schemas.microsoft.com/office/drawing/2014/main" val="10001"/>
                  </a:ext>
                </a:extLst>
              </a:tr>
              <a:tr h="182518">
                <a:tc>
                  <a:txBody>
                    <a:bodyPr/>
                    <a:lstStyle/>
                    <a:p>
                      <a:r>
                        <a:rPr lang="en-GB" sz="1600"/>
                        <a:t>E</a:t>
                      </a:r>
                    </a:p>
                  </a:txBody>
                  <a:tcPr/>
                </a:tc>
                <a:tc>
                  <a:txBody>
                    <a:bodyPr/>
                    <a:lstStyle/>
                    <a:p>
                      <a:r>
                        <a:rPr lang="en-GB" sz="1600"/>
                        <a:t>End task</a:t>
                      </a:r>
                    </a:p>
                  </a:txBody>
                  <a:tcPr/>
                </a:tc>
                <a:extLst>
                  <a:ext uri="{0D108BD9-81ED-4DB2-BD59-A6C34878D82A}">
                    <a16:rowId xmlns:a16="http://schemas.microsoft.com/office/drawing/2014/main" val="10002"/>
                  </a:ext>
                </a:extLst>
              </a:tr>
              <a:tr h="0">
                <a:tc>
                  <a:txBody>
                    <a:bodyPr/>
                    <a:lstStyle/>
                    <a:p>
                      <a:r>
                        <a:rPr lang="en-GB" sz="1600"/>
                        <a:t>C</a:t>
                      </a:r>
                    </a:p>
                  </a:txBody>
                  <a:tcPr/>
                </a:tc>
                <a:tc>
                  <a:txBody>
                    <a:bodyPr/>
                    <a:lstStyle/>
                    <a:p>
                      <a:r>
                        <a:rPr lang="en-GB" sz="1600"/>
                        <a:t>Click</a:t>
                      </a:r>
                    </a:p>
                  </a:txBody>
                  <a:tcPr/>
                </a:tc>
                <a:extLst>
                  <a:ext uri="{0D108BD9-81ED-4DB2-BD59-A6C34878D82A}">
                    <a16:rowId xmlns:a16="http://schemas.microsoft.com/office/drawing/2014/main" val="10003"/>
                  </a:ext>
                </a:extLst>
              </a:tr>
              <a:tr h="198170">
                <a:tc>
                  <a:txBody>
                    <a:bodyPr/>
                    <a:lstStyle/>
                    <a:p>
                      <a:r>
                        <a:rPr lang="en-GB" sz="1600"/>
                        <a:t>S</a:t>
                      </a:r>
                    </a:p>
                  </a:txBody>
                  <a:tcPr/>
                </a:tc>
                <a:tc>
                  <a:txBody>
                    <a:bodyPr/>
                    <a:lstStyle/>
                    <a:p>
                      <a:r>
                        <a:rPr lang="en-GB" sz="1600"/>
                        <a:t>Submit</a:t>
                      </a:r>
                    </a:p>
                  </a:txBody>
                  <a:tcPr/>
                </a:tc>
                <a:extLst>
                  <a:ext uri="{0D108BD9-81ED-4DB2-BD59-A6C34878D82A}">
                    <a16:rowId xmlns:a16="http://schemas.microsoft.com/office/drawing/2014/main" val="10004"/>
                  </a:ext>
                </a:extLst>
              </a:tr>
              <a:tr h="198170">
                <a:tc>
                  <a:txBody>
                    <a:bodyPr/>
                    <a:lstStyle/>
                    <a:p>
                      <a:r>
                        <a:rPr lang="en-GB" sz="1600"/>
                        <a:t>P</a:t>
                      </a:r>
                    </a:p>
                  </a:txBody>
                  <a:tcPr/>
                </a:tc>
                <a:tc>
                  <a:txBody>
                    <a:bodyPr/>
                    <a:lstStyle/>
                    <a:p>
                      <a:r>
                        <a:rPr lang="en-GB" sz="1600"/>
                        <a:t>Prompted by moderator</a:t>
                      </a:r>
                    </a:p>
                  </a:txBody>
                  <a:tcPr/>
                </a:tc>
                <a:extLst>
                  <a:ext uri="{0D108BD9-81ED-4DB2-BD59-A6C34878D82A}">
                    <a16:rowId xmlns:a16="http://schemas.microsoft.com/office/drawing/2014/main" val="10005"/>
                  </a:ext>
                </a:extLst>
              </a:tr>
              <a:tr h="198170">
                <a:tc>
                  <a:txBody>
                    <a:bodyPr/>
                    <a:lstStyle/>
                    <a:p>
                      <a:r>
                        <a:rPr lang="en-GB" sz="1600"/>
                        <a:t>M</a:t>
                      </a:r>
                    </a:p>
                  </a:txBody>
                  <a:tcPr/>
                </a:tc>
                <a:tc>
                  <a:txBody>
                    <a:bodyPr/>
                    <a:lstStyle/>
                    <a:p>
                      <a:r>
                        <a:rPr lang="en-GB" sz="1600"/>
                        <a:t>Exceeded time allotted</a:t>
                      </a:r>
                    </a:p>
                  </a:txBody>
                  <a:tcPr/>
                </a:tc>
                <a:extLst>
                  <a:ext uri="{0D108BD9-81ED-4DB2-BD59-A6C34878D82A}">
                    <a16:rowId xmlns:a16="http://schemas.microsoft.com/office/drawing/2014/main" val="10006"/>
                  </a:ext>
                </a:extLst>
              </a:tr>
              <a:tr h="198170">
                <a:tc>
                  <a:txBody>
                    <a:bodyPr/>
                    <a:lstStyle/>
                    <a:p>
                      <a:r>
                        <a:rPr lang="en-GB" sz="1600"/>
                        <a:t>X</a:t>
                      </a:r>
                    </a:p>
                  </a:txBody>
                  <a:tcPr/>
                </a:tc>
                <a:tc>
                  <a:txBody>
                    <a:bodyPr/>
                    <a:lstStyle/>
                    <a:p>
                      <a:r>
                        <a:rPr lang="en-GB" sz="1600"/>
                        <a:t>Incorrect action</a:t>
                      </a:r>
                    </a:p>
                  </a:txBody>
                  <a:tcPr/>
                </a:tc>
                <a:extLst>
                  <a:ext uri="{0D108BD9-81ED-4DB2-BD59-A6C34878D82A}">
                    <a16:rowId xmlns:a16="http://schemas.microsoft.com/office/drawing/2014/main" val="10007"/>
                  </a:ext>
                </a:extLst>
              </a:tr>
              <a:tr h="198170">
                <a:tc>
                  <a:txBody>
                    <a:bodyPr/>
                    <a:lstStyle/>
                    <a:p>
                      <a:r>
                        <a:rPr lang="en-GB" sz="1600"/>
                        <a:t>CC</a:t>
                      </a:r>
                    </a:p>
                  </a:txBody>
                  <a:tcPr/>
                </a:tc>
                <a:tc>
                  <a:txBody>
                    <a:bodyPr/>
                    <a:lstStyle/>
                    <a:p>
                      <a:r>
                        <a:rPr lang="en-GB" sz="1600"/>
                        <a:t>Completed correctly</a:t>
                      </a:r>
                    </a:p>
                  </a:txBody>
                  <a:tcPr/>
                </a:tc>
                <a:extLst>
                  <a:ext uri="{0D108BD9-81ED-4DB2-BD59-A6C34878D82A}">
                    <a16:rowId xmlns:a16="http://schemas.microsoft.com/office/drawing/2014/main" val="10008"/>
                  </a:ext>
                </a:extLst>
              </a:tr>
            </a:tbl>
          </a:graphicData>
        </a:graphic>
      </p:graphicFrame>
      <p:cxnSp>
        <p:nvCxnSpPr>
          <p:cNvPr id="9" name="Straight Arrow Connector 8"/>
          <p:cNvCxnSpPr>
            <a:cxnSpLocks/>
          </p:cNvCxnSpPr>
          <p:nvPr/>
        </p:nvCxnSpPr>
        <p:spPr>
          <a:xfrm>
            <a:off x="5475882" y="5622094"/>
            <a:ext cx="870537"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Date Placeholder 9">
            <a:extLst>
              <a:ext uri="{FF2B5EF4-FFF2-40B4-BE49-F238E27FC236}">
                <a16:creationId xmlns:a16="http://schemas.microsoft.com/office/drawing/2014/main" id="{8CD0738D-0EFF-DA73-D5EF-99F4718A9479}"/>
              </a:ext>
            </a:extLst>
          </p:cNvPr>
          <p:cNvSpPr>
            <a:spLocks noGrp="1"/>
          </p:cNvSpPr>
          <p:nvPr>
            <p:ph type="dt" sz="half" idx="10"/>
          </p:nvPr>
        </p:nvSpPr>
        <p:spPr/>
        <p:txBody>
          <a:bodyPr/>
          <a:lstStyle/>
          <a:p>
            <a:endParaRPr lang="en-US" dirty="0"/>
          </a:p>
        </p:txBody>
      </p:sp>
      <p:sp>
        <p:nvSpPr>
          <p:cNvPr id="11" name="Footer Placeholder 10">
            <a:extLst>
              <a:ext uri="{FF2B5EF4-FFF2-40B4-BE49-F238E27FC236}">
                <a16:creationId xmlns:a16="http://schemas.microsoft.com/office/drawing/2014/main" id="{DFFBBF00-AE4D-AC98-F246-97C9640A2D3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1CBA090A-AC37-4BDF-4AF2-9449CC5F0BDB}"/>
              </a:ext>
            </a:extLst>
          </p:cNvPr>
          <p:cNvSpPr>
            <a:spLocks noGrp="1"/>
          </p:cNvSpPr>
          <p:nvPr>
            <p:ph type="sldNum" sz="quarter" idx="4"/>
          </p:nvPr>
        </p:nvSpPr>
        <p:spPr/>
        <p:txBody>
          <a:bodyPr/>
          <a:lstStyle/>
          <a:p>
            <a:fld id="{9FD7ECCF-50E7-4327-B945-FA93FF7B2BEF}" type="slidenum">
              <a:rPr lang="en-US" smtClean="0"/>
              <a:pPr/>
              <a:t>21</a:t>
            </a:fld>
            <a:r>
              <a:rPr lang="en-GB"/>
              <a:t>/38</a:t>
            </a:r>
            <a:endParaRPr lang="en-US" dirty="0"/>
          </a:p>
        </p:txBody>
      </p:sp>
    </p:spTree>
    <p:extLst>
      <p:ext uri="{BB962C8B-B14F-4D97-AF65-F5344CB8AC3E}">
        <p14:creationId xmlns:p14="http://schemas.microsoft.com/office/powerpoint/2010/main" val="2263438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923702"/>
          </a:xfrm>
        </p:spPr>
        <p:txBody>
          <a:bodyPr/>
          <a:lstStyle/>
          <a:p>
            <a:r>
              <a:rPr lang="en-GB" dirty="0"/>
              <a:t>Post-test questions</a:t>
            </a:r>
          </a:p>
        </p:txBody>
      </p:sp>
      <p:sp>
        <p:nvSpPr>
          <p:cNvPr id="4" name="Text Placeholder 3">
            <a:extLst>
              <a:ext uri="{FF2B5EF4-FFF2-40B4-BE49-F238E27FC236}">
                <a16:creationId xmlns:a16="http://schemas.microsoft.com/office/drawing/2014/main" id="{6190D2FD-AD14-242A-F0B5-53131E0961BC}"/>
              </a:ext>
            </a:extLst>
          </p:cNvPr>
          <p:cNvSpPr>
            <a:spLocks noGrp="1"/>
          </p:cNvSpPr>
          <p:nvPr>
            <p:ph type="body" idx="2"/>
          </p:nvPr>
        </p:nvSpPr>
        <p:spPr/>
        <p:txBody>
          <a:bodyPr>
            <a:normAutofit/>
          </a:bodyPr>
          <a:lstStyle/>
          <a:p>
            <a:r>
              <a:rPr lang="en-GB" sz="2000" dirty="0">
                <a:latin typeface="g_d0_f8"/>
              </a:rPr>
              <a:t>Data collection instruments</a:t>
            </a:r>
          </a:p>
          <a:p>
            <a:pPr marL="273050" lvl="1" indent="-188913">
              <a:buFont typeface="Wingdings 2"/>
              <a:buAutoNum type="arabicPeriod"/>
            </a:pPr>
            <a:r>
              <a:rPr lang="en-GB" sz="1800" dirty="0">
                <a:solidFill>
                  <a:schemeClr val="tx1">
                    <a:lumMod val="65000"/>
                    <a:lumOff val="35000"/>
                  </a:schemeClr>
                </a:solidFill>
                <a:latin typeface="g_d0_f8"/>
              </a:rPr>
              <a:t>Task scenarios</a:t>
            </a:r>
          </a:p>
          <a:p>
            <a:pPr marL="273050" lvl="1" indent="-188913">
              <a:buFont typeface="Wingdings 2"/>
              <a:buAutoNum type="arabicPeriod"/>
            </a:pPr>
            <a:r>
              <a:rPr lang="en-GB" sz="1800" dirty="0">
                <a:solidFill>
                  <a:schemeClr val="tx1">
                    <a:lumMod val="65000"/>
                    <a:lumOff val="35000"/>
                  </a:schemeClr>
                </a:solidFill>
                <a:latin typeface="g_d0_f8"/>
              </a:rPr>
              <a:t>Screening /Pre-test questions</a:t>
            </a:r>
          </a:p>
          <a:p>
            <a:pPr marL="273050" lvl="1" indent="-188913">
              <a:buAutoNum type="arabicPeriod"/>
            </a:pPr>
            <a:r>
              <a:rPr lang="en-GB" sz="1800" dirty="0">
                <a:solidFill>
                  <a:schemeClr val="tx1">
                    <a:lumMod val="65000"/>
                    <a:lumOff val="35000"/>
                  </a:schemeClr>
                </a:solidFill>
                <a:latin typeface="g_d0_f8"/>
              </a:rPr>
              <a:t>In-test questions</a:t>
            </a:r>
          </a:p>
          <a:p>
            <a:pPr marL="273050" lvl="1" indent="-188913">
              <a:buAutoNum type="arabicPeriod"/>
            </a:pPr>
            <a:r>
              <a:rPr lang="en-GB" sz="1800" b="1" dirty="0">
                <a:solidFill>
                  <a:schemeClr val="bg1"/>
                </a:solidFill>
                <a:latin typeface="g_d0_f8"/>
              </a:rPr>
              <a:t>Post-test questions</a:t>
            </a:r>
          </a:p>
        </p:txBody>
      </p:sp>
      <p:sp>
        <p:nvSpPr>
          <p:cNvPr id="3" name="Content Placeholder 2"/>
          <p:cNvSpPr>
            <a:spLocks noGrp="1"/>
          </p:cNvSpPr>
          <p:nvPr>
            <p:ph sz="quarter" idx="1"/>
          </p:nvPr>
        </p:nvSpPr>
        <p:spPr/>
        <p:txBody>
          <a:bodyPr>
            <a:normAutofit fontScale="55000" lnSpcReduction="20000"/>
          </a:bodyPr>
          <a:lstStyle/>
          <a:p>
            <a:pPr>
              <a:spcBef>
                <a:spcPts val="600"/>
              </a:spcBef>
              <a:spcAft>
                <a:spcPts val="600"/>
              </a:spcAft>
            </a:pPr>
            <a:r>
              <a:rPr lang="en-GB" dirty="0"/>
              <a:t>The moment right after the user testing session has been completed is a perfect time to ask test participants if they have questions or anything to add so you can collect more of their personal opinions/preference information to help clarify and deepen understanding of the strengths and weaknesses of a product</a:t>
            </a:r>
          </a:p>
          <a:p>
            <a:pPr>
              <a:spcBef>
                <a:spcPts val="600"/>
              </a:spcBef>
              <a:spcAft>
                <a:spcPts val="600"/>
              </a:spcAft>
            </a:pPr>
            <a:r>
              <a:rPr lang="en-GB" dirty="0"/>
              <a:t>It includes information about the users:</a:t>
            </a:r>
          </a:p>
          <a:p>
            <a:pPr lvl="1">
              <a:spcBef>
                <a:spcPts val="600"/>
              </a:spcBef>
              <a:spcAft>
                <a:spcPts val="600"/>
              </a:spcAft>
              <a:buFont typeface="Wingdings" panose="05000000000000000000" pitchFamily="2" charset="2"/>
              <a:buChar char="q"/>
            </a:pPr>
            <a:r>
              <a:rPr lang="en-GB" sz="2900" dirty="0"/>
              <a:t>feelings</a:t>
            </a:r>
          </a:p>
          <a:p>
            <a:pPr lvl="1">
              <a:spcBef>
                <a:spcPts val="600"/>
              </a:spcBef>
              <a:spcAft>
                <a:spcPts val="600"/>
              </a:spcAft>
              <a:buFont typeface="Wingdings" panose="05000000000000000000" pitchFamily="2" charset="2"/>
              <a:buChar char="q"/>
            </a:pPr>
            <a:r>
              <a:rPr lang="en-GB" sz="2900" dirty="0"/>
              <a:t>opinion </a:t>
            </a:r>
          </a:p>
          <a:p>
            <a:pPr lvl="1">
              <a:spcBef>
                <a:spcPts val="600"/>
              </a:spcBef>
              <a:spcAft>
                <a:spcPts val="600"/>
              </a:spcAft>
              <a:buFont typeface="Wingdings" panose="05000000000000000000" pitchFamily="2" charset="2"/>
              <a:buChar char="q"/>
            </a:pPr>
            <a:r>
              <a:rPr lang="en-GB" sz="2900" dirty="0"/>
              <a:t>ease of use and ease to learn</a:t>
            </a:r>
          </a:p>
          <a:p>
            <a:pPr lvl="1">
              <a:spcBef>
                <a:spcPts val="600"/>
              </a:spcBef>
              <a:spcAft>
                <a:spcPts val="600"/>
              </a:spcAft>
              <a:buNone/>
            </a:pPr>
            <a:r>
              <a:rPr lang="en-GB" sz="2900" dirty="0"/>
              <a:t>about the product</a:t>
            </a:r>
          </a:p>
          <a:p>
            <a:pPr lvl="1">
              <a:spcBef>
                <a:spcPts val="600"/>
              </a:spcBef>
              <a:spcAft>
                <a:spcPts val="600"/>
              </a:spcAft>
              <a:buFont typeface="Wingdings" panose="05000000000000000000" pitchFamily="2" charset="2"/>
              <a:buChar char="q"/>
            </a:pPr>
            <a:r>
              <a:rPr lang="en-GB" sz="2500" dirty="0"/>
              <a:t>How difficult are these test assignments? (1=very easy, 5=very difficult)</a:t>
            </a:r>
          </a:p>
          <a:p>
            <a:pPr lvl="1">
              <a:spcBef>
                <a:spcPts val="600"/>
              </a:spcBef>
              <a:spcAft>
                <a:spcPts val="600"/>
              </a:spcAft>
              <a:buFont typeface="Wingdings" panose="05000000000000000000" pitchFamily="2" charset="2"/>
              <a:buChar char="q"/>
            </a:pPr>
            <a:r>
              <a:rPr lang="en-GB" sz="2500" dirty="0"/>
              <a:t>How would you describe your overall experience with this product?</a:t>
            </a:r>
          </a:p>
          <a:p>
            <a:pPr lvl="1">
              <a:spcBef>
                <a:spcPts val="600"/>
              </a:spcBef>
              <a:spcAft>
                <a:spcPts val="600"/>
              </a:spcAft>
              <a:buFont typeface="Wingdings" panose="05000000000000000000" pitchFamily="2" charset="2"/>
              <a:buChar char="q"/>
            </a:pPr>
            <a:r>
              <a:rPr lang="en-GB" sz="2500" dirty="0"/>
              <a:t>If you could change one thing in this product, what would it be and why?</a:t>
            </a:r>
          </a:p>
          <a:p>
            <a:pPr lvl="1">
              <a:spcBef>
                <a:spcPts val="600"/>
              </a:spcBef>
              <a:spcAft>
                <a:spcPts val="600"/>
              </a:spcAft>
              <a:buFont typeface="Wingdings" panose="05000000000000000000" pitchFamily="2" charset="2"/>
              <a:buChar char="q"/>
            </a:pPr>
            <a:r>
              <a:rPr lang="en-GB" sz="2500" dirty="0"/>
              <a:t>What do you expect to see in our product in the future?</a:t>
            </a:r>
          </a:p>
          <a:p>
            <a:pPr lvl="1">
              <a:spcBef>
                <a:spcPts val="600"/>
              </a:spcBef>
              <a:spcAft>
                <a:spcPts val="600"/>
              </a:spcAft>
              <a:buNone/>
            </a:pPr>
            <a:endParaRPr lang="en-GB" sz="2900" dirty="0"/>
          </a:p>
          <a:p>
            <a:pPr>
              <a:spcBef>
                <a:spcPts val="600"/>
              </a:spcBef>
              <a:spcAft>
                <a:spcPts val="600"/>
              </a:spcAft>
            </a:pPr>
            <a:endParaRPr lang="en-GB" dirty="0"/>
          </a:p>
        </p:txBody>
      </p:sp>
      <p:pic>
        <p:nvPicPr>
          <p:cNvPr id="5" name="Picture 4">
            <a:hlinkClick r:id="rId2"/>
            <a:extLst>
              <a:ext uri="{FF2B5EF4-FFF2-40B4-BE49-F238E27FC236}">
                <a16:creationId xmlns:a16="http://schemas.microsoft.com/office/drawing/2014/main" id="{3E06F224-66ED-D52D-1B7B-57C521F5BE37}"/>
              </a:ext>
            </a:extLst>
          </p:cNvPr>
          <p:cNvPicPr>
            <a:picLocks noChangeAspect="1"/>
          </p:cNvPicPr>
          <p:nvPr/>
        </p:nvPicPr>
        <p:blipFill>
          <a:blip r:embed="rId3"/>
          <a:stretch>
            <a:fillRect/>
          </a:stretch>
        </p:blipFill>
        <p:spPr>
          <a:xfrm>
            <a:off x="8150948" y="254678"/>
            <a:ext cx="766904" cy="748350"/>
          </a:xfrm>
          <a:prstGeom prst="rect">
            <a:avLst/>
          </a:prstGeom>
        </p:spPr>
      </p:pic>
      <p:sp>
        <p:nvSpPr>
          <p:cNvPr id="9" name="Date Placeholder 8">
            <a:extLst>
              <a:ext uri="{FF2B5EF4-FFF2-40B4-BE49-F238E27FC236}">
                <a16:creationId xmlns:a16="http://schemas.microsoft.com/office/drawing/2014/main" id="{F9D6E8CD-0F85-772E-3BE8-22D2ED199FA1}"/>
              </a:ext>
            </a:extLst>
          </p:cNvPr>
          <p:cNvSpPr>
            <a:spLocks noGrp="1"/>
          </p:cNvSpPr>
          <p:nvPr>
            <p:ph type="dt" sz="half" idx="10"/>
          </p:nvPr>
        </p:nvSpPr>
        <p:spPr/>
        <p:txBody>
          <a:bodyPr/>
          <a:lstStyle/>
          <a:p>
            <a:endParaRPr lang="en-US" dirty="0"/>
          </a:p>
        </p:txBody>
      </p:sp>
      <p:sp>
        <p:nvSpPr>
          <p:cNvPr id="10" name="Footer Placeholder 9">
            <a:extLst>
              <a:ext uri="{FF2B5EF4-FFF2-40B4-BE49-F238E27FC236}">
                <a16:creationId xmlns:a16="http://schemas.microsoft.com/office/drawing/2014/main" id="{ABFCD2FE-615C-21A7-1594-CE6812137AE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436312DA-5B7D-D214-8390-522C13858AA5}"/>
              </a:ext>
            </a:extLst>
          </p:cNvPr>
          <p:cNvSpPr>
            <a:spLocks noGrp="1"/>
          </p:cNvSpPr>
          <p:nvPr>
            <p:ph type="sldNum" sz="quarter" idx="4"/>
          </p:nvPr>
        </p:nvSpPr>
        <p:spPr/>
        <p:txBody>
          <a:bodyPr/>
          <a:lstStyle/>
          <a:p>
            <a:fld id="{9FD7ECCF-50E7-4327-B945-FA93FF7B2BEF}" type="slidenum">
              <a:rPr lang="en-US" smtClean="0"/>
              <a:pPr/>
              <a:t>22</a:t>
            </a:fld>
            <a:r>
              <a:rPr lang="en-GB"/>
              <a:t>/38</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32656"/>
            <a:ext cx="8153400" cy="990600"/>
          </a:xfrm>
        </p:spPr>
        <p:txBody>
          <a:bodyPr>
            <a:normAutofit fontScale="90000"/>
          </a:bodyPr>
          <a:lstStyle/>
          <a:p>
            <a:pPr>
              <a:lnSpc>
                <a:spcPts val="3500"/>
              </a:lnSpc>
            </a:pPr>
            <a:r>
              <a:rPr lang="en-GB" dirty="0"/>
              <a:t>Research question – associated data</a:t>
            </a:r>
          </a:p>
        </p:txBody>
      </p:sp>
      <p:graphicFrame>
        <p:nvGraphicFramePr>
          <p:cNvPr id="7" name="Content Placeholder 6"/>
          <p:cNvGraphicFramePr>
            <a:graphicFrameLocks noGrp="1"/>
          </p:cNvGraphicFramePr>
          <p:nvPr>
            <p:ph sz="quarter" idx="1"/>
          </p:nvPr>
        </p:nvGraphicFramePr>
        <p:xfrm>
          <a:off x="612648" y="1052736"/>
          <a:ext cx="8279832" cy="5195470"/>
        </p:xfrm>
        <a:graphic>
          <a:graphicData uri="http://schemas.openxmlformats.org/drawingml/2006/table">
            <a:tbl>
              <a:tblPr firstRow="1" bandRow="1">
                <a:tableStyleId>{5C22544A-7EE6-4342-B048-85BDC9FD1C3A}</a:tableStyleId>
              </a:tblPr>
              <a:tblGrid>
                <a:gridCol w="2519192">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339187">
                <a:tc>
                  <a:txBody>
                    <a:bodyPr/>
                    <a:lstStyle/>
                    <a:p>
                      <a:r>
                        <a:rPr lang="en-GB" sz="1600"/>
                        <a:t>Research question</a:t>
                      </a:r>
                    </a:p>
                  </a:txBody>
                  <a:tcPr/>
                </a:tc>
                <a:tc>
                  <a:txBody>
                    <a:bodyPr/>
                    <a:lstStyle/>
                    <a:p>
                      <a:r>
                        <a:rPr lang="en-GB" sz="1600"/>
                        <a:t>Data collected</a:t>
                      </a:r>
                    </a:p>
                  </a:txBody>
                  <a:tcPr/>
                </a:tc>
                <a:extLst>
                  <a:ext uri="{0D108BD9-81ED-4DB2-BD59-A6C34878D82A}">
                    <a16:rowId xmlns:a16="http://schemas.microsoft.com/office/drawing/2014/main" val="10000"/>
                  </a:ext>
                </a:extLst>
              </a:tr>
              <a:tr h="1325914">
                <a:tc>
                  <a:txBody>
                    <a:bodyPr/>
                    <a:lstStyle/>
                    <a:p>
                      <a:r>
                        <a:rPr lang="en-GB" sz="1600"/>
                        <a:t>How easy is it to perform a specific task using a new hardware product?</a:t>
                      </a:r>
                    </a:p>
                  </a:txBody>
                  <a:tcPr/>
                </a:tc>
                <a:tc>
                  <a:txBody>
                    <a:bodyPr/>
                    <a:lstStyle/>
                    <a:p>
                      <a:r>
                        <a:rPr lang="en-GB" sz="1600" dirty="0"/>
                        <a:t>Percentage of users that completed the task</a:t>
                      </a:r>
                    </a:p>
                    <a:p>
                      <a:r>
                        <a:rPr lang="en-GB" sz="1600" dirty="0"/>
                        <a:t>Number</a:t>
                      </a:r>
                      <a:r>
                        <a:rPr lang="en-GB" sz="1600" baseline="0" dirty="0"/>
                        <a:t> of steps required to perform the task</a:t>
                      </a:r>
                    </a:p>
                    <a:p>
                      <a:r>
                        <a:rPr lang="en-GB" sz="1600" baseline="0" dirty="0"/>
                        <a:t>How long it took them to do the first click</a:t>
                      </a:r>
                    </a:p>
                    <a:p>
                      <a:r>
                        <a:rPr lang="en-GB" sz="1600" baseline="0" dirty="0"/>
                        <a:t>Errors they might have encountered</a:t>
                      </a:r>
                    </a:p>
                    <a:p>
                      <a:r>
                        <a:rPr lang="en-GB" sz="1600" baseline="0" dirty="0"/>
                        <a:t>User opinion – via a scale</a:t>
                      </a:r>
                      <a:endParaRPr lang="en-GB" sz="1600" dirty="0"/>
                    </a:p>
                  </a:txBody>
                  <a:tcPr/>
                </a:tc>
                <a:extLst>
                  <a:ext uri="{0D108BD9-81ED-4DB2-BD59-A6C34878D82A}">
                    <a16:rowId xmlns:a16="http://schemas.microsoft.com/office/drawing/2014/main" val="10001"/>
                  </a:ext>
                </a:extLst>
              </a:tr>
              <a:tr h="1325914">
                <a:tc>
                  <a:txBody>
                    <a:bodyPr/>
                    <a:lstStyle/>
                    <a:p>
                      <a:r>
                        <a:rPr lang="en-GB" sz="1600"/>
                        <a:t>Do novice participants access the sitemap?</a:t>
                      </a:r>
                    </a:p>
                  </a:txBody>
                  <a:tcPr/>
                </a:tc>
                <a:tc>
                  <a:txBody>
                    <a:bodyPr/>
                    <a:lstStyle/>
                    <a:p>
                      <a:r>
                        <a:rPr lang="en-GB" sz="1600"/>
                        <a:t>Number of unsolicited</a:t>
                      </a:r>
                      <a:r>
                        <a:rPr lang="en-GB" sz="1600" baseline="0"/>
                        <a:t> accesses of the site map before completing the task</a:t>
                      </a:r>
                    </a:p>
                    <a:p>
                      <a:r>
                        <a:rPr lang="en-GB" sz="1600" baseline="0"/>
                        <a:t>And </a:t>
                      </a:r>
                    </a:p>
                    <a:p>
                      <a:r>
                        <a:rPr lang="en-GB" sz="1600"/>
                        <a:t>Explanation of what participants were</a:t>
                      </a:r>
                      <a:r>
                        <a:rPr lang="en-GB" sz="1600" baseline="0"/>
                        <a:t> looking for in the navigation categories that they did not find</a:t>
                      </a:r>
                      <a:endParaRPr lang="en-GB" sz="1600"/>
                    </a:p>
                  </a:txBody>
                  <a:tcPr/>
                </a:tc>
                <a:extLst>
                  <a:ext uri="{0D108BD9-81ED-4DB2-BD59-A6C34878D82A}">
                    <a16:rowId xmlns:a16="http://schemas.microsoft.com/office/drawing/2014/main" val="10002"/>
                  </a:ext>
                </a:extLst>
              </a:tr>
              <a:tr h="832550">
                <a:tc>
                  <a:txBody>
                    <a:bodyPr/>
                    <a:lstStyle/>
                    <a:p>
                      <a:r>
                        <a:rPr lang="en-GB" sz="1600"/>
                        <a:t>How accessible is information in the Contact us section of the website?</a:t>
                      </a:r>
                    </a:p>
                  </a:txBody>
                  <a:tcPr/>
                </a:tc>
                <a:tc>
                  <a:txBody>
                    <a:bodyPr/>
                    <a:lstStyle/>
                    <a:p>
                      <a:r>
                        <a:rPr lang="en-GB" sz="1600"/>
                        <a:t>Time</a:t>
                      </a:r>
                      <a:r>
                        <a:rPr lang="en-GB" sz="1600" baseline="0"/>
                        <a:t> expired between searching for a specific piece of information and locating it on the correct page</a:t>
                      </a:r>
                      <a:endParaRPr lang="en-GB" sz="1600"/>
                    </a:p>
                  </a:txBody>
                  <a:tcPr/>
                </a:tc>
                <a:extLst>
                  <a:ext uri="{0D108BD9-81ED-4DB2-BD59-A6C34878D82A}">
                    <a16:rowId xmlns:a16="http://schemas.microsoft.com/office/drawing/2014/main" val="10003"/>
                  </a:ext>
                </a:extLst>
              </a:tr>
              <a:tr h="1371905">
                <a:tc>
                  <a:txBody>
                    <a:bodyPr/>
                    <a:lstStyle/>
                    <a:p>
                      <a:r>
                        <a:rPr lang="en-GB" sz="1600"/>
                        <a:t>How</a:t>
                      </a:r>
                      <a:r>
                        <a:rPr lang="en-GB" sz="1600" baseline="0"/>
                        <a:t> effective is a tutorial in teaching a specific task?</a:t>
                      </a:r>
                      <a:endParaRPr lang="en-GB" sz="1600"/>
                    </a:p>
                  </a:txBody>
                  <a:tcPr/>
                </a:tc>
                <a:tc>
                  <a:txBody>
                    <a:bodyPr/>
                    <a:lstStyle/>
                    <a:p>
                      <a:r>
                        <a:rPr lang="en-GB" sz="1600" dirty="0"/>
                        <a:t>Time expired between accessing the</a:t>
                      </a:r>
                      <a:r>
                        <a:rPr lang="en-GB" sz="1600" baseline="0" dirty="0"/>
                        <a:t> tutorial and successful completion of the task</a:t>
                      </a:r>
                    </a:p>
                    <a:p>
                      <a:r>
                        <a:rPr lang="en-GB" sz="1600" baseline="0" dirty="0"/>
                        <a:t>Or </a:t>
                      </a:r>
                    </a:p>
                    <a:p>
                      <a:r>
                        <a:rPr lang="en-GB" sz="1600" baseline="0" dirty="0"/>
                        <a:t>Comparison of error rates of participants using and not using the tutorial</a:t>
                      </a:r>
                      <a:endParaRPr lang="en-GB" sz="1600" dirty="0"/>
                    </a:p>
                  </a:txBody>
                  <a:tcPr/>
                </a:tc>
                <a:extLst>
                  <a:ext uri="{0D108BD9-81ED-4DB2-BD59-A6C34878D82A}">
                    <a16:rowId xmlns:a16="http://schemas.microsoft.com/office/drawing/2014/main" val="10004"/>
                  </a:ext>
                </a:extLst>
              </a:tr>
            </a:tbl>
          </a:graphicData>
        </a:graphic>
      </p:graphicFrame>
      <p:sp>
        <p:nvSpPr>
          <p:cNvPr id="3" name="Footer Placeholder 2">
            <a:extLst>
              <a:ext uri="{FF2B5EF4-FFF2-40B4-BE49-F238E27FC236}">
                <a16:creationId xmlns:a16="http://schemas.microsoft.com/office/drawing/2014/main" id="{0FB4AB46-F9AB-8C16-25DB-6BB667D37EF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519BBC45-AA97-02F7-682E-800A2E9B443A}"/>
              </a:ext>
            </a:extLst>
          </p:cNvPr>
          <p:cNvSpPr>
            <a:spLocks noGrp="1"/>
          </p:cNvSpPr>
          <p:nvPr>
            <p:ph type="sldNum" sz="quarter" idx="4"/>
          </p:nvPr>
        </p:nvSpPr>
        <p:spPr/>
        <p:txBody>
          <a:bodyPr/>
          <a:lstStyle/>
          <a:p>
            <a:fld id="{9FD7ECCF-50E7-4327-B945-FA93FF7B2BEF}" type="slidenum">
              <a:rPr lang="en-US" smtClean="0"/>
              <a:pPr/>
              <a:t>23</a:t>
            </a:fld>
            <a:r>
              <a:rPr lang="en-GB"/>
              <a:t>/38</a:t>
            </a:r>
            <a:endParaRPr lang="en-US" dirty="0"/>
          </a:p>
        </p:txBody>
      </p:sp>
    </p:spTree>
    <p:extLst>
      <p:ext uri="{BB962C8B-B14F-4D97-AF65-F5344CB8AC3E}">
        <p14:creationId xmlns:p14="http://schemas.microsoft.com/office/powerpoint/2010/main" val="3957134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489ED-EB99-CD30-0CCB-13381542DB48}"/>
              </a:ext>
            </a:extLst>
          </p:cNvPr>
          <p:cNvSpPr>
            <a:spLocks noGrp="1"/>
          </p:cNvSpPr>
          <p:nvPr>
            <p:ph type="title"/>
          </p:nvPr>
        </p:nvSpPr>
        <p:spPr>
          <a:xfrm>
            <a:off x="612648" y="116632"/>
            <a:ext cx="8153400" cy="990600"/>
          </a:xfrm>
        </p:spPr>
        <p:txBody>
          <a:bodyPr>
            <a:normAutofit fontScale="90000"/>
          </a:bodyPr>
          <a:lstStyle/>
          <a:p>
            <a:pPr>
              <a:lnSpc>
                <a:spcPts val="3500"/>
              </a:lnSpc>
            </a:pPr>
            <a:r>
              <a:rPr lang="en-GB" dirty="0"/>
              <a:t>Common Post-Task Usability testing questionnaires </a:t>
            </a:r>
          </a:p>
        </p:txBody>
      </p:sp>
      <p:sp>
        <p:nvSpPr>
          <p:cNvPr id="3" name="Content Placeholder 2">
            <a:extLst>
              <a:ext uri="{FF2B5EF4-FFF2-40B4-BE49-F238E27FC236}">
                <a16:creationId xmlns:a16="http://schemas.microsoft.com/office/drawing/2014/main" id="{1FEDA29C-E911-8D07-3297-569C251E5515}"/>
              </a:ext>
            </a:extLst>
          </p:cNvPr>
          <p:cNvSpPr>
            <a:spLocks noGrp="1"/>
          </p:cNvSpPr>
          <p:nvPr>
            <p:ph sz="quarter" idx="1"/>
          </p:nvPr>
        </p:nvSpPr>
        <p:spPr/>
        <p:txBody>
          <a:bodyPr>
            <a:normAutofit lnSpcReduction="10000"/>
          </a:bodyPr>
          <a:lstStyle/>
          <a:p>
            <a:pPr marL="0" indent="0">
              <a:buNone/>
            </a:pPr>
            <a:r>
              <a:rPr lang="en-GB" sz="1400" b="0" i="0" dirty="0">
                <a:solidFill>
                  <a:schemeClr val="tx1">
                    <a:lumMod val="85000"/>
                    <a:lumOff val="15000"/>
                  </a:schemeClr>
                </a:solidFill>
                <a:effectLst/>
              </a:rPr>
              <a:t>There are several common post-task usability testing questionnaires that adhere to established standards and guidelines for assessing usability and UX. These questionnaires are widely used in the field of HCI and can help provide structured and reliable data about a system's usability. </a:t>
            </a:r>
          </a:p>
          <a:p>
            <a:pPr marL="0" indent="0">
              <a:buNone/>
            </a:pPr>
            <a:r>
              <a:rPr lang="en-GB" sz="1400" b="0" i="0" dirty="0">
                <a:solidFill>
                  <a:schemeClr val="tx1">
                    <a:lumMod val="85000"/>
                    <a:lumOff val="15000"/>
                  </a:schemeClr>
                </a:solidFill>
                <a:effectLst/>
              </a:rPr>
              <a:t>Here are some commonly used standards-based post-task usability testing questionnaires:</a:t>
            </a:r>
            <a:endParaRPr lang="en-GB" sz="1400" dirty="0">
              <a:solidFill>
                <a:srgbClr val="F7B615"/>
              </a:solidFill>
              <a:hlinkClick r:id="rId2">
                <a:extLst>
                  <a:ext uri="{A12FA001-AC4F-418D-AE19-62706E023703}">
                    <ahyp:hlinkClr xmlns:ahyp="http://schemas.microsoft.com/office/drawing/2018/hyperlinkcolor" val="tx"/>
                  </a:ext>
                </a:extLst>
              </a:hlinkClick>
            </a:endParaRPr>
          </a:p>
          <a:p>
            <a:pPr>
              <a:buFont typeface="+mj-lt"/>
              <a:buAutoNum type="arabicPeriod"/>
            </a:pPr>
            <a:r>
              <a:rPr lang="en-GB" sz="1400" b="1" dirty="0">
                <a:solidFill>
                  <a:schemeClr val="accent2">
                    <a:lumMod val="75000"/>
                  </a:schemeClr>
                </a:solidFill>
                <a:hlinkClick r:id="rId2">
                  <a:extLst>
                    <a:ext uri="{A12FA001-AC4F-418D-AE19-62706E023703}">
                      <ahyp:hlinkClr xmlns:ahyp="http://schemas.microsoft.com/office/drawing/2018/hyperlinkcolor" val="tx"/>
                    </a:ext>
                  </a:extLst>
                </a:hlinkClick>
              </a:rPr>
              <a:t>System Usability Scale</a:t>
            </a:r>
            <a:r>
              <a:rPr lang="en-GB" sz="1400" b="1" dirty="0">
                <a:solidFill>
                  <a:schemeClr val="accent2">
                    <a:lumMod val="75000"/>
                  </a:schemeClr>
                </a:solidFill>
              </a:rPr>
              <a:t> </a:t>
            </a:r>
            <a:r>
              <a:rPr lang="en-GB" sz="1400" b="0" i="0" dirty="0">
                <a:solidFill>
                  <a:schemeClr val="tx1">
                    <a:lumMod val="85000"/>
                    <a:lumOff val="15000"/>
                  </a:schemeClr>
                </a:solidFill>
                <a:effectLst/>
              </a:rPr>
              <a:t>(SUS) </a:t>
            </a:r>
            <a:r>
              <a:rPr lang="en-GB" sz="1400" dirty="0">
                <a:solidFill>
                  <a:schemeClr val="tx1">
                    <a:lumMod val="85000"/>
                    <a:lumOff val="15000"/>
                  </a:schemeClr>
                </a:solidFill>
              </a:rPr>
              <a:t>is a reliable and validated questionnaire commonly </a:t>
            </a:r>
            <a:r>
              <a:rPr lang="en-GB" sz="1400" b="0" i="0" dirty="0">
                <a:solidFill>
                  <a:schemeClr val="tx1">
                    <a:lumMod val="85000"/>
                    <a:lumOff val="15000"/>
                  </a:schemeClr>
                </a:solidFill>
                <a:effectLst/>
              </a:rPr>
              <a:t>used post-task evaluation. It consists of ten standardized items. </a:t>
            </a:r>
            <a:r>
              <a:rPr lang="en-GB" sz="1400" dirty="0">
                <a:solidFill>
                  <a:schemeClr val="tx1">
                    <a:lumMod val="85000"/>
                    <a:lumOff val="15000"/>
                  </a:schemeClr>
                </a:solidFill>
              </a:rPr>
              <a:t>(Brooke, J. (1996) SUS—A Quick and Dirty Usability Scale. Usability Evaluation in Industry, 189, 4-7)</a:t>
            </a:r>
          </a:p>
          <a:p>
            <a:pPr algn="l">
              <a:buFont typeface="+mj-lt"/>
              <a:buAutoNum type="arabicPeriod"/>
            </a:pPr>
            <a:r>
              <a:rPr lang="en-GB" sz="1400" b="1" i="0" dirty="0">
                <a:solidFill>
                  <a:schemeClr val="accent2">
                    <a:lumMod val="75000"/>
                  </a:schemeClr>
                </a:solidFill>
                <a:effectLst/>
                <a:hlinkClick r:id="rId3">
                  <a:extLst>
                    <a:ext uri="{A12FA001-AC4F-418D-AE19-62706E023703}">
                      <ahyp:hlinkClr xmlns:ahyp="http://schemas.microsoft.com/office/drawing/2018/hyperlinkcolor" val="tx"/>
                    </a:ext>
                  </a:extLst>
                </a:hlinkClick>
              </a:rPr>
              <a:t>Post-Study System Usability Questionnaire (PSSUQ</a:t>
            </a:r>
            <a:r>
              <a:rPr lang="en-GB" sz="1400" b="1" dirty="0">
                <a:solidFill>
                  <a:schemeClr val="accent2">
                    <a:lumMod val="75000"/>
                  </a:schemeClr>
                </a:solidFill>
              </a:rPr>
              <a:t>) </a:t>
            </a:r>
            <a:r>
              <a:rPr lang="en-GB" sz="1400" b="0" i="0" dirty="0">
                <a:solidFill>
                  <a:schemeClr val="tx1">
                    <a:lumMod val="85000"/>
                    <a:lumOff val="15000"/>
                  </a:schemeClr>
                </a:solidFill>
                <a:effectLst/>
              </a:rPr>
              <a:t>is a standardized questionnaire designed to measure participants' perceptions of system usability after they have completed tasks (Lewis, J. R. (1992). Psychometric Evaluation of the Post-Study System Usability Questionnaire: The PSSUQ. </a:t>
            </a:r>
            <a:r>
              <a:rPr lang="en-GB" sz="1400" b="0" i="1" dirty="0">
                <a:solidFill>
                  <a:schemeClr val="tx1">
                    <a:lumMod val="85000"/>
                    <a:lumOff val="15000"/>
                  </a:schemeClr>
                </a:solidFill>
                <a:effectLst/>
              </a:rPr>
              <a:t>Proceedings of the Human Factors Society Annual Meeting</a:t>
            </a:r>
            <a:r>
              <a:rPr lang="en-GB" sz="1400" b="0" i="0" dirty="0">
                <a:solidFill>
                  <a:schemeClr val="tx1">
                    <a:lumMod val="85000"/>
                    <a:lumOff val="15000"/>
                  </a:schemeClr>
                </a:solidFill>
                <a:effectLst/>
              </a:rPr>
              <a:t>, </a:t>
            </a:r>
            <a:r>
              <a:rPr lang="en-GB" sz="1400" b="0" i="1" dirty="0">
                <a:solidFill>
                  <a:schemeClr val="tx1">
                    <a:lumMod val="85000"/>
                    <a:lumOff val="15000"/>
                  </a:schemeClr>
                </a:solidFill>
                <a:effectLst/>
              </a:rPr>
              <a:t>36</a:t>
            </a:r>
            <a:r>
              <a:rPr lang="en-GB" sz="1400" b="0" i="0" dirty="0">
                <a:solidFill>
                  <a:schemeClr val="tx1">
                    <a:lumMod val="85000"/>
                    <a:lumOff val="15000"/>
                  </a:schemeClr>
                </a:solidFill>
                <a:effectLst/>
              </a:rPr>
              <a:t>(16), 1259-1260. </a:t>
            </a:r>
            <a:r>
              <a:rPr lang="en-GB" sz="1400" b="0" i="0" u="sng" dirty="0">
                <a:solidFill>
                  <a:schemeClr val="tx1">
                    <a:lumMod val="85000"/>
                    <a:lumOff val="15000"/>
                  </a:schemeClr>
                </a:solidFill>
                <a:effectLst/>
                <a:hlinkClick r:id="rId4">
                  <a:extLst>
                    <a:ext uri="{A12FA001-AC4F-418D-AE19-62706E023703}">
                      <ahyp:hlinkClr xmlns:ahyp="http://schemas.microsoft.com/office/drawing/2018/hyperlinkcolor" val="tx"/>
                    </a:ext>
                  </a:extLst>
                </a:hlinkClick>
              </a:rPr>
              <a:t>https://doi.org/10.1177/154193129203601617</a:t>
            </a:r>
            <a:r>
              <a:rPr lang="en-GB" sz="1400" b="0" i="0" dirty="0">
                <a:solidFill>
                  <a:schemeClr val="tx1">
                    <a:lumMod val="85000"/>
                    <a:lumOff val="15000"/>
                  </a:schemeClr>
                </a:solidFill>
                <a:effectLst/>
              </a:rPr>
              <a:t>)</a:t>
            </a:r>
          </a:p>
          <a:p>
            <a:pPr algn="l">
              <a:buFont typeface="+mj-lt"/>
              <a:buAutoNum type="arabicPeriod"/>
            </a:pPr>
            <a:r>
              <a:rPr lang="en-GB" sz="1400" b="1" i="0" dirty="0">
                <a:solidFill>
                  <a:schemeClr val="accent2">
                    <a:lumMod val="75000"/>
                  </a:schemeClr>
                </a:solidFill>
                <a:effectLst/>
                <a:hlinkClick r:id="rId5">
                  <a:extLst>
                    <a:ext uri="{A12FA001-AC4F-418D-AE19-62706E023703}">
                      <ahyp:hlinkClr xmlns:ahyp="http://schemas.microsoft.com/office/drawing/2018/hyperlinkcolor" val="tx"/>
                    </a:ext>
                  </a:extLst>
                </a:hlinkClick>
              </a:rPr>
              <a:t>After-Scenario Questionnaire (ASQ)</a:t>
            </a:r>
            <a:r>
              <a:rPr lang="en-GB" sz="1400" b="0" i="0" dirty="0">
                <a:solidFill>
                  <a:schemeClr val="tx1">
                    <a:lumMod val="85000"/>
                    <a:lumOff val="15000"/>
                  </a:schemeClr>
                </a:solidFill>
                <a:effectLst/>
              </a:rPr>
              <a:t> ASQ is designed to evaluate usability and user satisfaction with a system after a specific task or scenario. It is structured around attributes like system usefulness, system information, system interface, and user satisfaction. ( Lewis, J. R. (1995) </a:t>
            </a:r>
            <a:r>
              <a:rPr lang="en-GB" sz="1400" b="0" i="1" dirty="0">
                <a:solidFill>
                  <a:schemeClr val="tx1">
                    <a:lumMod val="85000"/>
                    <a:lumOff val="15000"/>
                  </a:schemeClr>
                </a:solidFill>
                <a:effectLst/>
              </a:rPr>
              <a:t>IBM Computer Usability Satisfaction Questionnaires: Psychometric Evaluation and Instructions for Use.</a:t>
            </a:r>
            <a:r>
              <a:rPr lang="en-GB" sz="1400" b="0" i="0" dirty="0">
                <a:solidFill>
                  <a:schemeClr val="tx1">
                    <a:lumMod val="85000"/>
                    <a:lumOff val="15000"/>
                  </a:schemeClr>
                </a:solidFill>
                <a:effectLst/>
              </a:rPr>
              <a:t> </a:t>
            </a:r>
            <a:r>
              <a:rPr lang="en-GB" sz="1400" b="1" i="0" dirty="0">
                <a:solidFill>
                  <a:schemeClr val="tx1">
                    <a:lumMod val="85000"/>
                    <a:lumOff val="15000"/>
                  </a:schemeClr>
                </a:solidFill>
                <a:effectLst/>
              </a:rPr>
              <a:t>International Journal of Human-Computer Interaction</a:t>
            </a:r>
            <a:r>
              <a:rPr lang="en-GB" sz="1400" b="0" i="0" dirty="0">
                <a:solidFill>
                  <a:schemeClr val="tx1">
                    <a:lumMod val="85000"/>
                    <a:lumOff val="15000"/>
                  </a:schemeClr>
                </a:solidFill>
                <a:effectLst/>
              </a:rPr>
              <a:t>, 7:1, 57-78.)</a:t>
            </a:r>
          </a:p>
          <a:p>
            <a:pPr algn="l">
              <a:buFont typeface="+mj-lt"/>
              <a:buAutoNum type="arabicPeriod"/>
            </a:pPr>
            <a:r>
              <a:rPr lang="en-GB" sz="1400" b="1" i="0" dirty="0">
                <a:solidFill>
                  <a:schemeClr val="tx1">
                    <a:lumMod val="85000"/>
                    <a:lumOff val="15000"/>
                  </a:schemeClr>
                </a:solidFill>
                <a:effectLst/>
              </a:rPr>
              <a:t>Customized Usability Questionnaires:</a:t>
            </a:r>
            <a:r>
              <a:rPr lang="en-GB" sz="1400" b="0" i="0" dirty="0">
                <a:solidFill>
                  <a:schemeClr val="tx1">
                    <a:lumMod val="85000"/>
                    <a:lumOff val="15000"/>
                  </a:schemeClr>
                </a:solidFill>
                <a:effectLst/>
              </a:rPr>
              <a:t> In some cases, researchers develop customized questionnaires based on established usability principles and guidelines, tailoring them to the specific context and goals of their usability testing.</a:t>
            </a:r>
          </a:p>
        </p:txBody>
      </p:sp>
      <p:pic>
        <p:nvPicPr>
          <p:cNvPr id="7" name="Picture 6" descr="link to article">
            <a:hlinkClick r:id="rId2"/>
            <a:extLst>
              <a:ext uri="{FF2B5EF4-FFF2-40B4-BE49-F238E27FC236}">
                <a16:creationId xmlns:a16="http://schemas.microsoft.com/office/drawing/2014/main" id="{9AD437E2-A5CC-99E4-23AA-464080144204}"/>
              </a:ext>
            </a:extLst>
          </p:cNvPr>
          <p:cNvPicPr>
            <a:picLocks noChangeAspect="1"/>
          </p:cNvPicPr>
          <p:nvPr/>
        </p:nvPicPr>
        <p:blipFill>
          <a:blip r:embed="rId6"/>
          <a:stretch>
            <a:fillRect/>
          </a:stretch>
        </p:blipFill>
        <p:spPr>
          <a:xfrm>
            <a:off x="76200" y="2710564"/>
            <a:ext cx="533400" cy="520495"/>
          </a:xfrm>
          <a:prstGeom prst="rect">
            <a:avLst/>
          </a:prstGeom>
        </p:spPr>
      </p:pic>
      <p:pic>
        <p:nvPicPr>
          <p:cNvPr id="8" name="Picture 7" descr="link to article">
            <a:hlinkClick r:id="rId3"/>
            <a:extLst>
              <a:ext uri="{FF2B5EF4-FFF2-40B4-BE49-F238E27FC236}">
                <a16:creationId xmlns:a16="http://schemas.microsoft.com/office/drawing/2014/main" id="{EB47C3CE-3839-63B9-E53A-229D1FA42390}"/>
              </a:ext>
            </a:extLst>
          </p:cNvPr>
          <p:cNvPicPr>
            <a:picLocks noChangeAspect="1"/>
          </p:cNvPicPr>
          <p:nvPr/>
        </p:nvPicPr>
        <p:blipFill>
          <a:blip r:embed="rId6"/>
          <a:stretch>
            <a:fillRect/>
          </a:stretch>
        </p:blipFill>
        <p:spPr>
          <a:xfrm>
            <a:off x="76200" y="3701817"/>
            <a:ext cx="533400" cy="520495"/>
          </a:xfrm>
          <a:prstGeom prst="rect">
            <a:avLst/>
          </a:prstGeom>
        </p:spPr>
      </p:pic>
      <p:pic>
        <p:nvPicPr>
          <p:cNvPr id="9" name="Picture 8" descr="link to article">
            <a:hlinkClick r:id="rId5"/>
            <a:extLst>
              <a:ext uri="{FF2B5EF4-FFF2-40B4-BE49-F238E27FC236}">
                <a16:creationId xmlns:a16="http://schemas.microsoft.com/office/drawing/2014/main" id="{573ED830-04CD-3DE7-8082-063AB1639B2B}"/>
              </a:ext>
            </a:extLst>
          </p:cNvPr>
          <p:cNvPicPr>
            <a:picLocks noChangeAspect="1"/>
          </p:cNvPicPr>
          <p:nvPr/>
        </p:nvPicPr>
        <p:blipFill>
          <a:blip r:embed="rId6"/>
          <a:stretch>
            <a:fillRect/>
          </a:stretch>
        </p:blipFill>
        <p:spPr>
          <a:xfrm>
            <a:off x="76200" y="4720918"/>
            <a:ext cx="533400" cy="520495"/>
          </a:xfrm>
          <a:prstGeom prst="rect">
            <a:avLst/>
          </a:prstGeom>
        </p:spPr>
      </p:pic>
      <p:sp>
        <p:nvSpPr>
          <p:cNvPr id="4" name="Footer Placeholder 3">
            <a:extLst>
              <a:ext uri="{FF2B5EF4-FFF2-40B4-BE49-F238E27FC236}">
                <a16:creationId xmlns:a16="http://schemas.microsoft.com/office/drawing/2014/main" id="{5EC9FC53-6246-1886-5000-C9EB00EDBE8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89EC1FFB-864E-96D1-E265-B391D8A364D4}"/>
              </a:ext>
            </a:extLst>
          </p:cNvPr>
          <p:cNvSpPr>
            <a:spLocks noGrp="1"/>
          </p:cNvSpPr>
          <p:nvPr>
            <p:ph type="sldNum" sz="quarter" idx="4"/>
          </p:nvPr>
        </p:nvSpPr>
        <p:spPr/>
        <p:txBody>
          <a:bodyPr/>
          <a:lstStyle/>
          <a:p>
            <a:fld id="{9FD7ECCF-50E7-4327-B945-FA93FF7B2BEF}" type="slidenum">
              <a:rPr lang="en-US" smtClean="0"/>
              <a:pPr/>
              <a:t>24</a:t>
            </a:fld>
            <a:r>
              <a:rPr lang="en-GB"/>
              <a:t>/38</a:t>
            </a:r>
            <a:endParaRPr lang="en-US" dirty="0"/>
          </a:p>
        </p:txBody>
      </p:sp>
    </p:spTree>
    <p:extLst>
      <p:ext uri="{BB962C8B-B14F-4D97-AF65-F5344CB8AC3E}">
        <p14:creationId xmlns:p14="http://schemas.microsoft.com/office/powerpoint/2010/main" val="3689596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3605-5B78-A06E-5AF4-767256758EA5}"/>
              </a:ext>
            </a:extLst>
          </p:cNvPr>
          <p:cNvSpPr>
            <a:spLocks noGrp="1"/>
          </p:cNvSpPr>
          <p:nvPr>
            <p:ph type="title"/>
          </p:nvPr>
        </p:nvSpPr>
        <p:spPr/>
        <p:txBody>
          <a:bodyPr/>
          <a:lstStyle/>
          <a:p>
            <a:r>
              <a:rPr lang="en-GB" dirty="0"/>
              <a:t>Open-ended questions</a:t>
            </a:r>
          </a:p>
        </p:txBody>
      </p:sp>
      <p:sp>
        <p:nvSpPr>
          <p:cNvPr id="3" name="Content Placeholder 2">
            <a:extLst>
              <a:ext uri="{FF2B5EF4-FFF2-40B4-BE49-F238E27FC236}">
                <a16:creationId xmlns:a16="http://schemas.microsoft.com/office/drawing/2014/main" id="{AB04B2A9-7AF2-B76A-F682-44DBC07E553C}"/>
              </a:ext>
            </a:extLst>
          </p:cNvPr>
          <p:cNvSpPr>
            <a:spLocks noGrp="1"/>
          </p:cNvSpPr>
          <p:nvPr>
            <p:ph sz="quarter" idx="1"/>
          </p:nvPr>
        </p:nvSpPr>
        <p:spPr>
          <a:xfrm>
            <a:off x="612648" y="1628800"/>
            <a:ext cx="3959352" cy="4752528"/>
          </a:xfrm>
        </p:spPr>
        <p:txBody>
          <a:bodyPr>
            <a:normAutofit/>
          </a:bodyPr>
          <a:lstStyle/>
          <a:p>
            <a:pPr algn="l">
              <a:lnSpc>
                <a:spcPct val="110000"/>
              </a:lnSpc>
              <a:spcBef>
                <a:spcPts val="0"/>
              </a:spcBef>
              <a:buFont typeface="+mj-lt"/>
              <a:buAutoNum type="arabicPeriod"/>
            </a:pPr>
            <a:r>
              <a:rPr lang="en-GB" sz="1200" b="1" i="0" dirty="0">
                <a:solidFill>
                  <a:srgbClr val="374151"/>
                </a:solidFill>
                <a:effectLst/>
              </a:rPr>
              <a:t>Overall Impressions:</a:t>
            </a:r>
            <a:endParaRPr lang="en-GB" sz="1200" b="0" i="0" dirty="0">
              <a:solidFill>
                <a:srgbClr val="374151"/>
              </a:solidFill>
              <a:effectLst/>
            </a:endParaRPr>
          </a:p>
          <a:p>
            <a:pPr marL="742950" lvl="1" indent="-285750" algn="l">
              <a:lnSpc>
                <a:spcPct val="110000"/>
              </a:lnSpc>
              <a:spcBef>
                <a:spcPts val="0"/>
              </a:spcBef>
              <a:buFont typeface="+mj-lt"/>
              <a:buAutoNum type="arabicPeriod"/>
            </a:pPr>
            <a:r>
              <a:rPr lang="en-GB" sz="1100" b="0" i="0" dirty="0">
                <a:solidFill>
                  <a:srgbClr val="374151"/>
                </a:solidFill>
                <a:effectLst/>
              </a:rPr>
              <a:t>"What are your overall impressions of using this product?"</a:t>
            </a:r>
          </a:p>
          <a:p>
            <a:pPr marL="742950" lvl="1" indent="-285750" algn="l">
              <a:lnSpc>
                <a:spcPct val="110000"/>
              </a:lnSpc>
              <a:spcBef>
                <a:spcPts val="0"/>
              </a:spcBef>
              <a:buFont typeface="+mj-lt"/>
              <a:buAutoNum type="arabicPeriod"/>
            </a:pPr>
            <a:r>
              <a:rPr lang="en-GB" sz="1100" b="0" i="0" dirty="0">
                <a:solidFill>
                  <a:srgbClr val="374151"/>
                </a:solidFill>
                <a:effectLst/>
              </a:rPr>
              <a:t>"Can you describe your initial thoughts after interacting with the system?"</a:t>
            </a:r>
          </a:p>
          <a:p>
            <a:pPr algn="l">
              <a:lnSpc>
                <a:spcPct val="110000"/>
              </a:lnSpc>
              <a:spcBef>
                <a:spcPts val="0"/>
              </a:spcBef>
              <a:buFont typeface="+mj-lt"/>
              <a:buAutoNum type="arabicPeriod"/>
            </a:pPr>
            <a:r>
              <a:rPr lang="en-GB" sz="1200" b="1" i="0" dirty="0">
                <a:solidFill>
                  <a:srgbClr val="374151"/>
                </a:solidFill>
                <a:effectLst/>
              </a:rPr>
              <a:t>Likes and Dislikes:</a:t>
            </a:r>
            <a:endParaRPr lang="en-GB" sz="1200" b="0" i="0" dirty="0">
              <a:solidFill>
                <a:srgbClr val="374151"/>
              </a:solidFill>
              <a:effectLst/>
            </a:endParaRPr>
          </a:p>
          <a:p>
            <a:pPr marL="742950" lvl="1" indent="-285750" algn="l">
              <a:lnSpc>
                <a:spcPct val="110000"/>
              </a:lnSpc>
              <a:spcBef>
                <a:spcPts val="0"/>
              </a:spcBef>
              <a:buFont typeface="+mj-lt"/>
              <a:buAutoNum type="arabicPeriod"/>
            </a:pPr>
            <a:r>
              <a:rPr lang="en-GB" sz="1100" b="0" i="0" dirty="0">
                <a:solidFill>
                  <a:srgbClr val="374151"/>
                </a:solidFill>
                <a:effectLst/>
              </a:rPr>
              <a:t>"What aspects of the product did you like the most?"</a:t>
            </a:r>
          </a:p>
          <a:p>
            <a:pPr marL="742950" lvl="1" indent="-285750" algn="l">
              <a:lnSpc>
                <a:spcPct val="110000"/>
              </a:lnSpc>
              <a:spcBef>
                <a:spcPts val="0"/>
              </a:spcBef>
              <a:buFont typeface="+mj-lt"/>
              <a:buAutoNum type="arabicPeriod"/>
            </a:pPr>
            <a:r>
              <a:rPr lang="en-GB" sz="1100" b="0" i="0" dirty="0">
                <a:solidFill>
                  <a:srgbClr val="374151"/>
                </a:solidFill>
                <a:effectLst/>
              </a:rPr>
              <a:t>"Were there any specific features or elements you disliked? If so, please explain."</a:t>
            </a:r>
          </a:p>
          <a:p>
            <a:pPr algn="l">
              <a:lnSpc>
                <a:spcPct val="110000"/>
              </a:lnSpc>
              <a:spcBef>
                <a:spcPts val="0"/>
              </a:spcBef>
              <a:buFont typeface="+mj-lt"/>
              <a:buAutoNum type="arabicPeriod"/>
            </a:pPr>
            <a:r>
              <a:rPr lang="en-GB" sz="1200" b="1" i="0" dirty="0">
                <a:solidFill>
                  <a:srgbClr val="374151"/>
                </a:solidFill>
                <a:effectLst/>
              </a:rPr>
              <a:t>Challenges and Frustrations:</a:t>
            </a:r>
            <a:endParaRPr lang="en-GB" sz="1200" b="0" i="0" dirty="0">
              <a:solidFill>
                <a:srgbClr val="374151"/>
              </a:solidFill>
              <a:effectLst/>
            </a:endParaRPr>
          </a:p>
          <a:p>
            <a:pPr marL="742950" lvl="1" indent="-285750" algn="l">
              <a:lnSpc>
                <a:spcPct val="110000"/>
              </a:lnSpc>
              <a:spcBef>
                <a:spcPts val="0"/>
              </a:spcBef>
              <a:buFont typeface="+mj-lt"/>
              <a:buAutoNum type="arabicPeriod"/>
            </a:pPr>
            <a:r>
              <a:rPr lang="en-GB" sz="1100" b="0" i="0" dirty="0">
                <a:solidFill>
                  <a:srgbClr val="374151"/>
                </a:solidFill>
                <a:effectLst/>
              </a:rPr>
              <a:t>"Did you encounter any challenges or frustrations while completing the tasks? Please describe them."</a:t>
            </a:r>
          </a:p>
          <a:p>
            <a:pPr marL="742950" lvl="1" indent="-285750" algn="l">
              <a:lnSpc>
                <a:spcPct val="110000"/>
              </a:lnSpc>
              <a:spcBef>
                <a:spcPts val="0"/>
              </a:spcBef>
              <a:buFont typeface="+mj-lt"/>
              <a:buAutoNum type="arabicPeriod"/>
            </a:pPr>
            <a:r>
              <a:rPr lang="en-GB" sz="1100" b="0" i="0" dirty="0">
                <a:solidFill>
                  <a:srgbClr val="374151"/>
                </a:solidFill>
                <a:effectLst/>
              </a:rPr>
              <a:t>"Were there any moments where you felt stuck or confused?"</a:t>
            </a:r>
          </a:p>
          <a:p>
            <a:pPr algn="l">
              <a:lnSpc>
                <a:spcPct val="110000"/>
              </a:lnSpc>
              <a:spcBef>
                <a:spcPts val="0"/>
              </a:spcBef>
              <a:buFont typeface="+mj-lt"/>
              <a:buAutoNum type="arabicPeriod"/>
            </a:pPr>
            <a:r>
              <a:rPr lang="en-GB" sz="1200" b="1" i="0" dirty="0">
                <a:solidFill>
                  <a:srgbClr val="374151"/>
                </a:solidFill>
                <a:effectLst/>
              </a:rPr>
              <a:t>Improvement Suggestions:</a:t>
            </a:r>
            <a:endParaRPr lang="en-GB" sz="1200" b="0" i="0" dirty="0">
              <a:solidFill>
                <a:srgbClr val="374151"/>
              </a:solidFill>
              <a:effectLst/>
            </a:endParaRPr>
          </a:p>
          <a:p>
            <a:pPr marL="742950" lvl="1" indent="-285750" algn="l">
              <a:lnSpc>
                <a:spcPct val="110000"/>
              </a:lnSpc>
              <a:spcBef>
                <a:spcPts val="0"/>
              </a:spcBef>
              <a:buFont typeface="+mj-lt"/>
              <a:buAutoNum type="arabicPeriod"/>
            </a:pPr>
            <a:r>
              <a:rPr lang="en-GB" sz="1100" b="0" i="0" dirty="0">
                <a:solidFill>
                  <a:srgbClr val="374151"/>
                </a:solidFill>
                <a:effectLst/>
              </a:rPr>
              <a:t>"Are there any improvements or changes you would suggest to make this product more user-friendly?"</a:t>
            </a:r>
          </a:p>
          <a:p>
            <a:pPr marL="742950" lvl="1" indent="-285750" algn="l">
              <a:lnSpc>
                <a:spcPct val="110000"/>
              </a:lnSpc>
              <a:spcBef>
                <a:spcPts val="0"/>
              </a:spcBef>
              <a:buFont typeface="+mj-lt"/>
              <a:buAutoNum type="arabicPeriod"/>
            </a:pPr>
            <a:r>
              <a:rPr lang="en-GB" sz="1100" b="0" i="0" dirty="0">
                <a:solidFill>
                  <a:srgbClr val="374151"/>
                </a:solidFill>
                <a:effectLst/>
              </a:rPr>
              <a:t>"What would make this system easier and more efficient for you?"</a:t>
            </a:r>
          </a:p>
          <a:p>
            <a:pPr algn="l">
              <a:lnSpc>
                <a:spcPct val="110000"/>
              </a:lnSpc>
              <a:spcBef>
                <a:spcPts val="0"/>
              </a:spcBef>
              <a:buFont typeface="+mj-lt"/>
              <a:buAutoNum type="arabicPeriod"/>
            </a:pPr>
            <a:r>
              <a:rPr lang="en-GB" sz="1200" b="1" i="0" dirty="0">
                <a:solidFill>
                  <a:srgbClr val="374151"/>
                </a:solidFill>
                <a:effectLst/>
              </a:rPr>
              <a:t>User Interface and Design:</a:t>
            </a:r>
            <a:endParaRPr lang="en-GB" sz="1200" b="0" i="0" dirty="0">
              <a:solidFill>
                <a:srgbClr val="374151"/>
              </a:solidFill>
              <a:effectLst/>
            </a:endParaRPr>
          </a:p>
          <a:p>
            <a:pPr marL="742950" lvl="1" indent="-285750" algn="l">
              <a:lnSpc>
                <a:spcPct val="110000"/>
              </a:lnSpc>
              <a:spcBef>
                <a:spcPts val="0"/>
              </a:spcBef>
              <a:buFont typeface="+mj-lt"/>
              <a:buAutoNum type="arabicPeriod"/>
            </a:pPr>
            <a:r>
              <a:rPr lang="en-GB" sz="1100" b="0" i="0" dirty="0">
                <a:solidFill>
                  <a:srgbClr val="374151"/>
                </a:solidFill>
                <a:effectLst/>
              </a:rPr>
              <a:t>"What are your thoughts on the design and layout of the user interface?"</a:t>
            </a:r>
          </a:p>
          <a:p>
            <a:pPr marL="742950" lvl="1" indent="-285750" algn="l">
              <a:lnSpc>
                <a:spcPct val="110000"/>
              </a:lnSpc>
              <a:spcBef>
                <a:spcPts val="0"/>
              </a:spcBef>
              <a:buFont typeface="+mj-lt"/>
              <a:buAutoNum type="arabicPeriod"/>
            </a:pPr>
            <a:r>
              <a:rPr lang="en-GB" sz="1100" b="0" i="0" dirty="0">
                <a:solidFill>
                  <a:srgbClr val="374151"/>
                </a:solidFill>
                <a:effectLst/>
              </a:rPr>
              <a:t>"Were there any elements of the interface that you found particularly intuitive or confusing?"</a:t>
            </a:r>
          </a:p>
          <a:p>
            <a:pPr algn="l">
              <a:lnSpc>
                <a:spcPct val="110000"/>
              </a:lnSpc>
              <a:spcBef>
                <a:spcPts val="0"/>
              </a:spcBef>
              <a:buFont typeface="+mj-lt"/>
              <a:buAutoNum type="arabicPeriod"/>
            </a:pPr>
            <a:endParaRPr lang="en-GB" sz="1200" b="0" i="0" dirty="0">
              <a:solidFill>
                <a:srgbClr val="374151"/>
              </a:solidFill>
              <a:effectLst/>
            </a:endParaRPr>
          </a:p>
        </p:txBody>
      </p:sp>
      <p:pic>
        <p:nvPicPr>
          <p:cNvPr id="7" name="Picture 6" descr="word cloud on usability">
            <a:extLst>
              <a:ext uri="{FF2B5EF4-FFF2-40B4-BE49-F238E27FC236}">
                <a16:creationId xmlns:a16="http://schemas.microsoft.com/office/drawing/2014/main" id="{040174C2-6167-2D56-7AC6-C585271CFC59}"/>
              </a:ext>
            </a:extLst>
          </p:cNvPr>
          <p:cNvPicPr>
            <a:picLocks noChangeAspect="1"/>
          </p:cNvPicPr>
          <p:nvPr/>
        </p:nvPicPr>
        <p:blipFill>
          <a:blip r:embed="rId2"/>
          <a:stretch>
            <a:fillRect/>
          </a:stretch>
        </p:blipFill>
        <p:spPr>
          <a:xfrm>
            <a:off x="6412036" y="71977"/>
            <a:ext cx="2731964" cy="1475553"/>
          </a:xfrm>
          <a:prstGeom prst="rect">
            <a:avLst/>
          </a:prstGeom>
        </p:spPr>
      </p:pic>
      <p:sp>
        <p:nvSpPr>
          <p:cNvPr id="8" name="Content Placeholder 2">
            <a:extLst>
              <a:ext uri="{FF2B5EF4-FFF2-40B4-BE49-F238E27FC236}">
                <a16:creationId xmlns:a16="http://schemas.microsoft.com/office/drawing/2014/main" id="{8CC84555-DB55-BC91-D207-94AC46333ED0}"/>
              </a:ext>
            </a:extLst>
          </p:cNvPr>
          <p:cNvSpPr txBox="1">
            <a:spLocks/>
          </p:cNvSpPr>
          <p:nvPr/>
        </p:nvSpPr>
        <p:spPr>
          <a:xfrm>
            <a:off x="4860032" y="1699736"/>
            <a:ext cx="3671320" cy="44672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Bef>
                <a:spcPts val="0"/>
              </a:spcBef>
              <a:spcAft>
                <a:spcPts val="0"/>
              </a:spcAft>
              <a:buFont typeface="+mj-lt"/>
              <a:buAutoNum type="arabicPeriod" startAt="6"/>
            </a:pPr>
            <a:r>
              <a:rPr lang="en-GB" sz="1200" b="1" dirty="0">
                <a:solidFill>
                  <a:srgbClr val="374151"/>
                </a:solidFill>
              </a:rPr>
              <a:t>Task-Specific Feedback:</a:t>
            </a:r>
            <a:endParaRPr lang="en-GB" sz="1200" dirty="0">
              <a:solidFill>
                <a:srgbClr val="374151"/>
              </a:solidFill>
            </a:endParaRPr>
          </a:p>
          <a:p>
            <a:pPr marL="742950" lvl="1" indent="-285750" fontAlgn="auto">
              <a:spcBef>
                <a:spcPts val="0"/>
              </a:spcBef>
              <a:spcAft>
                <a:spcPts val="0"/>
              </a:spcAft>
              <a:buFont typeface="+mj-lt"/>
              <a:buAutoNum type="arabicPeriod"/>
            </a:pPr>
            <a:r>
              <a:rPr lang="en-GB" sz="1100" dirty="0">
                <a:solidFill>
                  <a:srgbClr val="374151"/>
                </a:solidFill>
              </a:rPr>
              <a:t>"For the task where you [describe the task], can you share your thoughts on the process and any difficulties you encountered?"</a:t>
            </a:r>
          </a:p>
          <a:p>
            <a:pPr marL="742950" lvl="1" indent="-285750" fontAlgn="auto">
              <a:spcBef>
                <a:spcPts val="0"/>
              </a:spcBef>
              <a:spcAft>
                <a:spcPts val="0"/>
              </a:spcAft>
              <a:buFont typeface="+mj-lt"/>
              <a:buAutoNum type="arabicPeriod"/>
            </a:pPr>
            <a:r>
              <a:rPr lang="en-GB" sz="1100" dirty="0">
                <a:solidFill>
                  <a:srgbClr val="374151"/>
                </a:solidFill>
              </a:rPr>
              <a:t>"How do you think the system could better support you in [task]?"</a:t>
            </a:r>
          </a:p>
          <a:p>
            <a:pPr fontAlgn="auto">
              <a:spcBef>
                <a:spcPts val="0"/>
              </a:spcBef>
              <a:spcAft>
                <a:spcPts val="0"/>
              </a:spcAft>
              <a:buFont typeface="+mj-lt"/>
              <a:buAutoNum type="arabicPeriod" startAt="6"/>
            </a:pPr>
            <a:r>
              <a:rPr lang="en-GB" sz="1200" b="1" dirty="0">
                <a:solidFill>
                  <a:srgbClr val="374151"/>
                </a:solidFill>
              </a:rPr>
              <a:t>Learnability and Training:</a:t>
            </a:r>
            <a:endParaRPr lang="en-GB" sz="1200" dirty="0">
              <a:solidFill>
                <a:srgbClr val="374151"/>
              </a:solidFill>
            </a:endParaRPr>
          </a:p>
          <a:p>
            <a:pPr marL="742950" lvl="1" indent="-285750" fontAlgn="auto">
              <a:spcBef>
                <a:spcPts val="0"/>
              </a:spcBef>
              <a:spcAft>
                <a:spcPts val="0"/>
              </a:spcAft>
              <a:buFont typeface="+mj-lt"/>
              <a:buAutoNum type="arabicPeriod"/>
            </a:pPr>
            <a:r>
              <a:rPr lang="en-GB" sz="1100" dirty="0">
                <a:solidFill>
                  <a:srgbClr val="374151"/>
                </a:solidFill>
              </a:rPr>
              <a:t>"Did you feel that you needed any training or guidance to use this system effectively?"</a:t>
            </a:r>
          </a:p>
          <a:p>
            <a:pPr marL="742950" lvl="1" indent="-285750" fontAlgn="auto">
              <a:spcBef>
                <a:spcPts val="0"/>
              </a:spcBef>
              <a:spcAft>
                <a:spcPts val="0"/>
              </a:spcAft>
              <a:buFont typeface="+mj-lt"/>
              <a:buAutoNum type="arabicPeriod"/>
            </a:pPr>
            <a:r>
              <a:rPr lang="en-GB" sz="1100" dirty="0">
                <a:solidFill>
                  <a:srgbClr val="374151"/>
                </a:solidFill>
              </a:rPr>
              <a:t>"How quickly were you able to learn how to use the product?"</a:t>
            </a:r>
          </a:p>
          <a:p>
            <a:pPr fontAlgn="auto">
              <a:spcBef>
                <a:spcPts val="0"/>
              </a:spcBef>
              <a:spcAft>
                <a:spcPts val="0"/>
              </a:spcAft>
              <a:buFont typeface="+mj-lt"/>
              <a:buAutoNum type="arabicPeriod" startAt="6"/>
            </a:pPr>
            <a:r>
              <a:rPr lang="en-GB" sz="1200" b="1" dirty="0">
                <a:solidFill>
                  <a:srgbClr val="374151"/>
                </a:solidFill>
              </a:rPr>
              <a:t>Comparison with Other Products:</a:t>
            </a:r>
            <a:endParaRPr lang="en-GB" sz="1200" dirty="0">
              <a:solidFill>
                <a:srgbClr val="374151"/>
              </a:solidFill>
            </a:endParaRPr>
          </a:p>
          <a:p>
            <a:pPr marL="742950" lvl="1" indent="-285750" fontAlgn="auto">
              <a:spcBef>
                <a:spcPts val="0"/>
              </a:spcBef>
              <a:spcAft>
                <a:spcPts val="0"/>
              </a:spcAft>
              <a:buFont typeface="+mj-lt"/>
              <a:buAutoNum type="arabicPeriod"/>
            </a:pPr>
            <a:r>
              <a:rPr lang="en-GB" sz="1100" dirty="0">
                <a:solidFill>
                  <a:srgbClr val="374151"/>
                </a:solidFill>
              </a:rPr>
              <a:t>"How does this product compare to similar products or systems you've used in the past?"</a:t>
            </a:r>
          </a:p>
          <a:p>
            <a:pPr marL="742950" lvl="1" indent="-285750" fontAlgn="auto">
              <a:spcBef>
                <a:spcPts val="0"/>
              </a:spcBef>
              <a:spcAft>
                <a:spcPts val="0"/>
              </a:spcAft>
              <a:buFont typeface="+mj-lt"/>
              <a:buAutoNum type="arabicPeriod"/>
            </a:pPr>
            <a:r>
              <a:rPr lang="en-GB" sz="1100" dirty="0">
                <a:solidFill>
                  <a:srgbClr val="374151"/>
                </a:solidFill>
              </a:rPr>
              <a:t>"Is there anything this system does better or worse than others you've experienced?"</a:t>
            </a:r>
          </a:p>
          <a:p>
            <a:pPr fontAlgn="auto">
              <a:spcBef>
                <a:spcPts val="0"/>
              </a:spcBef>
              <a:spcAft>
                <a:spcPts val="0"/>
              </a:spcAft>
              <a:buFont typeface="+mj-lt"/>
              <a:buAutoNum type="arabicPeriod" startAt="6"/>
            </a:pPr>
            <a:r>
              <a:rPr lang="en-GB" sz="1200" b="1" dirty="0">
                <a:solidFill>
                  <a:srgbClr val="374151"/>
                </a:solidFill>
              </a:rPr>
              <a:t>Recommendations:</a:t>
            </a:r>
            <a:endParaRPr lang="en-GB" sz="1200" dirty="0">
              <a:solidFill>
                <a:srgbClr val="374151"/>
              </a:solidFill>
            </a:endParaRPr>
          </a:p>
          <a:p>
            <a:pPr marL="742950" lvl="1" indent="-285750" fontAlgn="auto">
              <a:spcBef>
                <a:spcPts val="0"/>
              </a:spcBef>
              <a:spcAft>
                <a:spcPts val="0"/>
              </a:spcAft>
              <a:buFont typeface="+mj-lt"/>
              <a:buAutoNum type="arabicPeriod"/>
            </a:pPr>
            <a:r>
              <a:rPr lang="en-GB" sz="1100" dirty="0">
                <a:solidFill>
                  <a:srgbClr val="374151"/>
                </a:solidFill>
              </a:rPr>
              <a:t>"Would you recommend this product to a friend or colleague? Why or why not?"</a:t>
            </a:r>
          </a:p>
          <a:p>
            <a:pPr marL="742950" lvl="1" indent="-285750" fontAlgn="auto">
              <a:spcBef>
                <a:spcPts val="0"/>
              </a:spcBef>
              <a:spcAft>
                <a:spcPts val="0"/>
              </a:spcAft>
              <a:buFont typeface="+mj-lt"/>
              <a:buAutoNum type="arabicPeriod"/>
            </a:pPr>
            <a:r>
              <a:rPr lang="en-GB" sz="1100" dirty="0">
                <a:solidFill>
                  <a:srgbClr val="374151"/>
                </a:solidFill>
              </a:rPr>
              <a:t>"What type of user do you think would benefit most from this system?"</a:t>
            </a:r>
          </a:p>
          <a:p>
            <a:pPr fontAlgn="auto">
              <a:spcBef>
                <a:spcPts val="0"/>
              </a:spcBef>
              <a:spcAft>
                <a:spcPts val="0"/>
              </a:spcAft>
              <a:buFont typeface="+mj-lt"/>
              <a:buAutoNum type="arabicPeriod" startAt="6"/>
            </a:pPr>
            <a:r>
              <a:rPr lang="en-GB" sz="1200" b="1" dirty="0">
                <a:solidFill>
                  <a:srgbClr val="374151"/>
                </a:solidFill>
              </a:rPr>
              <a:t>Additional Comments:</a:t>
            </a:r>
            <a:endParaRPr lang="en-GB" sz="1200" dirty="0">
              <a:solidFill>
                <a:srgbClr val="374151"/>
              </a:solidFill>
            </a:endParaRPr>
          </a:p>
          <a:p>
            <a:pPr marL="742950" lvl="1" indent="-285750" fontAlgn="auto">
              <a:spcBef>
                <a:spcPts val="0"/>
              </a:spcBef>
              <a:spcAft>
                <a:spcPts val="0"/>
              </a:spcAft>
              <a:buFont typeface="+mj-lt"/>
              <a:buAutoNum type="arabicPeriod"/>
            </a:pPr>
            <a:r>
              <a:rPr lang="en-GB" sz="1100" dirty="0">
                <a:solidFill>
                  <a:srgbClr val="374151"/>
                </a:solidFill>
              </a:rPr>
              <a:t>"Is there anything else you'd like to add or any additional feedback you'd like to share?"</a:t>
            </a:r>
          </a:p>
        </p:txBody>
      </p:sp>
      <p:sp>
        <p:nvSpPr>
          <p:cNvPr id="4" name="Footer Placeholder 3">
            <a:extLst>
              <a:ext uri="{FF2B5EF4-FFF2-40B4-BE49-F238E27FC236}">
                <a16:creationId xmlns:a16="http://schemas.microsoft.com/office/drawing/2014/main" id="{69A11D7D-8F5B-0ACC-1680-1E4B9FB6AE1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6A5BCA5A-0772-820D-156A-C5DE66B7BD4E}"/>
              </a:ext>
            </a:extLst>
          </p:cNvPr>
          <p:cNvSpPr>
            <a:spLocks noGrp="1"/>
          </p:cNvSpPr>
          <p:nvPr>
            <p:ph type="sldNum" sz="quarter" idx="4"/>
          </p:nvPr>
        </p:nvSpPr>
        <p:spPr/>
        <p:txBody>
          <a:bodyPr/>
          <a:lstStyle/>
          <a:p>
            <a:fld id="{9FD7ECCF-50E7-4327-B945-FA93FF7B2BEF}" type="slidenum">
              <a:rPr lang="en-US" smtClean="0"/>
              <a:pPr/>
              <a:t>25</a:t>
            </a:fld>
            <a:r>
              <a:rPr lang="en-GB"/>
              <a:t>/38</a:t>
            </a:r>
            <a:endParaRPr lang="en-US" dirty="0"/>
          </a:p>
        </p:txBody>
      </p:sp>
    </p:spTree>
    <p:extLst>
      <p:ext uri="{BB962C8B-B14F-4D97-AF65-F5344CB8AC3E}">
        <p14:creationId xmlns:p14="http://schemas.microsoft.com/office/powerpoint/2010/main" val="3091944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1B50-B538-9293-F902-12A6E53507BB}"/>
              </a:ext>
            </a:extLst>
          </p:cNvPr>
          <p:cNvSpPr>
            <a:spLocks noGrp="1"/>
          </p:cNvSpPr>
          <p:nvPr>
            <p:ph type="title"/>
          </p:nvPr>
        </p:nvSpPr>
        <p:spPr/>
        <p:txBody>
          <a:bodyPr>
            <a:normAutofit/>
          </a:bodyPr>
          <a:lstStyle/>
          <a:p>
            <a:r>
              <a:rPr lang="en-GB" sz="4400" dirty="0">
                <a:solidFill>
                  <a:schemeClr val="tx2"/>
                </a:solidFill>
              </a:rPr>
              <a:t>Training material for users </a:t>
            </a:r>
            <a:endParaRPr lang="en-GB" dirty="0"/>
          </a:p>
        </p:txBody>
      </p:sp>
      <p:sp>
        <p:nvSpPr>
          <p:cNvPr id="3" name="Content Placeholder 2">
            <a:extLst>
              <a:ext uri="{FF2B5EF4-FFF2-40B4-BE49-F238E27FC236}">
                <a16:creationId xmlns:a16="http://schemas.microsoft.com/office/drawing/2014/main" id="{63186D21-47A9-91E8-8347-7C4964B7621C}"/>
              </a:ext>
            </a:extLst>
          </p:cNvPr>
          <p:cNvSpPr>
            <a:spLocks noGrp="1"/>
          </p:cNvSpPr>
          <p:nvPr>
            <p:ph sz="quarter" idx="1"/>
          </p:nvPr>
        </p:nvSpPr>
        <p:spPr/>
        <p:txBody>
          <a:bodyPr>
            <a:normAutofit fontScale="85000" lnSpcReduction="20000"/>
          </a:bodyPr>
          <a:lstStyle/>
          <a:p>
            <a:pPr marL="452438" indent="-452438">
              <a:buFont typeface="Wingdings" panose="05000000000000000000" pitchFamily="2" charset="2"/>
              <a:buChar char="q"/>
            </a:pPr>
            <a:r>
              <a:rPr lang="en-GB" sz="2600" dirty="0">
                <a:latin typeface="g_d0_f8"/>
              </a:rPr>
              <a:t>Training materials for users are resources designed to help individuals to understand how to interact with the system to be tested if required</a:t>
            </a:r>
          </a:p>
          <a:p>
            <a:pPr marL="452438" indent="-452438">
              <a:buFont typeface="Wingdings" panose="05000000000000000000" pitchFamily="2" charset="2"/>
              <a:buChar char="q"/>
            </a:pPr>
            <a:r>
              <a:rPr lang="en-GB" sz="2600" dirty="0">
                <a:latin typeface="g_d0_f8"/>
              </a:rPr>
              <a:t>It could be:</a:t>
            </a:r>
          </a:p>
          <a:p>
            <a:pPr marL="772478" lvl="1" indent="-452438">
              <a:buFont typeface="Wingdings" panose="05000000000000000000" pitchFamily="2" charset="2"/>
              <a:buChar char="q"/>
            </a:pPr>
            <a:r>
              <a:rPr lang="en-GB" sz="2300" b="1" dirty="0">
                <a:latin typeface="g_d0_f8"/>
              </a:rPr>
              <a:t>Quick start guides </a:t>
            </a:r>
            <a:r>
              <a:rPr lang="en-GB" sz="2300" dirty="0">
                <a:latin typeface="g_d0_f8"/>
              </a:rPr>
              <a:t>offer a condensed version of user manuals, providing users with essential information to get started quickly. They are typically shorter and more focused on the basics.</a:t>
            </a:r>
          </a:p>
          <a:p>
            <a:pPr marL="772478" lvl="1" indent="-452438">
              <a:buFont typeface="Wingdings" panose="05000000000000000000" pitchFamily="2" charset="2"/>
              <a:buChar char="q"/>
            </a:pPr>
            <a:r>
              <a:rPr lang="en-GB" sz="2300" b="1" dirty="0">
                <a:latin typeface="g_d0_f8"/>
              </a:rPr>
              <a:t>Video tutorials </a:t>
            </a:r>
            <a:r>
              <a:rPr lang="en-GB" sz="2300" dirty="0">
                <a:latin typeface="g_d0_f8"/>
              </a:rPr>
              <a:t>are instructional videos that guide users through the process of using a product or software.</a:t>
            </a:r>
          </a:p>
          <a:p>
            <a:pPr marL="772478" lvl="1" indent="-452438">
              <a:buFont typeface="Wingdings" panose="05000000000000000000" pitchFamily="2" charset="2"/>
              <a:buChar char="q"/>
            </a:pPr>
            <a:r>
              <a:rPr lang="en-GB" sz="2300" dirty="0">
                <a:latin typeface="g_d0_f8"/>
              </a:rPr>
              <a:t>Training Workshops, in-person or virtual training workshops conducted by trainers who guide users through the product or system. </a:t>
            </a:r>
          </a:p>
          <a:p>
            <a:pPr marL="772478" lvl="1" indent="-452438">
              <a:buFont typeface="Wingdings" panose="05000000000000000000" pitchFamily="2" charset="2"/>
              <a:buChar char="q"/>
            </a:pPr>
            <a:r>
              <a:rPr lang="en-GB" sz="2300" b="1" dirty="0">
                <a:latin typeface="g_d0_f8"/>
              </a:rPr>
              <a:t>Interactive demos </a:t>
            </a:r>
            <a:r>
              <a:rPr lang="en-GB" sz="2300" dirty="0">
                <a:latin typeface="g_d0_f8"/>
              </a:rPr>
              <a:t>allow users to explore a product's features and capabilities in a sandbox environment, without making actual changes.</a:t>
            </a:r>
          </a:p>
        </p:txBody>
      </p:sp>
      <p:sp>
        <p:nvSpPr>
          <p:cNvPr id="4" name="Footer Placeholder 3">
            <a:extLst>
              <a:ext uri="{FF2B5EF4-FFF2-40B4-BE49-F238E27FC236}">
                <a16:creationId xmlns:a16="http://schemas.microsoft.com/office/drawing/2014/main" id="{2DA66079-6DE6-430B-A557-DED0B38742F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540C73A6-7765-5949-1408-DF5AE522B620}"/>
              </a:ext>
            </a:extLst>
          </p:cNvPr>
          <p:cNvSpPr>
            <a:spLocks noGrp="1"/>
          </p:cNvSpPr>
          <p:nvPr>
            <p:ph type="sldNum" sz="quarter" idx="4"/>
          </p:nvPr>
        </p:nvSpPr>
        <p:spPr/>
        <p:txBody>
          <a:bodyPr/>
          <a:lstStyle/>
          <a:p>
            <a:fld id="{9FD7ECCF-50E7-4327-B945-FA93FF7B2BEF}" type="slidenum">
              <a:rPr lang="en-US" smtClean="0"/>
              <a:pPr/>
              <a:t>26</a:t>
            </a:fld>
            <a:r>
              <a:rPr lang="en-GB"/>
              <a:t>/38</a:t>
            </a:r>
            <a:endParaRPr lang="en-US" dirty="0"/>
          </a:p>
        </p:txBody>
      </p:sp>
    </p:spTree>
    <p:extLst>
      <p:ext uri="{BB962C8B-B14F-4D97-AF65-F5344CB8AC3E}">
        <p14:creationId xmlns:p14="http://schemas.microsoft.com/office/powerpoint/2010/main" val="1022666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1B50-B538-9293-F902-12A6E53507BB}"/>
              </a:ext>
            </a:extLst>
          </p:cNvPr>
          <p:cNvSpPr>
            <a:spLocks noGrp="1"/>
          </p:cNvSpPr>
          <p:nvPr>
            <p:ph type="title"/>
          </p:nvPr>
        </p:nvSpPr>
        <p:spPr>
          <a:xfrm>
            <a:off x="612648" y="116632"/>
            <a:ext cx="8153400" cy="990600"/>
          </a:xfrm>
        </p:spPr>
        <p:txBody>
          <a:bodyPr>
            <a:normAutofit fontScale="90000"/>
          </a:bodyPr>
          <a:lstStyle/>
          <a:p>
            <a:pPr lvl="1">
              <a:lnSpc>
                <a:spcPts val="3500"/>
              </a:lnSpc>
            </a:pPr>
            <a:r>
              <a:rPr lang="en-GB" sz="4400" dirty="0">
                <a:solidFill>
                  <a:schemeClr val="tx2"/>
                </a:solidFill>
              </a:rPr>
              <a:t>Instructions for moderators to conduct the test</a:t>
            </a:r>
          </a:p>
        </p:txBody>
      </p:sp>
      <p:sp>
        <p:nvSpPr>
          <p:cNvPr id="3" name="Content Placeholder 2">
            <a:extLst>
              <a:ext uri="{FF2B5EF4-FFF2-40B4-BE49-F238E27FC236}">
                <a16:creationId xmlns:a16="http://schemas.microsoft.com/office/drawing/2014/main" id="{63186D21-47A9-91E8-8347-7C4964B7621C}"/>
              </a:ext>
            </a:extLst>
          </p:cNvPr>
          <p:cNvSpPr>
            <a:spLocks noGrp="1"/>
          </p:cNvSpPr>
          <p:nvPr>
            <p:ph sz="quarter" idx="1"/>
          </p:nvPr>
        </p:nvSpPr>
        <p:spPr>
          <a:xfrm>
            <a:off x="251098" y="1560304"/>
            <a:ext cx="3887344" cy="4781128"/>
          </a:xfrm>
        </p:spPr>
        <p:txBody>
          <a:bodyPr>
            <a:normAutofit fontScale="92500" lnSpcReduction="10000"/>
          </a:bodyPr>
          <a:lstStyle/>
          <a:p>
            <a:pPr marL="180975" indent="-180975" algn="l">
              <a:lnSpc>
                <a:spcPct val="120000"/>
              </a:lnSpc>
              <a:spcBef>
                <a:spcPts val="0"/>
              </a:spcBef>
            </a:pPr>
            <a:r>
              <a:rPr lang="en-GB" sz="1050" b="0" i="0" dirty="0">
                <a:solidFill>
                  <a:srgbClr val="374151"/>
                </a:solidFill>
                <a:effectLst/>
                <a:latin typeface="Söhne"/>
              </a:rPr>
              <a:t>Instructions to moderators in a usability testing study are essential for ensuring a standardized and effective testing process. </a:t>
            </a:r>
          </a:p>
          <a:p>
            <a:pPr marL="361950" lvl="1" indent="-180975">
              <a:lnSpc>
                <a:spcPct val="120000"/>
              </a:lnSpc>
              <a:spcBef>
                <a:spcPts val="0"/>
              </a:spcBef>
              <a:buFont typeface="Wingdings" panose="05000000000000000000" pitchFamily="2" charset="2"/>
              <a:buChar char="q"/>
            </a:pPr>
            <a:r>
              <a:rPr lang="en-GB" sz="1000" b="1" i="0" dirty="0">
                <a:solidFill>
                  <a:srgbClr val="374151"/>
                </a:solidFill>
                <a:effectLst/>
                <a:latin typeface="Söhne"/>
              </a:rPr>
              <a:t>Welcome and Introduction:</a:t>
            </a:r>
            <a:endParaRPr lang="en-GB" sz="1000" b="0" i="0" dirty="0">
              <a:solidFill>
                <a:srgbClr val="374151"/>
              </a:solidFill>
              <a:effectLst/>
              <a:latin typeface="Söhne"/>
            </a:endParaRP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Begin each session with a warm welcome and introduce yourself.</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Explain the purpose of the usability testing study and the importance of the participant's feedback.</a:t>
            </a:r>
          </a:p>
          <a:p>
            <a:pPr marL="361950" lvl="1" indent="-180975">
              <a:lnSpc>
                <a:spcPct val="120000"/>
              </a:lnSpc>
              <a:spcBef>
                <a:spcPts val="0"/>
              </a:spcBef>
              <a:buFont typeface="Wingdings" panose="05000000000000000000" pitchFamily="2" charset="2"/>
              <a:buChar char="q"/>
            </a:pPr>
            <a:r>
              <a:rPr lang="en-GB" sz="1000" b="1" dirty="0">
                <a:solidFill>
                  <a:srgbClr val="374151"/>
                </a:solidFill>
                <a:latin typeface="Söhne"/>
              </a:rPr>
              <a:t>Informed Consent:</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Ensure that participants have provided informed consent before the session begins.</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Explain the consent form and make sure participants understand that they can stop the session at any time.</a:t>
            </a:r>
          </a:p>
          <a:p>
            <a:pPr marL="361950" lvl="1" indent="-180975">
              <a:lnSpc>
                <a:spcPct val="120000"/>
              </a:lnSpc>
              <a:spcBef>
                <a:spcPts val="0"/>
              </a:spcBef>
              <a:buFont typeface="Wingdings" panose="05000000000000000000" pitchFamily="2" charset="2"/>
              <a:buChar char="q"/>
            </a:pPr>
            <a:r>
              <a:rPr lang="en-GB" sz="1000" b="1" i="0" dirty="0">
                <a:solidFill>
                  <a:srgbClr val="374151"/>
                </a:solidFill>
                <a:effectLst/>
                <a:latin typeface="Söhne"/>
              </a:rPr>
              <a:t>Task Explanation:</a:t>
            </a:r>
            <a:endParaRPr lang="en-GB" sz="1000" b="0" i="0" dirty="0">
              <a:solidFill>
                <a:srgbClr val="374151"/>
              </a:solidFill>
              <a:effectLst/>
              <a:latin typeface="Söhne"/>
            </a:endParaRP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Clearly explain the tasks participants are expected to perform during the session.</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Describe the goals and context of each task.</a:t>
            </a:r>
          </a:p>
          <a:p>
            <a:pPr marL="361950" lvl="1" indent="-180975">
              <a:lnSpc>
                <a:spcPct val="120000"/>
              </a:lnSpc>
              <a:spcBef>
                <a:spcPts val="0"/>
              </a:spcBef>
              <a:buFont typeface="Wingdings" panose="05000000000000000000" pitchFamily="2" charset="2"/>
              <a:buChar char="q"/>
            </a:pPr>
            <a:r>
              <a:rPr lang="en-GB" sz="1000" b="1" dirty="0">
                <a:solidFill>
                  <a:srgbClr val="374151"/>
                </a:solidFill>
                <a:latin typeface="Söhne"/>
              </a:rPr>
              <a:t>Think Aloud:</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Instruct participants to "think aloud" as they interact with the product. Encourage them to express their thoughts, questions, and reactions.</a:t>
            </a:r>
          </a:p>
          <a:p>
            <a:pPr marL="361950" lvl="1" indent="-180975">
              <a:lnSpc>
                <a:spcPct val="120000"/>
              </a:lnSpc>
              <a:spcBef>
                <a:spcPts val="0"/>
              </a:spcBef>
              <a:buFont typeface="Wingdings" panose="05000000000000000000" pitchFamily="2" charset="2"/>
              <a:buChar char="q"/>
            </a:pPr>
            <a:r>
              <a:rPr lang="en-GB" sz="1000" b="1" i="0" dirty="0">
                <a:solidFill>
                  <a:srgbClr val="374151"/>
                </a:solidFill>
                <a:effectLst/>
                <a:latin typeface="Söhne"/>
              </a:rPr>
              <a:t>Non-Interference:</a:t>
            </a:r>
            <a:endParaRPr lang="en-GB" sz="1000" b="0" i="0" dirty="0">
              <a:solidFill>
                <a:srgbClr val="374151"/>
              </a:solidFill>
              <a:effectLst/>
              <a:latin typeface="Söhne"/>
            </a:endParaRP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Emphasize that the moderator should not provide assistance or hints during the tasks.</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Instruct the moderator to remain neutral and not influence the participant's actions.</a:t>
            </a:r>
          </a:p>
          <a:p>
            <a:pPr marL="361950" lvl="1" indent="-180975">
              <a:lnSpc>
                <a:spcPct val="120000"/>
              </a:lnSpc>
              <a:spcBef>
                <a:spcPts val="0"/>
              </a:spcBef>
              <a:buFont typeface="Wingdings" panose="05000000000000000000" pitchFamily="2" charset="2"/>
              <a:buChar char="q"/>
            </a:pPr>
            <a:r>
              <a:rPr lang="en-GB" sz="1000" b="1" i="0" dirty="0">
                <a:solidFill>
                  <a:srgbClr val="374151"/>
                </a:solidFill>
                <a:effectLst/>
                <a:latin typeface="Söhne"/>
              </a:rPr>
              <a:t>Questioning Techniques:</a:t>
            </a:r>
            <a:endParaRPr lang="en-GB" sz="1000" b="0" i="0" dirty="0">
              <a:solidFill>
                <a:srgbClr val="374151"/>
              </a:solidFill>
              <a:effectLst/>
              <a:latin typeface="Söhne"/>
            </a:endParaRP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Encourage the use of open-ended questions to probe deeper into participants' experiences.</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Instruct the moderator to ask follow-up questions when necessary to gather more information.</a:t>
            </a:r>
          </a:p>
          <a:p>
            <a:pPr marL="361950" lvl="1" indent="-180975">
              <a:lnSpc>
                <a:spcPct val="120000"/>
              </a:lnSpc>
              <a:spcBef>
                <a:spcPts val="0"/>
              </a:spcBef>
              <a:buFont typeface="Wingdings" panose="05000000000000000000" pitchFamily="2" charset="2"/>
              <a:buChar char="q"/>
            </a:pPr>
            <a:r>
              <a:rPr lang="en-GB" sz="1000" b="1" i="0" dirty="0">
                <a:solidFill>
                  <a:srgbClr val="374151"/>
                </a:solidFill>
                <a:effectLst/>
                <a:latin typeface="Söhne"/>
              </a:rPr>
              <a:t>Note-Taking:</a:t>
            </a:r>
            <a:endParaRPr lang="en-GB" sz="1000" b="0" i="0" dirty="0">
              <a:solidFill>
                <a:srgbClr val="374151"/>
              </a:solidFill>
              <a:effectLst/>
              <a:latin typeface="Söhne"/>
            </a:endParaRP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Explain the importance of taking detailed notes during the session.</a:t>
            </a:r>
          </a:p>
          <a:p>
            <a:pPr marL="542925" lvl="2" indent="-180975">
              <a:lnSpc>
                <a:spcPct val="120000"/>
              </a:lnSpc>
              <a:spcBef>
                <a:spcPts val="0"/>
              </a:spcBef>
              <a:buFont typeface="Wingdings" panose="05000000000000000000" pitchFamily="2" charset="2"/>
              <a:buChar char="q"/>
            </a:pPr>
            <a:r>
              <a:rPr lang="en-GB" sz="900" b="0" i="0" dirty="0">
                <a:solidFill>
                  <a:srgbClr val="374151"/>
                </a:solidFill>
                <a:effectLst/>
                <a:latin typeface="Söhne"/>
              </a:rPr>
              <a:t>Provide guidelines on what to document, including observations, issues, and participant comments.</a:t>
            </a:r>
          </a:p>
          <a:p>
            <a:pPr>
              <a:lnSpc>
                <a:spcPct val="120000"/>
              </a:lnSpc>
              <a:spcBef>
                <a:spcPts val="0"/>
              </a:spcBef>
            </a:pPr>
            <a:endParaRPr lang="en-GB" sz="1050" dirty="0"/>
          </a:p>
        </p:txBody>
      </p:sp>
      <p:sp>
        <p:nvSpPr>
          <p:cNvPr id="6" name="Content Placeholder 2">
            <a:extLst>
              <a:ext uri="{FF2B5EF4-FFF2-40B4-BE49-F238E27FC236}">
                <a16:creationId xmlns:a16="http://schemas.microsoft.com/office/drawing/2014/main" id="{1FD62A6F-1A4A-75BF-0AA1-4243173AF052}"/>
              </a:ext>
            </a:extLst>
          </p:cNvPr>
          <p:cNvSpPr txBox="1">
            <a:spLocks/>
          </p:cNvSpPr>
          <p:nvPr/>
        </p:nvSpPr>
        <p:spPr>
          <a:xfrm>
            <a:off x="4283968" y="1560304"/>
            <a:ext cx="4680520" cy="4781128"/>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Recording:</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Ensure that the session is being recorded, both in terms of audio and video if applicable.</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Instruct the moderator on how to operate recording equipment.</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Time Management:</a:t>
            </a:r>
            <a:endParaRPr lang="en-GB" sz="800" dirty="0">
              <a:solidFill>
                <a:srgbClr val="374151"/>
              </a:solidFill>
              <a:latin typeface="Söhne"/>
            </a:endParaRP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Stress the importance of keeping the session on schedule to allow each task to be completed.</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Encourage the moderator to be mindful of the time but avoid rushing the participant.</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Participant Comfort:</a:t>
            </a:r>
            <a:endParaRPr lang="en-GB" sz="800" dirty="0">
              <a:solidFill>
                <a:srgbClr val="374151"/>
              </a:solidFill>
              <a:latin typeface="Söhne"/>
            </a:endParaRP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Instruct the moderator to create a comfortable and non-judgmental atmosphere for participants.</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Ensure that participants feel at ease and are encouraged to provide honest feedback.</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Handling Technical Issues:</a:t>
            </a:r>
            <a:endParaRPr lang="en-GB" sz="800" dirty="0">
              <a:solidFill>
                <a:srgbClr val="374151"/>
              </a:solidFill>
              <a:latin typeface="Söhne"/>
            </a:endParaRP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Provide guidance on how to address technical issues if they arise during the session.</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Ensure that the moderator knows how to troubleshoot common problems.</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Debriefing:</a:t>
            </a:r>
            <a:endParaRPr lang="en-GB" sz="800" dirty="0">
              <a:solidFill>
                <a:srgbClr val="374151"/>
              </a:solidFill>
              <a:latin typeface="Söhne"/>
            </a:endParaRP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After each session, instruct the moderator to thank the participant and offer a brief debriefing.</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Allow participants to ask questions or provide additional feedback.</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Confidentiality and Data Security:</a:t>
            </a:r>
            <a:endParaRPr lang="en-GB" sz="800" dirty="0">
              <a:solidFill>
                <a:srgbClr val="374151"/>
              </a:solidFill>
              <a:latin typeface="Söhne"/>
            </a:endParaRP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Remind the moderator of the importance of protecting participant privacy and data security.</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Provide guidelines on how to handle and store participant data.</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Diversity and Inclusivity:</a:t>
            </a:r>
            <a:endParaRPr lang="en-GB" sz="800" dirty="0">
              <a:solidFill>
                <a:srgbClr val="374151"/>
              </a:solidFill>
              <a:latin typeface="Söhne"/>
            </a:endParaRP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Emphasize the importance of being respectful and inclusive, especially when working with a diverse group of participants.</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Reporting:</a:t>
            </a:r>
            <a:endParaRPr lang="en-GB" sz="800" dirty="0">
              <a:solidFill>
                <a:srgbClr val="374151"/>
              </a:solidFill>
              <a:latin typeface="Söhne"/>
            </a:endParaRP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Explain how the moderator should report their findings, including observations, issues, and recommendations.</a:t>
            </a:r>
          </a:p>
          <a:p>
            <a:pPr marL="447675" lvl="2"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Provide templates or guidelines for reporting.</a:t>
            </a:r>
          </a:p>
          <a:p>
            <a:pPr marL="266700" lvl="1" indent="-266700" fontAlgn="auto">
              <a:lnSpc>
                <a:spcPct val="120000"/>
              </a:lnSpc>
              <a:spcBef>
                <a:spcPts val="0"/>
              </a:spcBef>
              <a:spcAft>
                <a:spcPts val="0"/>
              </a:spcAft>
              <a:buFont typeface="Wingdings" panose="05000000000000000000" pitchFamily="2" charset="2"/>
              <a:buChar char="q"/>
            </a:pPr>
            <a:r>
              <a:rPr lang="en-GB" sz="800" b="1" dirty="0">
                <a:solidFill>
                  <a:srgbClr val="374151"/>
                </a:solidFill>
                <a:latin typeface="Söhne"/>
              </a:rPr>
              <a:t>Continual Learning:</a:t>
            </a:r>
            <a:endParaRPr lang="en-GB" sz="800" dirty="0">
              <a:solidFill>
                <a:srgbClr val="374151"/>
              </a:solidFill>
              <a:latin typeface="Söhne"/>
            </a:endParaRPr>
          </a:p>
          <a:p>
            <a:pPr marL="447675" lvl="1" indent="-180975" fontAlgn="auto">
              <a:lnSpc>
                <a:spcPct val="120000"/>
              </a:lnSpc>
              <a:spcBef>
                <a:spcPts val="0"/>
              </a:spcBef>
              <a:spcAft>
                <a:spcPts val="0"/>
              </a:spcAft>
              <a:buFont typeface="Wingdings" panose="05000000000000000000" pitchFamily="2" charset="2"/>
              <a:buChar char="q"/>
            </a:pPr>
            <a:r>
              <a:rPr lang="en-GB" sz="800" dirty="0">
                <a:solidFill>
                  <a:srgbClr val="374151"/>
                </a:solidFill>
                <a:latin typeface="Söhne"/>
              </a:rPr>
              <a:t>Encourage moderators to reflect on their sessions and continually improve their skills as facilitators.</a:t>
            </a:r>
          </a:p>
          <a:p>
            <a:pPr fontAlgn="auto">
              <a:lnSpc>
                <a:spcPct val="120000"/>
              </a:lnSpc>
              <a:spcBef>
                <a:spcPts val="0"/>
              </a:spcBef>
              <a:spcAft>
                <a:spcPts val="0"/>
              </a:spcAft>
            </a:pPr>
            <a:endParaRPr lang="en-GB" sz="800" dirty="0"/>
          </a:p>
        </p:txBody>
      </p:sp>
      <p:sp>
        <p:nvSpPr>
          <p:cNvPr id="4" name="Footer Placeholder 3">
            <a:extLst>
              <a:ext uri="{FF2B5EF4-FFF2-40B4-BE49-F238E27FC236}">
                <a16:creationId xmlns:a16="http://schemas.microsoft.com/office/drawing/2014/main" id="{3FA3B7C2-6526-ECB0-2942-97C20973C41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B3F1094-C180-EBE9-E755-87062F20BA94}"/>
              </a:ext>
            </a:extLst>
          </p:cNvPr>
          <p:cNvSpPr>
            <a:spLocks noGrp="1"/>
          </p:cNvSpPr>
          <p:nvPr>
            <p:ph type="sldNum" sz="quarter" idx="4"/>
          </p:nvPr>
        </p:nvSpPr>
        <p:spPr/>
        <p:txBody>
          <a:bodyPr/>
          <a:lstStyle/>
          <a:p>
            <a:fld id="{9FD7ECCF-50E7-4327-B945-FA93FF7B2BEF}" type="slidenum">
              <a:rPr lang="en-US" smtClean="0"/>
              <a:pPr/>
              <a:t>27</a:t>
            </a:fld>
            <a:r>
              <a:rPr lang="en-GB"/>
              <a:t>/38</a:t>
            </a:r>
            <a:endParaRPr lang="en-US" dirty="0"/>
          </a:p>
        </p:txBody>
      </p:sp>
    </p:spTree>
    <p:extLst>
      <p:ext uri="{BB962C8B-B14F-4D97-AF65-F5344CB8AC3E}">
        <p14:creationId xmlns:p14="http://schemas.microsoft.com/office/powerpoint/2010/main" val="3259245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ADDC48B5-47D5-5420-AB9B-27FB50DFB107}"/>
              </a:ext>
            </a:extLst>
          </p:cNvPr>
          <p:cNvSpPr>
            <a:spLocks noGrp="1"/>
          </p:cNvSpPr>
          <p:nvPr>
            <p:ph type="body" idx="1"/>
          </p:nvPr>
        </p:nvSpPr>
        <p:spPr/>
        <p:txBody>
          <a:bodyPr>
            <a:normAutofit/>
          </a:bodyPr>
          <a:lstStyle/>
          <a:p>
            <a:r>
              <a:rPr lang="en-GB" b="0" i="0" dirty="0">
                <a:solidFill>
                  <a:srgbClr val="2B2B2B"/>
                </a:solidFill>
                <a:effectLst/>
                <a:latin typeface="Adobe Clean"/>
              </a:rPr>
              <a:t>Here are some practical recommendations to help you to gather more valuable user insights during a usability testing session</a:t>
            </a:r>
            <a:endParaRPr lang="en-GB" dirty="0"/>
          </a:p>
        </p:txBody>
      </p:sp>
      <p:sp>
        <p:nvSpPr>
          <p:cNvPr id="8" name="Title 7">
            <a:extLst>
              <a:ext uri="{FF2B5EF4-FFF2-40B4-BE49-F238E27FC236}">
                <a16:creationId xmlns:a16="http://schemas.microsoft.com/office/drawing/2014/main" id="{8C5B6237-FA96-CCBA-F736-C0632A9C7B81}"/>
              </a:ext>
            </a:extLst>
          </p:cNvPr>
          <p:cNvSpPr>
            <a:spLocks noGrp="1"/>
          </p:cNvSpPr>
          <p:nvPr>
            <p:ph type="title"/>
          </p:nvPr>
        </p:nvSpPr>
        <p:spPr/>
        <p:txBody>
          <a:bodyPr>
            <a:normAutofit fontScale="90000"/>
          </a:bodyPr>
          <a:lstStyle/>
          <a:p>
            <a:r>
              <a:rPr lang="en-GB" dirty="0"/>
              <a:t>Do’s and don’ts of usability testing</a:t>
            </a:r>
          </a:p>
        </p:txBody>
      </p:sp>
      <p:sp>
        <p:nvSpPr>
          <p:cNvPr id="4" name="Date Placeholder 3">
            <a:extLst>
              <a:ext uri="{FF2B5EF4-FFF2-40B4-BE49-F238E27FC236}">
                <a16:creationId xmlns:a16="http://schemas.microsoft.com/office/drawing/2014/main" id="{100F2838-E2BB-F83A-2342-9DA0615A8B48}"/>
              </a:ext>
            </a:extLst>
          </p:cNvPr>
          <p:cNvSpPr>
            <a:spLocks noGrp="1"/>
          </p:cNvSpPr>
          <p:nvPr>
            <p:ph type="dt" sz="half" idx="2"/>
          </p:nvPr>
        </p:nvSpPr>
        <p:spPr/>
        <p:txBody>
          <a:bodyPr/>
          <a:lstStyle/>
          <a:p>
            <a:endParaRPr lang="en-US" dirty="0"/>
          </a:p>
        </p:txBody>
      </p:sp>
      <p:sp>
        <p:nvSpPr>
          <p:cNvPr id="5" name="Footer Placeholder 4">
            <a:extLst>
              <a:ext uri="{FF2B5EF4-FFF2-40B4-BE49-F238E27FC236}">
                <a16:creationId xmlns:a16="http://schemas.microsoft.com/office/drawing/2014/main" id="{4B4A9D43-712C-5067-674D-44142A570F6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8E5AA5E7-9A4C-02C2-6D00-4E1FD7B23279}"/>
              </a:ext>
            </a:extLst>
          </p:cNvPr>
          <p:cNvSpPr>
            <a:spLocks noGrp="1"/>
          </p:cNvSpPr>
          <p:nvPr>
            <p:ph type="sldNum" sz="quarter" idx="11"/>
          </p:nvPr>
        </p:nvSpPr>
        <p:spPr/>
        <p:txBody>
          <a:bodyPr/>
          <a:lstStyle/>
          <a:p>
            <a:fld id="{4F96EDF4-259A-48E8-B98E-8CB70E21F623}" type="slidenum">
              <a:rPr lang="en-US" smtClean="0"/>
              <a:pPr/>
              <a:t>28</a:t>
            </a:fld>
            <a:r>
              <a:rPr lang="en-GB"/>
              <a:t>/38</a:t>
            </a:r>
            <a:endParaRPr lang="en-US" dirty="0"/>
          </a:p>
        </p:txBody>
      </p:sp>
    </p:spTree>
    <p:extLst>
      <p:ext uri="{BB962C8B-B14F-4D97-AF65-F5344CB8AC3E}">
        <p14:creationId xmlns:p14="http://schemas.microsoft.com/office/powerpoint/2010/main" val="3534424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C5B6237-FA96-CCBA-F736-C0632A9C7B81}"/>
              </a:ext>
            </a:extLst>
          </p:cNvPr>
          <p:cNvSpPr>
            <a:spLocks noGrp="1"/>
          </p:cNvSpPr>
          <p:nvPr>
            <p:ph type="title"/>
          </p:nvPr>
        </p:nvSpPr>
        <p:spPr/>
        <p:txBody>
          <a:bodyPr/>
          <a:lstStyle/>
          <a:p>
            <a:r>
              <a:rPr lang="en-GB" dirty="0"/>
              <a:t>Do’s during usability testing</a:t>
            </a:r>
          </a:p>
        </p:txBody>
      </p:sp>
      <p:sp>
        <p:nvSpPr>
          <p:cNvPr id="9" name="Text Placeholder 8">
            <a:extLst>
              <a:ext uri="{FF2B5EF4-FFF2-40B4-BE49-F238E27FC236}">
                <a16:creationId xmlns:a16="http://schemas.microsoft.com/office/drawing/2014/main" id="{ADDC48B5-47D5-5420-AB9B-27FB50DFB107}"/>
              </a:ext>
            </a:extLst>
          </p:cNvPr>
          <p:cNvSpPr>
            <a:spLocks noGrp="1"/>
          </p:cNvSpPr>
          <p:nvPr>
            <p:ph type="body" idx="4294967295"/>
          </p:nvPr>
        </p:nvSpPr>
        <p:spPr>
          <a:xfrm>
            <a:off x="609600" y="1700808"/>
            <a:ext cx="8153400" cy="2715617"/>
          </a:xfrm>
        </p:spPr>
        <p:txBody>
          <a:bodyPr>
            <a:normAutofit fontScale="85000" lnSpcReduction="10000"/>
          </a:bodyPr>
          <a:lstStyle/>
          <a:p>
            <a:pPr>
              <a:spcBef>
                <a:spcPts val="600"/>
              </a:spcBef>
              <a:spcAft>
                <a:spcPts val="600"/>
              </a:spcAft>
            </a:pPr>
            <a:r>
              <a:rPr lang="en-GB" dirty="0">
                <a:solidFill>
                  <a:srgbClr val="000000"/>
                </a:solidFill>
                <a:effectLst/>
                <a:latin typeface="Adobe Clean"/>
              </a:rPr>
              <a:t>Use think-aloud protocol</a:t>
            </a:r>
          </a:p>
          <a:p>
            <a:pPr>
              <a:spcBef>
                <a:spcPts val="600"/>
              </a:spcBef>
              <a:spcAft>
                <a:spcPts val="600"/>
              </a:spcAft>
            </a:pPr>
            <a:r>
              <a:rPr lang="en-GB" dirty="0">
                <a:solidFill>
                  <a:srgbClr val="000000"/>
                </a:solidFill>
                <a:effectLst/>
                <a:latin typeface="Adobe Clean"/>
              </a:rPr>
              <a:t>Ask more open-ended questions</a:t>
            </a:r>
          </a:p>
          <a:p>
            <a:pPr>
              <a:spcBef>
                <a:spcPts val="600"/>
              </a:spcBef>
              <a:spcAft>
                <a:spcPts val="600"/>
              </a:spcAft>
            </a:pPr>
            <a:r>
              <a:rPr lang="en-GB" dirty="0">
                <a:solidFill>
                  <a:srgbClr val="000000"/>
                </a:solidFill>
                <a:effectLst/>
                <a:latin typeface="Adobe Clean"/>
              </a:rPr>
              <a:t>Watch participant’s facial expressions and body language</a:t>
            </a:r>
          </a:p>
          <a:p>
            <a:pPr>
              <a:spcBef>
                <a:spcPts val="600"/>
              </a:spcBef>
              <a:spcAft>
                <a:spcPts val="600"/>
              </a:spcAft>
            </a:pPr>
            <a:r>
              <a:rPr lang="en-GB" dirty="0">
                <a:solidFill>
                  <a:srgbClr val="000000"/>
                </a:solidFill>
                <a:effectLst/>
                <a:latin typeface="Adobe Clean"/>
              </a:rPr>
              <a:t>Ask follow-up questions</a:t>
            </a:r>
          </a:p>
          <a:p>
            <a:pPr>
              <a:spcBef>
                <a:spcPts val="600"/>
              </a:spcBef>
              <a:spcAft>
                <a:spcPts val="600"/>
              </a:spcAft>
            </a:pPr>
            <a:r>
              <a:rPr lang="en-GB" dirty="0">
                <a:solidFill>
                  <a:srgbClr val="000000"/>
                </a:solidFill>
                <a:effectLst/>
                <a:latin typeface="Adobe Clean"/>
              </a:rPr>
              <a:t>Record answers on video</a:t>
            </a:r>
          </a:p>
          <a:p>
            <a:pPr>
              <a:spcBef>
                <a:spcPts val="600"/>
              </a:spcBef>
              <a:spcAft>
                <a:spcPts val="600"/>
              </a:spcAft>
            </a:pPr>
            <a:endParaRPr lang="en-GB" dirty="0"/>
          </a:p>
        </p:txBody>
      </p:sp>
      <p:sp>
        <p:nvSpPr>
          <p:cNvPr id="3" name="Date Placeholder 2">
            <a:extLst>
              <a:ext uri="{FF2B5EF4-FFF2-40B4-BE49-F238E27FC236}">
                <a16:creationId xmlns:a16="http://schemas.microsoft.com/office/drawing/2014/main" id="{5C69CAAA-080C-05C4-B753-F0F1CDE603DC}"/>
              </a:ext>
            </a:extLst>
          </p:cNvPr>
          <p:cNvSpPr>
            <a:spLocks noGrp="1"/>
          </p:cNvSpPr>
          <p:nvPr>
            <p:ph type="dt" sz="half" idx="2"/>
          </p:nvPr>
        </p:nvSpPr>
        <p:spPr/>
        <p:txBody>
          <a:bodyPr/>
          <a:lstStyle/>
          <a:p>
            <a:endParaRPr lang="en-US" dirty="0"/>
          </a:p>
        </p:txBody>
      </p:sp>
      <p:sp>
        <p:nvSpPr>
          <p:cNvPr id="4" name="Footer Placeholder 3">
            <a:extLst>
              <a:ext uri="{FF2B5EF4-FFF2-40B4-BE49-F238E27FC236}">
                <a16:creationId xmlns:a16="http://schemas.microsoft.com/office/drawing/2014/main" id="{04FDFBE3-40D5-CB8D-8D14-1755C26A7B4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B19002F9-9DD8-F583-8D8A-564CE303AC82}"/>
              </a:ext>
            </a:extLst>
          </p:cNvPr>
          <p:cNvSpPr>
            <a:spLocks noGrp="1"/>
          </p:cNvSpPr>
          <p:nvPr>
            <p:ph type="sldNum" sz="quarter" idx="4"/>
          </p:nvPr>
        </p:nvSpPr>
        <p:spPr/>
        <p:txBody>
          <a:bodyPr/>
          <a:lstStyle/>
          <a:p>
            <a:fld id="{9FD7ECCF-50E7-4327-B945-FA93FF7B2BEF}" type="slidenum">
              <a:rPr lang="en-US" smtClean="0"/>
              <a:pPr/>
              <a:t>29</a:t>
            </a:fld>
            <a:r>
              <a:rPr lang="en-GB"/>
              <a:t>/38</a:t>
            </a:r>
            <a:endParaRPr lang="en-US" dirty="0"/>
          </a:p>
        </p:txBody>
      </p:sp>
    </p:spTree>
    <p:extLst>
      <p:ext uri="{BB962C8B-B14F-4D97-AF65-F5344CB8AC3E}">
        <p14:creationId xmlns:p14="http://schemas.microsoft.com/office/powerpoint/2010/main" val="2643989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C5B6237-FA96-CCBA-F736-C0632A9C7B81}"/>
              </a:ext>
            </a:extLst>
          </p:cNvPr>
          <p:cNvSpPr>
            <a:spLocks noGrp="1"/>
          </p:cNvSpPr>
          <p:nvPr>
            <p:ph type="title"/>
          </p:nvPr>
        </p:nvSpPr>
        <p:spPr/>
        <p:txBody>
          <a:bodyPr/>
          <a:lstStyle/>
          <a:p>
            <a:r>
              <a:rPr lang="en-GB" dirty="0"/>
              <a:t>Don’ts during usability testing</a:t>
            </a:r>
          </a:p>
        </p:txBody>
      </p:sp>
      <p:sp>
        <p:nvSpPr>
          <p:cNvPr id="9" name="Text Placeholder 8">
            <a:extLst>
              <a:ext uri="{FF2B5EF4-FFF2-40B4-BE49-F238E27FC236}">
                <a16:creationId xmlns:a16="http://schemas.microsoft.com/office/drawing/2014/main" id="{ADDC48B5-47D5-5420-AB9B-27FB50DFB107}"/>
              </a:ext>
            </a:extLst>
          </p:cNvPr>
          <p:cNvSpPr>
            <a:spLocks noGrp="1"/>
          </p:cNvSpPr>
          <p:nvPr>
            <p:ph type="body" idx="4294967295"/>
          </p:nvPr>
        </p:nvSpPr>
        <p:spPr>
          <a:xfrm>
            <a:off x="609600" y="1700808"/>
            <a:ext cx="8534400" cy="3816424"/>
          </a:xfrm>
        </p:spPr>
        <p:txBody>
          <a:bodyPr>
            <a:normAutofit fontScale="77500" lnSpcReduction="20000"/>
          </a:bodyPr>
          <a:lstStyle/>
          <a:p>
            <a:pPr algn="l">
              <a:lnSpc>
                <a:spcPct val="110000"/>
              </a:lnSpc>
              <a:spcBef>
                <a:spcPts val="600"/>
              </a:spcBef>
              <a:spcAft>
                <a:spcPts val="600"/>
              </a:spcAft>
            </a:pPr>
            <a:r>
              <a:rPr lang="en-GB" dirty="0">
                <a:solidFill>
                  <a:srgbClr val="000000"/>
                </a:solidFill>
                <a:effectLst/>
                <a:latin typeface="Adobe Clean"/>
              </a:rPr>
              <a:t>Ask leading questions</a:t>
            </a:r>
          </a:p>
          <a:p>
            <a:pPr lvl="1">
              <a:lnSpc>
                <a:spcPct val="110000"/>
              </a:lnSpc>
              <a:spcBef>
                <a:spcPts val="600"/>
              </a:spcBef>
              <a:spcAft>
                <a:spcPts val="600"/>
              </a:spcAft>
            </a:pPr>
            <a:r>
              <a:rPr lang="en-GB" i="0" dirty="0">
                <a:solidFill>
                  <a:srgbClr val="2B2B2B"/>
                </a:solidFill>
                <a:effectLst/>
                <a:latin typeface="Adobe Clean"/>
              </a:rPr>
              <a:t>Do you like our new design more than the old one? </a:t>
            </a:r>
          </a:p>
          <a:p>
            <a:pPr lvl="1">
              <a:lnSpc>
                <a:spcPct val="110000"/>
              </a:lnSpc>
              <a:spcBef>
                <a:spcPts val="600"/>
              </a:spcBef>
              <a:spcAft>
                <a:spcPts val="600"/>
              </a:spcAft>
            </a:pPr>
            <a:r>
              <a:rPr lang="en-GB" i="0" dirty="0">
                <a:solidFill>
                  <a:srgbClr val="2B2B2B"/>
                </a:solidFill>
                <a:effectLst/>
                <a:latin typeface="Adobe Clean"/>
              </a:rPr>
              <a:t>Does the app help you work more efficiently? </a:t>
            </a:r>
          </a:p>
          <a:p>
            <a:pPr lvl="1">
              <a:lnSpc>
                <a:spcPct val="110000"/>
              </a:lnSpc>
              <a:spcBef>
                <a:spcPts val="600"/>
              </a:spcBef>
              <a:spcAft>
                <a:spcPts val="600"/>
              </a:spcAft>
            </a:pPr>
            <a:r>
              <a:rPr lang="en-GB" i="0" dirty="0">
                <a:solidFill>
                  <a:srgbClr val="2B2B2B"/>
                </a:solidFill>
                <a:effectLst/>
                <a:latin typeface="Adobe Clean"/>
              </a:rPr>
              <a:t>When do you think that feature X would</a:t>
            </a:r>
          </a:p>
          <a:p>
            <a:pPr>
              <a:lnSpc>
                <a:spcPct val="110000"/>
              </a:lnSpc>
              <a:spcBef>
                <a:spcPts val="600"/>
              </a:spcBef>
              <a:spcAft>
                <a:spcPts val="600"/>
              </a:spcAft>
            </a:pPr>
            <a:r>
              <a:rPr lang="en-GB" dirty="0">
                <a:solidFill>
                  <a:srgbClr val="000000"/>
                </a:solidFill>
                <a:effectLst/>
                <a:latin typeface="Adobe Clean"/>
              </a:rPr>
              <a:t>Provide too many details</a:t>
            </a:r>
          </a:p>
          <a:p>
            <a:pPr>
              <a:lnSpc>
                <a:spcPct val="110000"/>
              </a:lnSpc>
              <a:spcBef>
                <a:spcPts val="600"/>
              </a:spcBef>
              <a:spcAft>
                <a:spcPts val="600"/>
              </a:spcAft>
            </a:pPr>
            <a:r>
              <a:rPr lang="en-GB" dirty="0">
                <a:solidFill>
                  <a:srgbClr val="000000"/>
                </a:solidFill>
                <a:effectLst/>
                <a:latin typeface="Adobe Clean"/>
              </a:rPr>
              <a:t>Provide too much guidance</a:t>
            </a:r>
          </a:p>
          <a:p>
            <a:pPr>
              <a:lnSpc>
                <a:spcPct val="110000"/>
              </a:lnSpc>
              <a:spcBef>
                <a:spcPts val="600"/>
              </a:spcBef>
              <a:spcAft>
                <a:spcPts val="600"/>
              </a:spcAft>
            </a:pPr>
            <a:r>
              <a:rPr lang="en-GB" dirty="0">
                <a:solidFill>
                  <a:srgbClr val="000000"/>
                </a:solidFill>
                <a:effectLst/>
                <a:latin typeface="Adobe Clean"/>
              </a:rPr>
              <a:t>Judge the participants</a:t>
            </a:r>
          </a:p>
          <a:p>
            <a:pPr>
              <a:lnSpc>
                <a:spcPct val="110000"/>
              </a:lnSpc>
              <a:spcBef>
                <a:spcPts val="600"/>
              </a:spcBef>
              <a:spcAft>
                <a:spcPts val="600"/>
              </a:spcAft>
            </a:pPr>
            <a:r>
              <a:rPr lang="en-GB" dirty="0">
                <a:solidFill>
                  <a:srgbClr val="000000"/>
                </a:solidFill>
                <a:effectLst/>
                <a:latin typeface="Adobe Clean"/>
              </a:rPr>
              <a:t>Take user words for granted</a:t>
            </a:r>
          </a:p>
          <a:p>
            <a:pPr>
              <a:lnSpc>
                <a:spcPct val="110000"/>
              </a:lnSpc>
              <a:spcBef>
                <a:spcPts val="600"/>
              </a:spcBef>
              <a:spcAft>
                <a:spcPts val="600"/>
              </a:spcAft>
            </a:pPr>
            <a:endParaRPr lang="en-GB" dirty="0">
              <a:solidFill>
                <a:srgbClr val="000000"/>
              </a:solidFill>
              <a:effectLst/>
              <a:latin typeface="Adobe Clean"/>
            </a:endParaRPr>
          </a:p>
          <a:p>
            <a:pPr lvl="1">
              <a:lnSpc>
                <a:spcPct val="110000"/>
              </a:lnSpc>
              <a:spcBef>
                <a:spcPts val="600"/>
              </a:spcBef>
              <a:spcAft>
                <a:spcPts val="600"/>
              </a:spcAft>
            </a:pPr>
            <a:endParaRPr lang="en-GB" dirty="0"/>
          </a:p>
        </p:txBody>
      </p:sp>
      <p:sp>
        <p:nvSpPr>
          <p:cNvPr id="3" name="Date Placeholder 2">
            <a:extLst>
              <a:ext uri="{FF2B5EF4-FFF2-40B4-BE49-F238E27FC236}">
                <a16:creationId xmlns:a16="http://schemas.microsoft.com/office/drawing/2014/main" id="{9FE8DB64-9F6B-576D-6211-04C6E48DE775}"/>
              </a:ext>
            </a:extLst>
          </p:cNvPr>
          <p:cNvSpPr>
            <a:spLocks noGrp="1"/>
          </p:cNvSpPr>
          <p:nvPr>
            <p:ph type="dt" sz="half" idx="2"/>
          </p:nvPr>
        </p:nvSpPr>
        <p:spPr/>
        <p:txBody>
          <a:bodyPr/>
          <a:lstStyle/>
          <a:p>
            <a:endParaRPr lang="en-US" dirty="0"/>
          </a:p>
        </p:txBody>
      </p:sp>
      <p:sp>
        <p:nvSpPr>
          <p:cNvPr id="4" name="Footer Placeholder 3">
            <a:extLst>
              <a:ext uri="{FF2B5EF4-FFF2-40B4-BE49-F238E27FC236}">
                <a16:creationId xmlns:a16="http://schemas.microsoft.com/office/drawing/2014/main" id="{3CE497B6-FF7A-3584-B028-35C97DCEE0A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CC26168A-C9E5-9321-CE12-E616A3EBF11F}"/>
              </a:ext>
            </a:extLst>
          </p:cNvPr>
          <p:cNvSpPr>
            <a:spLocks noGrp="1"/>
          </p:cNvSpPr>
          <p:nvPr>
            <p:ph type="sldNum" sz="quarter" idx="4"/>
          </p:nvPr>
        </p:nvSpPr>
        <p:spPr/>
        <p:txBody>
          <a:bodyPr/>
          <a:lstStyle/>
          <a:p>
            <a:fld id="{9FD7ECCF-50E7-4327-B945-FA93FF7B2BEF}" type="slidenum">
              <a:rPr lang="en-US" smtClean="0"/>
              <a:pPr/>
              <a:t>30</a:t>
            </a:fld>
            <a:r>
              <a:rPr lang="en-GB"/>
              <a:t>/38</a:t>
            </a:r>
            <a:endParaRPr lang="en-US" dirty="0"/>
          </a:p>
        </p:txBody>
      </p:sp>
    </p:spTree>
    <p:extLst>
      <p:ext uri="{BB962C8B-B14F-4D97-AF65-F5344CB8AC3E}">
        <p14:creationId xmlns:p14="http://schemas.microsoft.com/office/powerpoint/2010/main" val="3512691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114436F-9D68-F3F2-9573-60DC020ECD04}"/>
              </a:ext>
            </a:extLst>
          </p:cNvPr>
          <p:cNvSpPr>
            <a:spLocks noGrp="1"/>
          </p:cNvSpPr>
          <p:nvPr>
            <p:ph type="body" idx="1"/>
          </p:nvPr>
        </p:nvSpPr>
        <p:spPr>
          <a:xfrm>
            <a:off x="1371600" y="2743200"/>
            <a:ext cx="7123113" cy="2053952"/>
          </a:xfrm>
        </p:spPr>
        <p:txBody>
          <a:bodyPr>
            <a:normAutofit fontScale="47500" lnSpcReduction="20000"/>
          </a:bodyPr>
          <a:lstStyle/>
          <a:p>
            <a:pPr algn="l"/>
            <a:r>
              <a:rPr lang="en-GB" sz="7200" b="0" i="0" dirty="0">
                <a:solidFill>
                  <a:srgbClr val="777777"/>
                </a:solidFill>
                <a:effectLst/>
              </a:rPr>
              <a:t>Ethical considerations in usability testing help ensure the well-being, privacy, and rights of participants and the integrity of the research process.</a:t>
            </a:r>
          </a:p>
        </p:txBody>
      </p:sp>
      <p:sp>
        <p:nvSpPr>
          <p:cNvPr id="6" name="Title 5">
            <a:extLst>
              <a:ext uri="{FF2B5EF4-FFF2-40B4-BE49-F238E27FC236}">
                <a16:creationId xmlns:a16="http://schemas.microsoft.com/office/drawing/2014/main" id="{9E05E4A6-1FC8-F14C-A97A-2065D6FEDEB2}"/>
              </a:ext>
            </a:extLst>
          </p:cNvPr>
          <p:cNvSpPr>
            <a:spLocks noGrp="1"/>
          </p:cNvSpPr>
          <p:nvPr>
            <p:ph type="title"/>
          </p:nvPr>
        </p:nvSpPr>
        <p:spPr/>
        <p:txBody>
          <a:bodyPr>
            <a:noAutofit/>
          </a:bodyPr>
          <a:lstStyle/>
          <a:p>
            <a:pPr>
              <a:lnSpc>
                <a:spcPts val="3500"/>
              </a:lnSpc>
            </a:pPr>
            <a:r>
              <a:rPr lang="en-GB" sz="3600" dirty="0"/>
              <a:t>Ethical Considerations when conducting usability testing</a:t>
            </a:r>
          </a:p>
        </p:txBody>
      </p:sp>
      <p:sp>
        <p:nvSpPr>
          <p:cNvPr id="4" name="Date Placeholder 3">
            <a:extLst>
              <a:ext uri="{FF2B5EF4-FFF2-40B4-BE49-F238E27FC236}">
                <a16:creationId xmlns:a16="http://schemas.microsoft.com/office/drawing/2014/main" id="{97DD2B55-F613-D98E-6435-17B44C9D3C68}"/>
              </a:ext>
            </a:extLst>
          </p:cNvPr>
          <p:cNvSpPr>
            <a:spLocks noGrp="1"/>
          </p:cNvSpPr>
          <p:nvPr>
            <p:ph type="dt" sz="half" idx="2"/>
          </p:nvPr>
        </p:nvSpPr>
        <p:spPr/>
        <p:txBody>
          <a:bodyPr/>
          <a:lstStyle/>
          <a:p>
            <a:endParaRPr lang="en-US" dirty="0"/>
          </a:p>
        </p:txBody>
      </p:sp>
      <p:sp>
        <p:nvSpPr>
          <p:cNvPr id="5" name="Footer Placeholder 4">
            <a:extLst>
              <a:ext uri="{FF2B5EF4-FFF2-40B4-BE49-F238E27FC236}">
                <a16:creationId xmlns:a16="http://schemas.microsoft.com/office/drawing/2014/main" id="{9FA24C3E-AD98-1E87-3D52-6F0BB01A80C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F3FC079C-4434-5966-D11B-019AE659CB3C}"/>
              </a:ext>
            </a:extLst>
          </p:cNvPr>
          <p:cNvSpPr>
            <a:spLocks noGrp="1"/>
          </p:cNvSpPr>
          <p:nvPr>
            <p:ph type="sldNum" sz="quarter" idx="11"/>
          </p:nvPr>
        </p:nvSpPr>
        <p:spPr/>
        <p:txBody>
          <a:bodyPr/>
          <a:lstStyle/>
          <a:p>
            <a:fld id="{4F96EDF4-259A-48E8-B98E-8CB70E21F623}" type="slidenum">
              <a:rPr lang="en-US" smtClean="0"/>
              <a:pPr/>
              <a:t>31</a:t>
            </a:fld>
            <a:r>
              <a:rPr lang="en-GB"/>
              <a:t>/38</a:t>
            </a:r>
            <a:endParaRPr lang="en-US" dirty="0"/>
          </a:p>
        </p:txBody>
      </p:sp>
    </p:spTree>
    <p:extLst>
      <p:ext uri="{BB962C8B-B14F-4D97-AF65-F5344CB8AC3E}">
        <p14:creationId xmlns:p14="http://schemas.microsoft.com/office/powerpoint/2010/main" val="1461877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6868A33-2F2B-EB5B-E31E-6DAC4C0A89C2}"/>
              </a:ext>
            </a:extLst>
          </p:cNvPr>
          <p:cNvSpPr>
            <a:spLocks noGrp="1"/>
          </p:cNvSpPr>
          <p:nvPr>
            <p:ph type="title"/>
          </p:nvPr>
        </p:nvSpPr>
        <p:spPr>
          <a:xfrm>
            <a:off x="612648" y="350168"/>
            <a:ext cx="8153400" cy="990600"/>
          </a:xfrm>
        </p:spPr>
        <p:txBody>
          <a:bodyPr>
            <a:normAutofit fontScale="90000"/>
          </a:bodyPr>
          <a:lstStyle/>
          <a:p>
            <a:pPr>
              <a:lnSpc>
                <a:spcPts val="3500"/>
              </a:lnSpc>
            </a:pPr>
            <a:r>
              <a:rPr lang="en-GB" dirty="0"/>
              <a:t>Ethical considerations for usability testing</a:t>
            </a:r>
            <a:br>
              <a:rPr lang="en-GB" dirty="0"/>
            </a:br>
            <a:endParaRPr lang="en-GB" dirty="0"/>
          </a:p>
        </p:txBody>
      </p:sp>
      <p:sp>
        <p:nvSpPr>
          <p:cNvPr id="10" name="Rectangle 1">
            <a:extLst>
              <a:ext uri="{FF2B5EF4-FFF2-40B4-BE49-F238E27FC236}">
                <a16:creationId xmlns:a16="http://schemas.microsoft.com/office/drawing/2014/main" id="{200F38F9-508D-49E2-A132-213ABABEDB7D}"/>
              </a:ext>
            </a:extLst>
          </p:cNvPr>
          <p:cNvSpPr>
            <a:spLocks noGrp="1" noChangeArrowheads="1"/>
          </p:cNvSpPr>
          <p:nvPr>
            <p:ph sz="quarter" idx="1"/>
          </p:nvPr>
        </p:nvSpPr>
        <p:spPr bwMode="auto">
          <a:xfrm>
            <a:off x="617394" y="1484784"/>
            <a:ext cx="7924800" cy="481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71463" marR="0" lvl="0" indent="-271463" algn="l" defTabSz="914400" rtl="0" eaLnBrk="0" fontAlgn="base" latinLnBrk="0" hangingPunct="0">
              <a:lnSpc>
                <a:spcPct val="100000"/>
              </a:lnSpc>
              <a:spcBef>
                <a:spcPts val="600"/>
              </a:spcBef>
              <a:spcAft>
                <a:spcPct val="0"/>
              </a:spcAft>
              <a:buClrTx/>
              <a:buSzTx/>
              <a:buFontTx/>
              <a:buAutoNum type="arabicPeriod"/>
              <a:tabLst/>
            </a:pPr>
            <a:r>
              <a:rPr kumimoji="0" lang="en-US" altLang="en-US" sz="1400" b="1" i="0" u="none" strike="noStrike" cap="none" normalizeH="0" baseline="0" dirty="0">
                <a:ln>
                  <a:noFill/>
                </a:ln>
                <a:solidFill>
                  <a:srgbClr val="000000"/>
                </a:solidFill>
                <a:effectLst/>
                <a:latin typeface="+mn-lt"/>
              </a:rPr>
              <a:t>Informed Consent:</a:t>
            </a:r>
            <a:r>
              <a:rPr kumimoji="0" lang="en-US" altLang="en-US" sz="1400" b="0" i="0" u="none" strike="noStrike" cap="none" normalizeH="0" baseline="0" dirty="0">
                <a:ln>
                  <a:noFill/>
                </a:ln>
                <a:solidFill>
                  <a:srgbClr val="000000"/>
                </a:solidFill>
                <a:effectLst/>
                <a:latin typeface="+mn-lt"/>
              </a:rPr>
              <a:t> Participants must provide informed and voluntary consent to participate in usability testing. They should be fully aware of the purpose of the test, any data collection methods, and their rights as participants. Consent should be obtained in writing or orally, depending on the context.</a:t>
            </a:r>
          </a:p>
          <a:p>
            <a:pPr marL="271463" marR="0" lvl="0" indent="-271463" algn="l" defTabSz="914400" rtl="0" eaLnBrk="0" fontAlgn="base" latinLnBrk="0" hangingPunct="0">
              <a:lnSpc>
                <a:spcPct val="100000"/>
              </a:lnSpc>
              <a:spcBef>
                <a:spcPts val="600"/>
              </a:spcBef>
              <a:spcAft>
                <a:spcPct val="0"/>
              </a:spcAft>
              <a:buClrTx/>
              <a:buSzTx/>
              <a:buFontTx/>
              <a:buAutoNum type="arabicPeriod" startAt="2"/>
              <a:tabLst/>
            </a:pPr>
            <a:r>
              <a:rPr kumimoji="0" lang="en-US" altLang="en-US" sz="1400" b="1" i="0" u="none" strike="noStrike" cap="none" normalizeH="0" baseline="0" dirty="0">
                <a:ln>
                  <a:noFill/>
                </a:ln>
                <a:solidFill>
                  <a:srgbClr val="000000"/>
                </a:solidFill>
                <a:effectLst/>
                <a:latin typeface="+mn-lt"/>
              </a:rPr>
              <a:t>Privacy and Confidentiality:</a:t>
            </a:r>
            <a:r>
              <a:rPr kumimoji="0" lang="en-US" altLang="en-US" sz="1400" b="0" i="0" u="none" strike="noStrike" cap="none" normalizeH="0" baseline="0" dirty="0">
                <a:ln>
                  <a:noFill/>
                </a:ln>
                <a:solidFill>
                  <a:srgbClr val="000000"/>
                </a:solidFill>
                <a:effectLst/>
                <a:latin typeface="+mn-lt"/>
              </a:rPr>
              <a:t> Protect the privacy of participants by ensuring that any personal or sensitive information is kept confidential. Use anonymization techniques to de-identify data and prevent the disclosure of participants' identities.</a:t>
            </a:r>
          </a:p>
          <a:p>
            <a:pPr marL="271463" marR="0" lvl="0" indent="-271463" algn="l" defTabSz="914400" rtl="0" eaLnBrk="0" fontAlgn="base" latinLnBrk="0" hangingPunct="0">
              <a:lnSpc>
                <a:spcPct val="100000"/>
              </a:lnSpc>
              <a:spcBef>
                <a:spcPts val="600"/>
              </a:spcBef>
              <a:spcAft>
                <a:spcPct val="0"/>
              </a:spcAft>
              <a:buClrTx/>
              <a:buSzTx/>
              <a:buFontTx/>
              <a:buAutoNum type="arabicPeriod" startAt="3"/>
              <a:tabLst/>
            </a:pPr>
            <a:r>
              <a:rPr kumimoji="0" lang="en-US" altLang="en-US" sz="1400" b="1" i="0" u="none" strike="noStrike" cap="none" normalizeH="0" baseline="0" dirty="0">
                <a:ln>
                  <a:noFill/>
                </a:ln>
                <a:solidFill>
                  <a:srgbClr val="000000"/>
                </a:solidFill>
                <a:effectLst/>
                <a:latin typeface="+mn-lt"/>
              </a:rPr>
              <a:t>Data Security:</a:t>
            </a:r>
            <a:r>
              <a:rPr kumimoji="0" lang="en-US" altLang="en-US" sz="1400" b="0" i="0" u="none" strike="noStrike" cap="none" normalizeH="0" baseline="0" dirty="0">
                <a:ln>
                  <a:noFill/>
                </a:ln>
                <a:solidFill>
                  <a:srgbClr val="000000"/>
                </a:solidFill>
                <a:effectLst/>
                <a:latin typeface="+mn-lt"/>
              </a:rPr>
              <a:t> Safeguard participant data from unauthorized access or data breaches. Ensure secure storage and transmission of data, especially if you collect sensitive information.</a:t>
            </a:r>
          </a:p>
          <a:p>
            <a:pPr marL="271463" marR="0" lvl="0" indent="-271463" algn="l" defTabSz="914400" rtl="0" eaLnBrk="0" fontAlgn="base" latinLnBrk="0" hangingPunct="0">
              <a:lnSpc>
                <a:spcPct val="100000"/>
              </a:lnSpc>
              <a:spcBef>
                <a:spcPts val="600"/>
              </a:spcBef>
              <a:spcAft>
                <a:spcPct val="0"/>
              </a:spcAft>
              <a:buClrTx/>
              <a:buSzTx/>
              <a:buFontTx/>
              <a:buAutoNum type="arabicPeriod" startAt="4"/>
              <a:tabLst/>
            </a:pPr>
            <a:r>
              <a:rPr kumimoji="0" lang="en-US" altLang="en-US" sz="1400" b="1" i="0" u="none" strike="noStrike" cap="none" normalizeH="0" baseline="0" dirty="0">
                <a:ln>
                  <a:noFill/>
                </a:ln>
                <a:solidFill>
                  <a:srgbClr val="000000"/>
                </a:solidFill>
                <a:effectLst/>
                <a:latin typeface="+mn-lt"/>
              </a:rPr>
              <a:t>Deception:</a:t>
            </a:r>
            <a:r>
              <a:rPr kumimoji="0" lang="en-US" altLang="en-US" sz="1400" b="0" i="0" u="none" strike="noStrike" cap="none" normalizeH="0" baseline="0" dirty="0">
                <a:ln>
                  <a:noFill/>
                </a:ln>
                <a:solidFill>
                  <a:srgbClr val="000000"/>
                </a:solidFill>
                <a:effectLst/>
                <a:latin typeface="+mn-lt"/>
              </a:rPr>
              <a:t> Avoid deception in usability testing. Participants should not be misled or provided with false information about the purpose or nature of the test.</a:t>
            </a:r>
          </a:p>
          <a:p>
            <a:pPr marL="271463" marR="0" lvl="0" indent="-271463" algn="l" defTabSz="914400" rtl="0" eaLnBrk="0" fontAlgn="base" latinLnBrk="0" hangingPunct="0">
              <a:lnSpc>
                <a:spcPct val="100000"/>
              </a:lnSpc>
              <a:spcBef>
                <a:spcPts val="600"/>
              </a:spcBef>
              <a:spcAft>
                <a:spcPct val="0"/>
              </a:spcAft>
              <a:buClrTx/>
              <a:buSzTx/>
              <a:buFontTx/>
              <a:buAutoNum type="arabicPeriod" startAt="5"/>
              <a:tabLst/>
            </a:pPr>
            <a:r>
              <a:rPr kumimoji="0" lang="en-US" altLang="en-US" sz="1400" b="1" i="0" u="none" strike="noStrike" cap="none" normalizeH="0" baseline="0" dirty="0">
                <a:ln>
                  <a:noFill/>
                </a:ln>
                <a:solidFill>
                  <a:srgbClr val="000000"/>
                </a:solidFill>
                <a:effectLst/>
                <a:latin typeface="+mn-lt"/>
              </a:rPr>
              <a:t>Honesty and Transparency:</a:t>
            </a:r>
            <a:r>
              <a:rPr kumimoji="0" lang="en-US" altLang="en-US" sz="1400" b="0" i="0" u="none" strike="noStrike" cap="none" normalizeH="0" baseline="0" dirty="0">
                <a:ln>
                  <a:noFill/>
                </a:ln>
                <a:solidFill>
                  <a:srgbClr val="000000"/>
                </a:solidFill>
                <a:effectLst/>
                <a:latin typeface="+mn-lt"/>
              </a:rPr>
              <a:t> Be transparent about the research objectives and methodologies. Participants should know what to expect during the testing process.</a:t>
            </a:r>
          </a:p>
          <a:p>
            <a:pPr marL="271463" marR="0" lvl="0" indent="-271463" algn="l" defTabSz="914400" rtl="0" eaLnBrk="0" fontAlgn="base" latinLnBrk="0" hangingPunct="0">
              <a:lnSpc>
                <a:spcPct val="100000"/>
              </a:lnSpc>
              <a:spcBef>
                <a:spcPts val="600"/>
              </a:spcBef>
              <a:spcAft>
                <a:spcPct val="0"/>
              </a:spcAft>
              <a:buClrTx/>
              <a:buSzTx/>
              <a:buFontTx/>
              <a:buAutoNum type="arabicPeriod" startAt="6"/>
              <a:tabLst/>
            </a:pPr>
            <a:r>
              <a:rPr kumimoji="0" lang="en-US" altLang="en-US" sz="1400" b="1" i="0" u="none" strike="noStrike" cap="none" normalizeH="0" baseline="0" dirty="0">
                <a:ln>
                  <a:noFill/>
                </a:ln>
                <a:solidFill>
                  <a:srgbClr val="000000"/>
                </a:solidFill>
                <a:effectLst/>
                <a:latin typeface="+mn-lt"/>
              </a:rPr>
              <a:t>Safety:</a:t>
            </a:r>
            <a:r>
              <a:rPr kumimoji="0" lang="en-US" altLang="en-US" sz="1400" b="0" i="0" u="none" strike="noStrike" cap="none" normalizeH="0" baseline="0" dirty="0">
                <a:ln>
                  <a:noFill/>
                </a:ln>
                <a:solidFill>
                  <a:srgbClr val="000000"/>
                </a:solidFill>
                <a:effectLst/>
                <a:latin typeface="+mn-lt"/>
              </a:rPr>
              <a:t> Ensure that usability testing does not pose any physical or psychological harm to participants. Monitor participant well-being and provide support if any distress occurs.</a:t>
            </a:r>
          </a:p>
          <a:p>
            <a:pPr marL="271463" marR="0" lvl="0" indent="-271463" algn="l" defTabSz="914400" rtl="0" eaLnBrk="0" fontAlgn="base" latinLnBrk="0" hangingPunct="0">
              <a:lnSpc>
                <a:spcPct val="100000"/>
              </a:lnSpc>
              <a:spcBef>
                <a:spcPts val="600"/>
              </a:spcBef>
              <a:spcAft>
                <a:spcPct val="0"/>
              </a:spcAft>
              <a:buClrTx/>
              <a:buSzTx/>
              <a:buFontTx/>
              <a:buAutoNum type="arabicPeriod" startAt="7"/>
              <a:tabLst/>
            </a:pPr>
            <a:r>
              <a:rPr kumimoji="0" lang="en-US" altLang="en-US" sz="1400" b="1" i="0" u="none" strike="noStrike" cap="none" normalizeH="0" baseline="0" dirty="0">
                <a:ln>
                  <a:noFill/>
                </a:ln>
                <a:solidFill>
                  <a:srgbClr val="000000"/>
                </a:solidFill>
                <a:effectLst/>
                <a:latin typeface="+mn-lt"/>
              </a:rPr>
              <a:t>Compensation:</a:t>
            </a:r>
            <a:r>
              <a:rPr kumimoji="0" lang="en-US" altLang="en-US" sz="1400" b="0" i="0" u="none" strike="noStrike" cap="none" normalizeH="0" baseline="0" dirty="0">
                <a:ln>
                  <a:noFill/>
                </a:ln>
                <a:solidFill>
                  <a:srgbClr val="000000"/>
                </a:solidFill>
                <a:effectLst/>
                <a:latin typeface="+mn-lt"/>
              </a:rPr>
              <a:t> If participants are compensated for their time and effort, ensure that the compensation is fair and does not create undue influence.</a:t>
            </a:r>
          </a:p>
          <a:p>
            <a:pPr marL="0" marR="0" lvl="0" indent="0" algn="l" defTabSz="914400" rtl="0" eaLnBrk="0" fontAlgn="base" latinLnBrk="0" hangingPunct="0">
              <a:lnSpc>
                <a:spcPct val="100000"/>
              </a:lnSpc>
              <a:spcBef>
                <a:spcPts val="600"/>
              </a:spcBef>
              <a:spcAft>
                <a:spcPct val="0"/>
              </a:spcAft>
              <a:buClrTx/>
              <a:buSzTx/>
              <a:buFontTx/>
              <a:buNone/>
              <a:tabLst/>
            </a:pPr>
            <a:br>
              <a:rPr kumimoji="0" lang="en-US" altLang="en-US" sz="1400" b="0" i="0" u="none" strike="noStrike" cap="none" normalizeH="0" baseline="0" dirty="0">
                <a:ln>
                  <a:noFill/>
                </a:ln>
                <a:solidFill>
                  <a:srgbClr val="000000"/>
                </a:solidFill>
                <a:effectLst/>
                <a:latin typeface="+mn-lt"/>
              </a:rPr>
            </a:br>
            <a:endParaRPr kumimoji="0" lang="en-US" altLang="en-US" sz="1400" b="0" i="0" u="none" strike="noStrike" cap="none" normalizeH="0" baseline="0" dirty="0">
              <a:ln>
                <a:noFill/>
              </a:ln>
              <a:solidFill>
                <a:schemeClr val="tx1"/>
              </a:solidFill>
              <a:effectLst/>
              <a:latin typeface="+mn-lt"/>
            </a:endParaRPr>
          </a:p>
        </p:txBody>
      </p:sp>
      <p:sp>
        <p:nvSpPr>
          <p:cNvPr id="2" name="Footer Placeholder 1">
            <a:extLst>
              <a:ext uri="{FF2B5EF4-FFF2-40B4-BE49-F238E27FC236}">
                <a16:creationId xmlns:a16="http://schemas.microsoft.com/office/drawing/2014/main" id="{1D087A17-87C9-5E7A-3605-B539EE699E0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6B62BE15-5F5C-2C75-E8D7-566FC9A473CD}"/>
              </a:ext>
            </a:extLst>
          </p:cNvPr>
          <p:cNvSpPr>
            <a:spLocks noGrp="1"/>
          </p:cNvSpPr>
          <p:nvPr>
            <p:ph type="sldNum" sz="quarter" idx="4"/>
          </p:nvPr>
        </p:nvSpPr>
        <p:spPr/>
        <p:txBody>
          <a:bodyPr/>
          <a:lstStyle/>
          <a:p>
            <a:fld id="{9FD7ECCF-50E7-4327-B945-FA93FF7B2BEF}" type="slidenum">
              <a:rPr lang="en-US" smtClean="0"/>
              <a:pPr/>
              <a:t>32</a:t>
            </a:fld>
            <a:r>
              <a:rPr lang="en-GB"/>
              <a:t>/38</a:t>
            </a:r>
            <a:endParaRPr lang="en-US" dirty="0"/>
          </a:p>
        </p:txBody>
      </p:sp>
    </p:spTree>
    <p:extLst>
      <p:ext uri="{BB962C8B-B14F-4D97-AF65-F5344CB8AC3E}">
        <p14:creationId xmlns:p14="http://schemas.microsoft.com/office/powerpoint/2010/main" val="1017245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6868A33-2F2B-EB5B-E31E-6DAC4C0A89C2}"/>
              </a:ext>
            </a:extLst>
          </p:cNvPr>
          <p:cNvSpPr>
            <a:spLocks noGrp="1"/>
          </p:cNvSpPr>
          <p:nvPr>
            <p:ph type="title"/>
          </p:nvPr>
        </p:nvSpPr>
        <p:spPr>
          <a:xfrm>
            <a:off x="612648" y="350168"/>
            <a:ext cx="8153400" cy="990600"/>
          </a:xfrm>
        </p:spPr>
        <p:txBody>
          <a:bodyPr>
            <a:normAutofit fontScale="90000"/>
          </a:bodyPr>
          <a:lstStyle/>
          <a:p>
            <a:pPr>
              <a:lnSpc>
                <a:spcPts val="3500"/>
              </a:lnSpc>
            </a:pPr>
            <a:r>
              <a:rPr lang="en-GB" dirty="0"/>
              <a:t>Ethical considerations for usability testing</a:t>
            </a:r>
            <a:br>
              <a:rPr lang="en-GB" dirty="0"/>
            </a:br>
            <a:endParaRPr lang="en-GB" dirty="0"/>
          </a:p>
        </p:txBody>
      </p:sp>
      <p:sp>
        <p:nvSpPr>
          <p:cNvPr id="10" name="Rectangle 1">
            <a:extLst>
              <a:ext uri="{FF2B5EF4-FFF2-40B4-BE49-F238E27FC236}">
                <a16:creationId xmlns:a16="http://schemas.microsoft.com/office/drawing/2014/main" id="{200F38F9-508D-49E2-A132-213ABABEDB7D}"/>
              </a:ext>
            </a:extLst>
          </p:cNvPr>
          <p:cNvSpPr>
            <a:spLocks noGrp="1" noChangeArrowheads="1"/>
          </p:cNvSpPr>
          <p:nvPr>
            <p:ph sz="quarter" idx="1"/>
          </p:nvPr>
        </p:nvSpPr>
        <p:spPr bwMode="auto">
          <a:xfrm>
            <a:off x="609600" y="1493599"/>
            <a:ext cx="7924800" cy="46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61950" marR="0" lvl="0" indent="-361950" algn="l" defTabSz="914400" rtl="0" eaLnBrk="0" fontAlgn="base" latinLnBrk="0" hangingPunct="0">
              <a:lnSpc>
                <a:spcPct val="100000"/>
              </a:lnSpc>
              <a:spcBef>
                <a:spcPts val="600"/>
              </a:spcBef>
              <a:spcAft>
                <a:spcPct val="0"/>
              </a:spcAft>
              <a:buClrTx/>
              <a:buSzTx/>
              <a:buFontTx/>
              <a:buAutoNum type="arabicPeriod" startAt="8"/>
              <a:tabLst/>
            </a:pPr>
            <a:r>
              <a:rPr kumimoji="0" lang="en-US" altLang="en-US" sz="1400" b="1" i="0" u="none" strike="noStrike" cap="none" normalizeH="0" baseline="0" dirty="0">
                <a:ln>
                  <a:noFill/>
                </a:ln>
                <a:solidFill>
                  <a:srgbClr val="000000"/>
                </a:solidFill>
                <a:effectLst/>
                <a:latin typeface="+mn-lt"/>
              </a:rPr>
              <a:t>Recruitment:</a:t>
            </a:r>
            <a:r>
              <a:rPr kumimoji="0" lang="en-US" altLang="en-US" sz="1400" b="0" i="0" u="none" strike="noStrike" cap="none" normalizeH="0" baseline="0" dirty="0">
                <a:ln>
                  <a:noFill/>
                </a:ln>
                <a:solidFill>
                  <a:srgbClr val="000000"/>
                </a:solidFill>
                <a:effectLst/>
                <a:latin typeface="+mn-lt"/>
              </a:rPr>
              <a:t> Be cautious when recruiting participants, avoiding undue pressure or coercion to participate. Recruitment should be unbiased and not target vulnerable populations.</a:t>
            </a:r>
          </a:p>
          <a:p>
            <a:pPr marL="361950" marR="0" lvl="0" indent="-361950" algn="l" defTabSz="914400" rtl="0" eaLnBrk="0" fontAlgn="base" latinLnBrk="0" hangingPunct="0">
              <a:lnSpc>
                <a:spcPct val="100000"/>
              </a:lnSpc>
              <a:spcBef>
                <a:spcPts val="600"/>
              </a:spcBef>
              <a:spcAft>
                <a:spcPct val="0"/>
              </a:spcAft>
              <a:buClrTx/>
              <a:buSzTx/>
              <a:buFontTx/>
              <a:buAutoNum type="arabicPeriod" startAt="9"/>
              <a:tabLst/>
            </a:pPr>
            <a:r>
              <a:rPr kumimoji="0" lang="en-US" altLang="en-US" sz="1400" b="1" i="0" u="none" strike="noStrike" cap="none" normalizeH="0" baseline="0" dirty="0">
                <a:ln>
                  <a:noFill/>
                </a:ln>
                <a:solidFill>
                  <a:srgbClr val="000000"/>
                </a:solidFill>
                <a:effectLst/>
                <a:latin typeface="+mn-lt"/>
              </a:rPr>
              <a:t>Feedback:</a:t>
            </a:r>
            <a:r>
              <a:rPr kumimoji="0" lang="en-US" altLang="en-US" sz="1400" b="0" i="0" u="none" strike="noStrike" cap="none" normalizeH="0" baseline="0" dirty="0">
                <a:ln>
                  <a:noFill/>
                </a:ln>
                <a:solidFill>
                  <a:srgbClr val="000000"/>
                </a:solidFill>
                <a:effectLst/>
                <a:latin typeface="+mn-lt"/>
              </a:rPr>
              <a:t> Encourage open and honest feedback from participants, but do not pressure them to provide positive feedback or engage in unethical practices to improve test results.</a:t>
            </a:r>
          </a:p>
          <a:p>
            <a:pPr marL="361950" marR="0" lvl="0" indent="-361950" algn="l" defTabSz="914400" rtl="0" eaLnBrk="0" fontAlgn="base" latinLnBrk="0" hangingPunct="0">
              <a:lnSpc>
                <a:spcPct val="100000"/>
              </a:lnSpc>
              <a:spcBef>
                <a:spcPts val="600"/>
              </a:spcBef>
              <a:spcAft>
                <a:spcPct val="0"/>
              </a:spcAft>
              <a:buClrTx/>
              <a:buSzTx/>
              <a:buFontTx/>
              <a:buAutoNum type="arabicPeriod" startAt="10"/>
              <a:tabLst/>
            </a:pPr>
            <a:r>
              <a:rPr kumimoji="0" lang="en-US" altLang="en-US" sz="1400" b="1" i="0" u="none" strike="noStrike" cap="none" normalizeH="0" baseline="0" dirty="0">
                <a:ln>
                  <a:noFill/>
                </a:ln>
                <a:solidFill>
                  <a:srgbClr val="000000"/>
                </a:solidFill>
                <a:effectLst/>
                <a:latin typeface="+mn-lt"/>
              </a:rPr>
              <a:t>Accessibility:</a:t>
            </a:r>
            <a:r>
              <a:rPr kumimoji="0" lang="en-US" altLang="en-US" sz="1400" b="0" i="0" u="none" strike="noStrike" cap="none" normalizeH="0" baseline="0" dirty="0">
                <a:ln>
                  <a:noFill/>
                </a:ln>
                <a:solidFill>
                  <a:srgbClr val="000000"/>
                </a:solidFill>
                <a:effectLst/>
                <a:latin typeface="+mn-lt"/>
              </a:rPr>
              <a:t> Make sure that the usability testing environment and materials are accessible to participants with disabilities. Provide accommodations as needed to ensure equal participation.</a:t>
            </a:r>
          </a:p>
          <a:p>
            <a:pPr marL="361950" marR="0" lvl="0" indent="-361950" algn="l" defTabSz="914400" rtl="0" eaLnBrk="0" fontAlgn="base" latinLnBrk="0" hangingPunct="0">
              <a:lnSpc>
                <a:spcPct val="100000"/>
              </a:lnSpc>
              <a:spcBef>
                <a:spcPts val="600"/>
              </a:spcBef>
              <a:spcAft>
                <a:spcPct val="0"/>
              </a:spcAft>
              <a:buClrTx/>
              <a:buSzTx/>
              <a:buFontTx/>
              <a:buAutoNum type="arabicPeriod" startAt="11"/>
              <a:tabLst/>
            </a:pPr>
            <a:r>
              <a:rPr kumimoji="0" lang="en-US" altLang="en-US" sz="1400" b="1" i="0" u="none" strike="noStrike" cap="none" normalizeH="0" baseline="0" dirty="0">
                <a:ln>
                  <a:noFill/>
                </a:ln>
                <a:solidFill>
                  <a:srgbClr val="000000"/>
                </a:solidFill>
                <a:effectLst/>
                <a:latin typeface="+mn-lt"/>
              </a:rPr>
              <a:t>Withdrawal:</a:t>
            </a:r>
            <a:r>
              <a:rPr kumimoji="0" lang="en-US" altLang="en-US" sz="1400" b="0" i="0" u="none" strike="noStrike" cap="none" normalizeH="0" baseline="0" dirty="0">
                <a:ln>
                  <a:noFill/>
                </a:ln>
                <a:solidFill>
                  <a:srgbClr val="000000"/>
                </a:solidFill>
                <a:effectLst/>
                <a:latin typeface="+mn-lt"/>
              </a:rPr>
              <a:t> Inform participants of their right to withdraw from the study at any time without consequences.</a:t>
            </a:r>
          </a:p>
          <a:p>
            <a:pPr marL="361950" marR="0" lvl="0" indent="-361950" algn="l" defTabSz="914400" rtl="0" eaLnBrk="0" fontAlgn="base" latinLnBrk="0" hangingPunct="0">
              <a:lnSpc>
                <a:spcPct val="100000"/>
              </a:lnSpc>
              <a:spcBef>
                <a:spcPts val="600"/>
              </a:spcBef>
              <a:spcAft>
                <a:spcPct val="0"/>
              </a:spcAft>
              <a:buClrTx/>
              <a:buSzTx/>
              <a:buFontTx/>
              <a:buAutoNum type="arabicPeriod" startAt="12"/>
              <a:tabLst/>
            </a:pPr>
            <a:r>
              <a:rPr kumimoji="0" lang="en-US" altLang="en-US" sz="1400" b="1" i="0" u="none" strike="noStrike" cap="none" normalizeH="0" baseline="0" dirty="0">
                <a:ln>
                  <a:noFill/>
                </a:ln>
                <a:solidFill>
                  <a:srgbClr val="000000"/>
                </a:solidFill>
                <a:effectLst/>
                <a:latin typeface="+mn-lt"/>
              </a:rPr>
              <a:t>Data Usage:</a:t>
            </a:r>
            <a:r>
              <a:rPr kumimoji="0" lang="en-US" altLang="en-US" sz="1400" b="0" i="0" u="none" strike="noStrike" cap="none" normalizeH="0" baseline="0" dirty="0">
                <a:ln>
                  <a:noFill/>
                </a:ln>
                <a:solidFill>
                  <a:srgbClr val="000000"/>
                </a:solidFill>
                <a:effectLst/>
                <a:latin typeface="+mn-lt"/>
              </a:rPr>
              <a:t> Clearly communicate how the data collected during usability testing will be used and shared. Ensure that data is used only for research purposes and is not exploited for other purposes without participants' consent.</a:t>
            </a:r>
          </a:p>
          <a:p>
            <a:pPr marL="361950" marR="0" lvl="0" indent="-361950" algn="l" defTabSz="914400" rtl="0" eaLnBrk="0" fontAlgn="base" latinLnBrk="0" hangingPunct="0">
              <a:lnSpc>
                <a:spcPct val="100000"/>
              </a:lnSpc>
              <a:spcBef>
                <a:spcPts val="600"/>
              </a:spcBef>
              <a:spcAft>
                <a:spcPct val="0"/>
              </a:spcAft>
              <a:buClrTx/>
              <a:buSzTx/>
              <a:buFontTx/>
              <a:buAutoNum type="arabicPeriod" startAt="13"/>
              <a:tabLst/>
            </a:pPr>
            <a:r>
              <a:rPr kumimoji="0" lang="en-US" altLang="en-US" sz="1400" b="1" i="0" u="none" strike="noStrike" cap="none" normalizeH="0" baseline="0" dirty="0">
                <a:ln>
                  <a:noFill/>
                </a:ln>
                <a:solidFill>
                  <a:srgbClr val="000000"/>
                </a:solidFill>
                <a:effectLst/>
                <a:latin typeface="+mn-lt"/>
              </a:rPr>
              <a:t>Review by Ethics Committees:</a:t>
            </a:r>
            <a:r>
              <a:rPr kumimoji="0" lang="en-US" altLang="en-US" sz="1400" b="0" i="0" u="none" strike="noStrike" cap="none" normalizeH="0" baseline="0" dirty="0">
                <a:ln>
                  <a:noFill/>
                </a:ln>
                <a:solidFill>
                  <a:srgbClr val="000000"/>
                </a:solidFill>
                <a:effectLst/>
                <a:latin typeface="+mn-lt"/>
              </a:rPr>
              <a:t> In some cases, usability testing involving vulnerable populations or sensitive data may require review and approval by an ethics committee or institutional review board (IRB).</a:t>
            </a:r>
          </a:p>
          <a:p>
            <a:pPr marL="361950" marR="0" lvl="0" indent="-361950" algn="l" defTabSz="914400" rtl="0" eaLnBrk="0" fontAlgn="base" latinLnBrk="0" hangingPunct="0">
              <a:lnSpc>
                <a:spcPct val="100000"/>
              </a:lnSpc>
              <a:spcBef>
                <a:spcPts val="600"/>
              </a:spcBef>
              <a:spcAft>
                <a:spcPct val="0"/>
              </a:spcAft>
              <a:buClrTx/>
              <a:buSzTx/>
              <a:buFontTx/>
              <a:buAutoNum type="arabicPeriod" startAt="14"/>
              <a:tabLst/>
            </a:pPr>
            <a:r>
              <a:rPr kumimoji="0" lang="en-US" altLang="en-US" sz="1400" b="1" i="0" u="none" strike="noStrike" cap="none" normalizeH="0" baseline="0" dirty="0">
                <a:ln>
                  <a:noFill/>
                </a:ln>
                <a:solidFill>
                  <a:srgbClr val="000000"/>
                </a:solidFill>
                <a:effectLst/>
                <a:latin typeface="+mn-lt"/>
              </a:rPr>
              <a:t>Respect and Dignity:</a:t>
            </a:r>
            <a:r>
              <a:rPr kumimoji="0" lang="en-US" altLang="en-US" sz="1400" b="0" i="0" u="none" strike="noStrike" cap="none" normalizeH="0" baseline="0" dirty="0">
                <a:ln>
                  <a:noFill/>
                </a:ln>
                <a:solidFill>
                  <a:srgbClr val="000000"/>
                </a:solidFill>
                <a:effectLst/>
                <a:latin typeface="+mn-lt"/>
              </a:rPr>
              <a:t> Treat participants with respect and dignity throughout the usability testing process. Be considerate of their time and needs.</a:t>
            </a:r>
          </a:p>
          <a:p>
            <a:pPr marL="361950" marR="0" lvl="0" indent="-361950" algn="l" defTabSz="914400" rtl="0" eaLnBrk="0" fontAlgn="base" latinLnBrk="0" hangingPunct="0">
              <a:lnSpc>
                <a:spcPct val="100000"/>
              </a:lnSpc>
              <a:spcBef>
                <a:spcPts val="600"/>
              </a:spcBef>
              <a:spcAft>
                <a:spcPct val="0"/>
              </a:spcAft>
              <a:buClrTx/>
              <a:buSzTx/>
              <a:buFontTx/>
              <a:buAutoNum type="arabicPeriod" startAt="15"/>
              <a:tabLst/>
            </a:pPr>
            <a:r>
              <a:rPr kumimoji="0" lang="en-US" altLang="en-US" sz="1400" b="1" i="0" u="none" strike="noStrike" cap="none" normalizeH="0" baseline="0" dirty="0">
                <a:ln>
                  <a:noFill/>
                </a:ln>
                <a:solidFill>
                  <a:srgbClr val="000000"/>
                </a:solidFill>
                <a:effectLst/>
                <a:latin typeface="+mn-lt"/>
              </a:rPr>
              <a:t>Post-Testing Debriefing:</a:t>
            </a:r>
            <a:r>
              <a:rPr kumimoji="0" lang="en-US" altLang="en-US" sz="1400" b="0" i="0" u="none" strike="noStrike" cap="none" normalizeH="0" baseline="0" dirty="0">
                <a:ln>
                  <a:noFill/>
                </a:ln>
                <a:solidFill>
                  <a:srgbClr val="000000"/>
                </a:solidFill>
                <a:effectLst/>
                <a:latin typeface="+mn-lt"/>
              </a:rPr>
              <a:t> After usability testing, provide participants with a debriefing session where they can ask questions, receive feedback, and express any concerns.</a:t>
            </a:r>
          </a:p>
        </p:txBody>
      </p:sp>
      <p:sp>
        <p:nvSpPr>
          <p:cNvPr id="4" name="Footer Placeholder 3">
            <a:extLst>
              <a:ext uri="{FF2B5EF4-FFF2-40B4-BE49-F238E27FC236}">
                <a16:creationId xmlns:a16="http://schemas.microsoft.com/office/drawing/2014/main" id="{66B267EC-47E9-9F36-2212-4C8D3EB2946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F7D77E0-A1A1-68F6-4595-FAA2B02CFD46}"/>
              </a:ext>
            </a:extLst>
          </p:cNvPr>
          <p:cNvSpPr>
            <a:spLocks noGrp="1"/>
          </p:cNvSpPr>
          <p:nvPr>
            <p:ph type="sldNum" sz="quarter" idx="4"/>
          </p:nvPr>
        </p:nvSpPr>
        <p:spPr/>
        <p:txBody>
          <a:bodyPr/>
          <a:lstStyle/>
          <a:p>
            <a:fld id="{9FD7ECCF-50E7-4327-B945-FA93FF7B2BEF}" type="slidenum">
              <a:rPr lang="en-US" smtClean="0"/>
              <a:pPr/>
              <a:t>33</a:t>
            </a:fld>
            <a:r>
              <a:rPr lang="en-GB"/>
              <a:t>/38</a:t>
            </a:r>
            <a:endParaRPr lang="en-US" dirty="0"/>
          </a:p>
        </p:txBody>
      </p:sp>
    </p:spTree>
    <p:extLst>
      <p:ext uri="{BB962C8B-B14F-4D97-AF65-F5344CB8AC3E}">
        <p14:creationId xmlns:p14="http://schemas.microsoft.com/office/powerpoint/2010/main" val="3195453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182467-311E-F72D-86FC-62D0D02EB72D}"/>
              </a:ext>
            </a:extLst>
          </p:cNvPr>
          <p:cNvSpPr>
            <a:spLocks noGrp="1"/>
          </p:cNvSpPr>
          <p:nvPr>
            <p:ph type="title"/>
          </p:nvPr>
        </p:nvSpPr>
        <p:spPr>
          <a:xfrm>
            <a:off x="612648" y="116632"/>
            <a:ext cx="8153400" cy="990600"/>
          </a:xfrm>
        </p:spPr>
        <p:txBody>
          <a:bodyPr>
            <a:noAutofit/>
          </a:bodyPr>
          <a:lstStyle/>
          <a:p>
            <a:pPr>
              <a:lnSpc>
                <a:spcPts val="3000"/>
              </a:lnSpc>
            </a:pPr>
            <a:r>
              <a:rPr lang="en-GB" sz="2800" dirty="0">
                <a:latin typeface="g_d0_f5"/>
              </a:rPr>
              <a:t>University of Westminster Code of Practice Governing the Ethical Conduct of Research   2020/21</a:t>
            </a:r>
            <a:endParaRPr lang="en-GB" sz="2400" dirty="0"/>
          </a:p>
        </p:txBody>
      </p:sp>
      <p:sp>
        <p:nvSpPr>
          <p:cNvPr id="8" name="Content Placeholder 7">
            <a:extLst>
              <a:ext uri="{FF2B5EF4-FFF2-40B4-BE49-F238E27FC236}">
                <a16:creationId xmlns:a16="http://schemas.microsoft.com/office/drawing/2014/main" id="{DC83A988-DAC8-A304-08C6-5B322754E3CD}"/>
              </a:ext>
            </a:extLst>
          </p:cNvPr>
          <p:cNvSpPr>
            <a:spLocks noGrp="1"/>
          </p:cNvSpPr>
          <p:nvPr>
            <p:ph sz="quarter" idx="1"/>
          </p:nvPr>
        </p:nvSpPr>
        <p:spPr>
          <a:xfrm>
            <a:off x="612648" y="1600199"/>
            <a:ext cx="8153400" cy="4648007"/>
          </a:xfrm>
        </p:spPr>
        <p:txBody>
          <a:bodyPr>
            <a:normAutofit/>
          </a:bodyPr>
          <a:lstStyle/>
          <a:p>
            <a:r>
              <a:rPr lang="en-GB" sz="2000" dirty="0" err="1">
                <a:solidFill>
                  <a:schemeClr val="tx1">
                    <a:lumMod val="85000"/>
                    <a:lumOff val="15000"/>
                  </a:schemeClr>
                </a:solidFill>
              </a:rPr>
              <a:t>UoW</a:t>
            </a:r>
            <a:r>
              <a:rPr lang="en-GB" sz="2000" dirty="0">
                <a:solidFill>
                  <a:schemeClr val="tx1">
                    <a:lumMod val="85000"/>
                    <a:lumOff val="15000"/>
                  </a:schemeClr>
                </a:solidFill>
              </a:rPr>
              <a:t>: </a:t>
            </a:r>
            <a:r>
              <a:rPr lang="en-GB" sz="2000" dirty="0">
                <a:solidFill>
                  <a:schemeClr val="tx1">
                    <a:lumMod val="85000"/>
                    <a:lumOff val="15000"/>
                  </a:schemeClr>
                </a:solidFill>
                <a:hlinkClick r:id="rId2"/>
              </a:rPr>
              <a:t>https://www.westminster.ac.uk/research/research-governance/research-and-knowledge-exchange-ethics</a:t>
            </a:r>
            <a:endParaRPr lang="en-GB" sz="2000" dirty="0">
              <a:solidFill>
                <a:schemeClr val="tx1">
                  <a:lumMod val="85000"/>
                  <a:lumOff val="15000"/>
                </a:schemeClr>
              </a:solidFill>
            </a:endParaRPr>
          </a:p>
          <a:p>
            <a:r>
              <a:rPr lang="en-GB" sz="2000" dirty="0">
                <a:solidFill>
                  <a:schemeClr val="tx1">
                    <a:lumMod val="85000"/>
                    <a:lumOff val="15000"/>
                  </a:schemeClr>
                </a:solidFill>
                <a:hlinkClick r:id="rId3"/>
              </a:rPr>
              <a:t>https://www.westminster.ac.uk/sites/default/public-files/general-documents/Ethics-Code-Of-Practice.pdf</a:t>
            </a:r>
            <a:endParaRPr lang="en-GB" sz="2000" dirty="0">
              <a:solidFill>
                <a:schemeClr val="tx1">
                  <a:lumMod val="85000"/>
                  <a:lumOff val="15000"/>
                </a:schemeClr>
              </a:solidFill>
            </a:endParaRPr>
          </a:p>
          <a:p>
            <a:endParaRPr lang="en-GB" sz="2000" dirty="0">
              <a:solidFill>
                <a:schemeClr val="tx1">
                  <a:lumMod val="85000"/>
                  <a:lumOff val="15000"/>
                </a:schemeClr>
              </a:solidFill>
            </a:endParaRPr>
          </a:p>
          <a:p>
            <a:r>
              <a:rPr lang="en-GB" sz="2000" b="0" i="0">
                <a:effectLst/>
              </a:rPr>
              <a:t>Look also Research </a:t>
            </a:r>
            <a:r>
              <a:rPr lang="en-GB" sz="2000" b="0" i="0" dirty="0">
                <a:effectLst/>
              </a:rPr>
              <a:t>Data Protection and Security(University’s Ethics Code of Practice</a:t>
            </a:r>
          </a:p>
          <a:p>
            <a:endParaRPr lang="en-GB" sz="2000" dirty="0">
              <a:solidFill>
                <a:schemeClr val="tx1">
                  <a:lumMod val="85000"/>
                  <a:lumOff val="15000"/>
                </a:schemeClr>
              </a:solidFill>
            </a:endParaRPr>
          </a:p>
        </p:txBody>
      </p:sp>
      <p:sp>
        <p:nvSpPr>
          <p:cNvPr id="2" name="Footer Placeholder 1">
            <a:extLst>
              <a:ext uri="{FF2B5EF4-FFF2-40B4-BE49-F238E27FC236}">
                <a16:creationId xmlns:a16="http://schemas.microsoft.com/office/drawing/2014/main" id="{24694C11-2DC5-E485-87E0-E48E71CF214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68D659BF-4C81-E442-1E47-886C9CE21D81}"/>
              </a:ext>
            </a:extLst>
          </p:cNvPr>
          <p:cNvSpPr>
            <a:spLocks noGrp="1"/>
          </p:cNvSpPr>
          <p:nvPr>
            <p:ph type="sldNum" sz="quarter" idx="4"/>
          </p:nvPr>
        </p:nvSpPr>
        <p:spPr/>
        <p:txBody>
          <a:bodyPr/>
          <a:lstStyle/>
          <a:p>
            <a:fld id="{9FD7ECCF-50E7-4327-B945-FA93FF7B2BEF}" type="slidenum">
              <a:rPr lang="en-US" smtClean="0"/>
              <a:pPr/>
              <a:t>34</a:t>
            </a:fld>
            <a:r>
              <a:rPr lang="en-GB"/>
              <a:t>/38</a:t>
            </a:r>
            <a:endParaRPr lang="en-US" dirty="0"/>
          </a:p>
        </p:txBody>
      </p:sp>
    </p:spTree>
    <p:extLst>
      <p:ext uri="{BB962C8B-B14F-4D97-AF65-F5344CB8AC3E}">
        <p14:creationId xmlns:p14="http://schemas.microsoft.com/office/powerpoint/2010/main" val="2645575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969F307-A1AE-279C-FC7E-EC139A6D1508}"/>
              </a:ext>
            </a:extLst>
          </p:cNvPr>
          <p:cNvSpPr>
            <a:spLocks noGrp="1"/>
          </p:cNvSpPr>
          <p:nvPr>
            <p:ph type="title"/>
          </p:nvPr>
        </p:nvSpPr>
        <p:spPr/>
        <p:txBody>
          <a:bodyPr/>
          <a:lstStyle/>
          <a:p>
            <a:r>
              <a:rPr lang="en-GB" dirty="0" err="1"/>
              <a:t>UoW</a:t>
            </a:r>
            <a:r>
              <a:rPr lang="en-GB" dirty="0"/>
              <a:t> </a:t>
            </a:r>
            <a:r>
              <a:rPr lang="en-GB" b="0" i="0" dirty="0">
                <a:effectLst/>
                <a:latin typeface="g_d0_f9"/>
              </a:rPr>
              <a:t>Ethics Approval process</a:t>
            </a:r>
            <a:endParaRPr lang="en-GB" dirty="0"/>
          </a:p>
        </p:txBody>
      </p:sp>
      <p:sp>
        <p:nvSpPr>
          <p:cNvPr id="8" name="Content Placeholder 7">
            <a:extLst>
              <a:ext uri="{FF2B5EF4-FFF2-40B4-BE49-F238E27FC236}">
                <a16:creationId xmlns:a16="http://schemas.microsoft.com/office/drawing/2014/main" id="{EF1C7A53-E1D9-93A7-2D71-22511EF5EBAF}"/>
              </a:ext>
            </a:extLst>
          </p:cNvPr>
          <p:cNvSpPr>
            <a:spLocks noGrp="1"/>
          </p:cNvSpPr>
          <p:nvPr>
            <p:ph sz="quarter" idx="2"/>
          </p:nvPr>
        </p:nvSpPr>
        <p:spPr/>
        <p:txBody>
          <a:bodyPr>
            <a:normAutofit fontScale="77500" lnSpcReduction="20000"/>
          </a:bodyPr>
          <a:lstStyle/>
          <a:p>
            <a:r>
              <a:rPr lang="en-GB" b="0" i="0" dirty="0">
                <a:effectLst/>
                <a:latin typeface="g_d0_f8"/>
              </a:rPr>
              <a:t>Students should begin the process of consideration of research ethics approval by completing an Application Cover Sheet and the Part A application form. If there are minimal ethical implications – see the decision tool at the end of Part A - then they will not need to complete the Part B application form.</a:t>
            </a:r>
            <a:endParaRPr lang="en-GB" dirty="0"/>
          </a:p>
        </p:txBody>
      </p:sp>
      <p:sp>
        <p:nvSpPr>
          <p:cNvPr id="10" name="Content Placeholder 9">
            <a:extLst>
              <a:ext uri="{FF2B5EF4-FFF2-40B4-BE49-F238E27FC236}">
                <a16:creationId xmlns:a16="http://schemas.microsoft.com/office/drawing/2014/main" id="{58127D7B-DF6A-FA88-DEC5-06B18C345E06}"/>
              </a:ext>
            </a:extLst>
          </p:cNvPr>
          <p:cNvSpPr>
            <a:spLocks noGrp="1"/>
          </p:cNvSpPr>
          <p:nvPr>
            <p:ph sz="quarter" idx="4"/>
          </p:nvPr>
        </p:nvSpPr>
        <p:spPr/>
        <p:txBody>
          <a:bodyPr>
            <a:normAutofit fontScale="77500" lnSpcReduction="20000"/>
          </a:bodyPr>
          <a:lstStyle/>
          <a:p>
            <a:r>
              <a:rPr lang="en-GB" b="0" i="0" dirty="0">
                <a:effectLst/>
                <a:latin typeface="g_d0_f8"/>
              </a:rPr>
              <a:t>If the research raises ethical issues, the student will be asked to complete Part B of the application.</a:t>
            </a:r>
            <a:endParaRPr lang="en-GB" dirty="0"/>
          </a:p>
        </p:txBody>
      </p:sp>
      <p:sp>
        <p:nvSpPr>
          <p:cNvPr id="7" name="Text Placeholder 6">
            <a:extLst>
              <a:ext uri="{FF2B5EF4-FFF2-40B4-BE49-F238E27FC236}">
                <a16:creationId xmlns:a16="http://schemas.microsoft.com/office/drawing/2014/main" id="{9CCDAA65-1BE7-3787-CB5B-78F97A6F2F81}"/>
              </a:ext>
            </a:extLst>
          </p:cNvPr>
          <p:cNvSpPr>
            <a:spLocks noGrp="1"/>
          </p:cNvSpPr>
          <p:nvPr>
            <p:ph type="body" sz="quarter" idx="1"/>
          </p:nvPr>
        </p:nvSpPr>
        <p:spPr/>
        <p:txBody>
          <a:bodyPr/>
          <a:lstStyle/>
          <a:p>
            <a:r>
              <a:rPr lang="en-GB" i="0" dirty="0">
                <a:effectLst/>
                <a:latin typeface="g_d0_f17"/>
              </a:rPr>
              <a:t>Part A</a:t>
            </a:r>
            <a:endParaRPr lang="en-GB" dirty="0"/>
          </a:p>
        </p:txBody>
      </p:sp>
      <p:sp>
        <p:nvSpPr>
          <p:cNvPr id="9" name="Text Placeholder 8">
            <a:extLst>
              <a:ext uri="{FF2B5EF4-FFF2-40B4-BE49-F238E27FC236}">
                <a16:creationId xmlns:a16="http://schemas.microsoft.com/office/drawing/2014/main" id="{748E3D0B-EF8C-8844-1FBC-C5CACC452306}"/>
              </a:ext>
            </a:extLst>
          </p:cNvPr>
          <p:cNvSpPr>
            <a:spLocks noGrp="1"/>
          </p:cNvSpPr>
          <p:nvPr>
            <p:ph type="body" sz="quarter" idx="3"/>
          </p:nvPr>
        </p:nvSpPr>
        <p:spPr/>
        <p:txBody>
          <a:bodyPr/>
          <a:lstStyle/>
          <a:p>
            <a:r>
              <a:rPr lang="en-GB" dirty="0"/>
              <a:t>Part B</a:t>
            </a:r>
          </a:p>
        </p:txBody>
      </p:sp>
      <p:sp>
        <p:nvSpPr>
          <p:cNvPr id="4" name="Date Placeholder 3">
            <a:extLst>
              <a:ext uri="{FF2B5EF4-FFF2-40B4-BE49-F238E27FC236}">
                <a16:creationId xmlns:a16="http://schemas.microsoft.com/office/drawing/2014/main" id="{D856E12C-9355-8576-3FD7-E15582EC7E2A}"/>
              </a:ext>
            </a:extLst>
          </p:cNvPr>
          <p:cNvSpPr>
            <a:spLocks noGrp="1"/>
          </p:cNvSpPr>
          <p:nvPr>
            <p:ph type="dt" sz="half" idx="13"/>
          </p:nvPr>
        </p:nvSpPr>
        <p:spPr/>
        <p:txBody>
          <a:bodyPr/>
          <a:lstStyle/>
          <a:p>
            <a:endParaRPr lang="en-US" dirty="0"/>
          </a:p>
        </p:txBody>
      </p:sp>
      <p:sp>
        <p:nvSpPr>
          <p:cNvPr id="5" name="Footer Placeholder 4">
            <a:extLst>
              <a:ext uri="{FF2B5EF4-FFF2-40B4-BE49-F238E27FC236}">
                <a16:creationId xmlns:a16="http://schemas.microsoft.com/office/drawing/2014/main" id="{E3A842D9-868B-5E86-D74D-954925A23652}"/>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65975F17-0157-AF69-0BA1-309185E48300}"/>
              </a:ext>
            </a:extLst>
          </p:cNvPr>
          <p:cNvSpPr>
            <a:spLocks noGrp="1"/>
          </p:cNvSpPr>
          <p:nvPr>
            <p:ph type="sldNum" sz="quarter" idx="12"/>
          </p:nvPr>
        </p:nvSpPr>
        <p:spPr/>
        <p:txBody>
          <a:bodyPr/>
          <a:lstStyle/>
          <a:p>
            <a:fld id="{9FD7ECCF-50E7-4327-B945-FA93FF7B2BEF}" type="slidenum">
              <a:rPr lang="en-US" smtClean="0"/>
              <a:pPr/>
              <a:t>35</a:t>
            </a:fld>
            <a:r>
              <a:rPr lang="en-GB"/>
              <a:t>/38</a:t>
            </a:r>
            <a:endParaRPr lang="en-US" dirty="0"/>
          </a:p>
        </p:txBody>
      </p:sp>
    </p:spTree>
    <p:extLst>
      <p:ext uri="{BB962C8B-B14F-4D97-AF65-F5344CB8AC3E}">
        <p14:creationId xmlns:p14="http://schemas.microsoft.com/office/powerpoint/2010/main" val="29672912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E11346E-BD08-A0E5-612E-30D7A23822D0}"/>
              </a:ext>
            </a:extLst>
          </p:cNvPr>
          <p:cNvSpPr>
            <a:spLocks noGrp="1"/>
          </p:cNvSpPr>
          <p:nvPr>
            <p:ph type="title"/>
          </p:nvPr>
        </p:nvSpPr>
        <p:spPr/>
        <p:txBody>
          <a:bodyPr/>
          <a:lstStyle/>
          <a:p>
            <a:r>
              <a:rPr lang="en-GB" dirty="0"/>
              <a:t>Summary</a:t>
            </a:r>
          </a:p>
        </p:txBody>
      </p:sp>
      <p:sp>
        <p:nvSpPr>
          <p:cNvPr id="8" name="Content Placeholder 7">
            <a:extLst>
              <a:ext uri="{FF2B5EF4-FFF2-40B4-BE49-F238E27FC236}">
                <a16:creationId xmlns:a16="http://schemas.microsoft.com/office/drawing/2014/main" id="{BFE09B54-DAEB-6F22-458D-C52D97E24D8C}"/>
              </a:ext>
            </a:extLst>
          </p:cNvPr>
          <p:cNvSpPr>
            <a:spLocks noGrp="1"/>
          </p:cNvSpPr>
          <p:nvPr>
            <p:ph sz="quarter" idx="1"/>
          </p:nvPr>
        </p:nvSpPr>
        <p:spPr/>
        <p:txBody>
          <a:bodyPr>
            <a:normAutofit fontScale="92500" lnSpcReduction="20000"/>
          </a:bodyPr>
          <a:lstStyle/>
          <a:p>
            <a:r>
              <a:rPr lang="en-GB" dirty="0"/>
              <a:t>What we covered in week 5</a:t>
            </a:r>
          </a:p>
          <a:p>
            <a:pPr lvl="1">
              <a:lnSpc>
                <a:spcPct val="110000"/>
              </a:lnSpc>
              <a:spcBef>
                <a:spcPts val="600"/>
              </a:spcBef>
              <a:spcAft>
                <a:spcPts val="600"/>
              </a:spcAft>
            </a:pPr>
            <a:r>
              <a:rPr lang="en-GB" sz="2500" dirty="0"/>
              <a:t>Create Test Plan</a:t>
            </a:r>
          </a:p>
          <a:p>
            <a:pPr lvl="1">
              <a:lnSpc>
                <a:spcPct val="110000"/>
              </a:lnSpc>
              <a:spcBef>
                <a:spcPts val="600"/>
              </a:spcBef>
              <a:spcAft>
                <a:spcPts val="600"/>
              </a:spcAft>
            </a:pPr>
            <a:r>
              <a:rPr lang="en-GB" sz="2500" dirty="0"/>
              <a:t>Test Material preparation</a:t>
            </a:r>
          </a:p>
          <a:p>
            <a:pPr lvl="2">
              <a:lnSpc>
                <a:spcPct val="110000"/>
              </a:lnSpc>
              <a:spcBef>
                <a:spcPts val="600"/>
              </a:spcBef>
              <a:spcAft>
                <a:spcPts val="600"/>
              </a:spcAft>
            </a:pPr>
            <a:r>
              <a:rPr lang="en-GB" sz="2200" dirty="0"/>
              <a:t>To inform users</a:t>
            </a:r>
          </a:p>
          <a:p>
            <a:pPr lvl="2">
              <a:lnSpc>
                <a:spcPct val="110000"/>
              </a:lnSpc>
              <a:spcBef>
                <a:spcPts val="600"/>
              </a:spcBef>
              <a:spcAft>
                <a:spcPts val="600"/>
              </a:spcAft>
            </a:pPr>
            <a:r>
              <a:rPr lang="en-GB" sz="2200" dirty="0"/>
              <a:t>To instruct moderators</a:t>
            </a:r>
          </a:p>
          <a:p>
            <a:pPr lvl="2">
              <a:lnSpc>
                <a:spcPct val="110000"/>
              </a:lnSpc>
              <a:spcBef>
                <a:spcPts val="600"/>
              </a:spcBef>
              <a:spcAft>
                <a:spcPts val="600"/>
              </a:spcAft>
            </a:pPr>
            <a:r>
              <a:rPr lang="en-GB" sz="2200" dirty="0"/>
              <a:t>To collect data at various stages of the study, pre-during-post</a:t>
            </a:r>
          </a:p>
          <a:p>
            <a:pPr lvl="1">
              <a:lnSpc>
                <a:spcPct val="110000"/>
              </a:lnSpc>
              <a:spcBef>
                <a:spcPts val="600"/>
              </a:spcBef>
              <a:spcAft>
                <a:spcPts val="600"/>
              </a:spcAft>
            </a:pPr>
            <a:r>
              <a:rPr lang="en-GB" sz="2500" dirty="0"/>
              <a:t>Ethical considerations</a:t>
            </a:r>
          </a:p>
          <a:p>
            <a:r>
              <a:rPr lang="en-GB" dirty="0"/>
              <a:t>Next week (week 6) engagement week (work on the CW) – then we will continue with Descriptive Statistics</a:t>
            </a:r>
          </a:p>
          <a:p>
            <a:pPr lvl="1"/>
            <a:r>
              <a:rPr lang="en-GB" dirty="0"/>
              <a:t>Descriptive statistics concepts and Graphs</a:t>
            </a:r>
          </a:p>
          <a:p>
            <a:endParaRPr lang="en-GB" dirty="0"/>
          </a:p>
          <a:p>
            <a:endParaRPr lang="en-GB" dirty="0"/>
          </a:p>
        </p:txBody>
      </p:sp>
      <p:sp>
        <p:nvSpPr>
          <p:cNvPr id="2" name="Footer Placeholder 1">
            <a:extLst>
              <a:ext uri="{FF2B5EF4-FFF2-40B4-BE49-F238E27FC236}">
                <a16:creationId xmlns:a16="http://schemas.microsoft.com/office/drawing/2014/main" id="{20732145-8F18-94D0-2FF7-59EAEB971AC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04E9437E-FE6D-B459-AE12-82AE0640E442}"/>
              </a:ext>
            </a:extLst>
          </p:cNvPr>
          <p:cNvSpPr>
            <a:spLocks noGrp="1"/>
          </p:cNvSpPr>
          <p:nvPr>
            <p:ph type="sldNum" sz="quarter" idx="4"/>
          </p:nvPr>
        </p:nvSpPr>
        <p:spPr/>
        <p:txBody>
          <a:bodyPr/>
          <a:lstStyle/>
          <a:p>
            <a:fld id="{9FD7ECCF-50E7-4327-B945-FA93FF7B2BEF}" type="slidenum">
              <a:rPr lang="en-US" smtClean="0"/>
              <a:pPr/>
              <a:t>36</a:t>
            </a:fld>
            <a:r>
              <a:rPr lang="en-GB"/>
              <a:t>/38</a:t>
            </a:r>
            <a:endParaRPr lang="en-US" dirty="0"/>
          </a:p>
        </p:txBody>
      </p:sp>
    </p:spTree>
    <p:extLst>
      <p:ext uri="{BB962C8B-B14F-4D97-AF65-F5344CB8AC3E}">
        <p14:creationId xmlns:p14="http://schemas.microsoft.com/office/powerpoint/2010/main" val="2591326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a:xfrm>
            <a:off x="612648" y="1600200"/>
            <a:ext cx="8153400" cy="4853136"/>
          </a:xfrm>
        </p:spPr>
        <p:txBody>
          <a:bodyPr>
            <a:normAutofit fontScale="85000" lnSpcReduction="10000"/>
          </a:bodyPr>
          <a:lstStyle/>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purpose of the test plan and what is the information it contains?</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are the possible test methods to consider in usability testing experimental design?</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are the possible usability test settings?</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are the issues to consider about the participants to take part in a study?</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How many participants do we need to recruit to collect data that can lead to statistically valid results?</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role of the moderator?</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content of the </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are the research instruments we need to prepare for a usability testing study?</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content of the Orientation script/Participant Information Sheet (PIS)?</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type of screening data do we collect and why?</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type of in-test data do we collect and how?</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type of post-test data do we collect and how?</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type of questionnaires we can use to collect usability testing data?</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content of the Nondisclosure agreement and recording consent form?</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is the content of training material for users </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are the instructions for moderators to conduct the test?</a:t>
            </a:r>
          </a:p>
          <a:p>
            <a:pPr marL="342900" lvl="0" indent="-342900">
              <a:lnSpc>
                <a:spcPct val="120000"/>
              </a:lnSpc>
              <a:spcBef>
                <a:spcPts val="0"/>
              </a:spcBef>
              <a:buFont typeface="Wingdings" panose="05000000000000000000" pitchFamily="2"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What are the ethical considerations of a usability testing study?</a:t>
            </a:r>
          </a:p>
          <a:p>
            <a:pPr lvl="1">
              <a:lnSpc>
                <a:spcPct val="120000"/>
              </a:lnSpc>
              <a:spcBef>
                <a:spcPts val="0"/>
              </a:spcBef>
            </a:pP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n-GB" sz="1800" dirty="0">
              <a:latin typeface="Calibri" panose="020F0502020204030204" pitchFamily="34" charset="0"/>
              <a:ea typeface="DengXian" panose="020B0503020204020204" pitchFamily="2" charset="-122"/>
              <a:cs typeface="Arial" panose="020B0604020202020204" pitchFamily="34" charset="0"/>
            </a:endParaRPr>
          </a:p>
        </p:txBody>
      </p:sp>
      <p:sp>
        <p:nvSpPr>
          <p:cNvPr id="6" name="Footer Placeholder 5">
            <a:extLst>
              <a:ext uri="{FF2B5EF4-FFF2-40B4-BE49-F238E27FC236}">
                <a16:creationId xmlns:a16="http://schemas.microsoft.com/office/drawing/2014/main" id="{0C6DCFDD-30A7-E1BF-6EDA-013C610B365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CA1D69A2-1DE3-1755-68CD-94184F0A44F4}"/>
              </a:ext>
            </a:extLst>
          </p:cNvPr>
          <p:cNvSpPr>
            <a:spLocks noGrp="1"/>
          </p:cNvSpPr>
          <p:nvPr>
            <p:ph type="sldNum" sz="quarter" idx="4"/>
          </p:nvPr>
        </p:nvSpPr>
        <p:spPr/>
        <p:txBody>
          <a:bodyPr/>
          <a:lstStyle/>
          <a:p>
            <a:fld id="{9FD7ECCF-50E7-4327-B945-FA93FF7B2BEF}" type="slidenum">
              <a:rPr lang="en-US" smtClean="0"/>
              <a:pPr/>
              <a:t>37</a:t>
            </a:fld>
            <a:r>
              <a:rPr lang="en-GB"/>
              <a:t>/38</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16698"/>
            <a:ext cx="8229600" cy="5341302"/>
          </a:xfrm>
        </p:spPr>
        <p:txBody>
          <a:bodyPr>
            <a:noAutofit/>
          </a:bodyPr>
          <a:lstStyle/>
          <a:p>
            <a:pPr algn="just">
              <a:spcBef>
                <a:spcPts val="300"/>
              </a:spcBef>
            </a:pPr>
            <a:r>
              <a:rPr lang="en-GB" sz="1200" i="1" dirty="0">
                <a:cs typeface="Times New Roman" pitchFamily="18" charset="0"/>
              </a:rPr>
              <a:t>Lazar, J. et al. (2017) Research methods in human-computer interaction. Second edition. Cambridge, Massachusetts: Morgan Kaufmann Publishers.</a:t>
            </a:r>
          </a:p>
          <a:p>
            <a:pPr lvl="1" algn="just">
              <a:spcBef>
                <a:spcPts val="300"/>
              </a:spcBef>
            </a:pPr>
            <a:r>
              <a:rPr lang="en-GB" sz="1200" i="1" dirty="0">
                <a:solidFill>
                  <a:schemeClr val="accent1">
                    <a:lumMod val="50000"/>
                  </a:schemeClr>
                </a:solidFill>
              </a:rPr>
              <a:t>Chapter 3 Experimental design</a:t>
            </a:r>
          </a:p>
          <a:p>
            <a:pPr lvl="1" algn="just">
              <a:spcBef>
                <a:spcPts val="300"/>
              </a:spcBef>
            </a:pPr>
            <a:r>
              <a:rPr lang="en-GB" sz="1200" i="1" dirty="0">
                <a:solidFill>
                  <a:schemeClr val="accent1">
                    <a:lumMod val="50000"/>
                  </a:schemeClr>
                </a:solidFill>
              </a:rPr>
              <a:t>Chapter 5 Surveys</a:t>
            </a:r>
          </a:p>
          <a:p>
            <a:pPr marL="342900" indent="-342900" algn="just">
              <a:spcBef>
                <a:spcPts val="300"/>
              </a:spcBef>
            </a:pPr>
            <a:r>
              <a:rPr lang="en-GB" sz="1200" i="1" dirty="0">
                <a:cs typeface="Times New Roman" pitchFamily="18" charset="0"/>
              </a:rPr>
              <a:t>Tullis, T. (Thomas) et al. (2013) Measuring the user experience : collecting, </a:t>
            </a:r>
            <a:r>
              <a:rPr lang="en-GB" sz="1200" i="1" dirty="0" err="1">
                <a:cs typeface="Times New Roman" pitchFamily="18" charset="0"/>
              </a:rPr>
              <a:t>analyzing</a:t>
            </a:r>
            <a:r>
              <a:rPr lang="en-GB" sz="1200" i="1" dirty="0">
                <a:cs typeface="Times New Roman" pitchFamily="18" charset="0"/>
              </a:rPr>
              <a:t>, and presenting usability metrics. 2nd ed. Amsterdam, Netherlands: Elsevier.</a:t>
            </a:r>
          </a:p>
          <a:p>
            <a:pPr lvl="1" algn="just">
              <a:spcBef>
                <a:spcPts val="300"/>
              </a:spcBef>
            </a:pPr>
            <a:r>
              <a:rPr lang="en-GB" sz="1200" i="1" dirty="0">
                <a:solidFill>
                  <a:schemeClr val="accent1">
                    <a:lumMod val="50000"/>
                  </a:schemeClr>
                </a:solidFill>
              </a:rPr>
              <a:t>Chapter 3 Planning</a:t>
            </a:r>
          </a:p>
          <a:p>
            <a:pPr lvl="1" algn="just">
              <a:spcBef>
                <a:spcPts val="300"/>
              </a:spcBef>
            </a:pPr>
            <a:r>
              <a:rPr lang="en-GB" sz="1200" i="1" dirty="0">
                <a:solidFill>
                  <a:schemeClr val="accent1">
                    <a:lumMod val="50000"/>
                  </a:schemeClr>
                </a:solidFill>
              </a:rPr>
              <a:t>Chapter 4 Performance Metrics</a:t>
            </a:r>
          </a:p>
          <a:p>
            <a:pPr lvl="1" algn="just">
              <a:spcBef>
                <a:spcPts val="300"/>
              </a:spcBef>
            </a:pPr>
            <a:r>
              <a:rPr lang="en-GB" sz="1200" i="1" dirty="0">
                <a:solidFill>
                  <a:schemeClr val="accent1">
                    <a:lumMod val="50000"/>
                  </a:schemeClr>
                </a:solidFill>
              </a:rPr>
              <a:t>Chapter 5 Self-Reported Metrics</a:t>
            </a:r>
          </a:p>
          <a:p>
            <a:pPr algn="just">
              <a:spcBef>
                <a:spcPts val="300"/>
              </a:spcBef>
            </a:pPr>
            <a:r>
              <a:rPr lang="en-GB" sz="1200" i="1" dirty="0">
                <a:cs typeface="Times New Roman" pitchFamily="18" charset="0"/>
              </a:rPr>
              <a:t>Carol M. Barnum (2020) Usability testing essentials, Ready, Set... Test!, Morgan Kaufmann.</a:t>
            </a:r>
          </a:p>
          <a:p>
            <a:pPr lvl="1" algn="just">
              <a:spcBef>
                <a:spcPts val="300"/>
              </a:spcBef>
            </a:pPr>
            <a:r>
              <a:rPr lang="en-GB" sz="1200" i="1" dirty="0">
                <a:cs typeface="Times New Roman" pitchFamily="18" charset="0"/>
              </a:rPr>
              <a:t>Chapter 8, Prepare test material</a:t>
            </a:r>
          </a:p>
          <a:p>
            <a:pPr algn="just">
              <a:spcBef>
                <a:spcPts val="300"/>
              </a:spcBef>
            </a:pPr>
            <a:r>
              <a:rPr lang="en-GB" sz="1200" i="1" dirty="0">
                <a:cs typeface="Times New Roman" pitchFamily="18" charset="0"/>
              </a:rPr>
              <a:t>Rubin, J. &amp; </a:t>
            </a:r>
            <a:r>
              <a:rPr lang="en-GB" sz="1200" i="1" dirty="0" err="1">
                <a:cs typeface="Times New Roman" pitchFamily="18" charset="0"/>
              </a:rPr>
              <a:t>Chisnell</a:t>
            </a:r>
            <a:r>
              <a:rPr lang="en-GB" sz="1200" i="1" dirty="0">
                <a:cs typeface="Times New Roman" pitchFamily="18" charset="0"/>
              </a:rPr>
              <a:t>, D. (2008) Handbook of Usability Testing: How to Plan, Design, and Conduct Effective </a:t>
            </a:r>
            <a:r>
              <a:rPr lang="en-GB" sz="1200" i="1" dirty="0" err="1">
                <a:cs typeface="Times New Roman" pitchFamily="18" charset="0"/>
              </a:rPr>
              <a:t>Tests,Wiley</a:t>
            </a:r>
            <a:r>
              <a:rPr lang="en-GB" sz="1200" i="1" dirty="0">
                <a:cs typeface="Times New Roman" pitchFamily="18" charset="0"/>
              </a:rPr>
              <a:t>.</a:t>
            </a:r>
          </a:p>
          <a:p>
            <a:pPr lvl="1" algn="just">
              <a:spcBef>
                <a:spcPts val="300"/>
              </a:spcBef>
            </a:pPr>
            <a:r>
              <a:rPr lang="en-GB" sz="1200" i="1" dirty="0">
                <a:solidFill>
                  <a:schemeClr val="accent1">
                    <a:lumMod val="50000"/>
                  </a:schemeClr>
                </a:solidFill>
              </a:rPr>
              <a:t>Chapters 5 – 8.</a:t>
            </a:r>
          </a:p>
          <a:p>
            <a:pPr marL="45720" indent="0" algn="just">
              <a:spcBef>
                <a:spcPts val="300"/>
              </a:spcBef>
              <a:buNone/>
            </a:pPr>
            <a:r>
              <a:rPr lang="en-GB" sz="1200" b="1" i="0" dirty="0">
                <a:effectLst/>
              </a:rPr>
              <a:t>Online Resources</a:t>
            </a:r>
          </a:p>
          <a:p>
            <a:pPr marL="331470" indent="-285750" algn="just">
              <a:spcBef>
                <a:spcPts val="300"/>
              </a:spcBef>
              <a:buFont typeface="Wingdings" panose="05000000000000000000" pitchFamily="2" charset="2"/>
              <a:buChar char="q"/>
            </a:pPr>
            <a:r>
              <a:rPr lang="en-GB" sz="1200" i="1" dirty="0"/>
              <a:t>The art of asking questions in UX Research</a:t>
            </a:r>
          </a:p>
          <a:p>
            <a:pPr marL="365760" lvl="1" indent="0" algn="just">
              <a:spcBef>
                <a:spcPts val="300"/>
              </a:spcBef>
              <a:buNone/>
            </a:pPr>
            <a:r>
              <a:rPr lang="en-GB" sz="1200" b="0" i="0" dirty="0">
                <a:effectLst/>
                <a:hlinkClick r:id="rId3"/>
              </a:rPr>
              <a:t>https://www.akendi.com/blog/the-art-of-asking-questions/</a:t>
            </a:r>
            <a:endParaRPr lang="en-GB" sz="1200" b="0" i="0" dirty="0">
              <a:effectLst/>
            </a:endParaRPr>
          </a:p>
          <a:p>
            <a:pPr marL="331470" indent="-285750" algn="just">
              <a:spcBef>
                <a:spcPts val="300"/>
              </a:spcBef>
              <a:buFont typeface="Wingdings" panose="05000000000000000000" pitchFamily="2" charset="2"/>
              <a:buChar char="q"/>
            </a:pPr>
            <a:r>
              <a:rPr lang="en-GB" sz="1200" i="1" dirty="0"/>
              <a:t>The art of asking research questions in usability testing</a:t>
            </a:r>
          </a:p>
          <a:p>
            <a:pPr marL="365760" lvl="1" indent="0" algn="just">
              <a:spcBef>
                <a:spcPts val="300"/>
              </a:spcBef>
              <a:buNone/>
            </a:pPr>
            <a:r>
              <a:rPr lang="en-GB" sz="1200" b="0" i="0" dirty="0">
                <a:effectLst/>
                <a:hlinkClick r:id="rId4"/>
              </a:rPr>
              <a:t>https://www.akendi.com/blog/the-art-of-asking-questions-in-usability-testing/</a:t>
            </a:r>
            <a:endParaRPr lang="en-GB" sz="1200" b="0" i="0" dirty="0">
              <a:effectLst/>
            </a:endParaRPr>
          </a:p>
          <a:p>
            <a:pPr marL="331470" indent="-285750" algn="just">
              <a:spcBef>
                <a:spcPts val="300"/>
              </a:spcBef>
              <a:buFont typeface="Wingdings" panose="05000000000000000000" pitchFamily="2" charset="2"/>
              <a:buChar char="q"/>
            </a:pPr>
            <a:r>
              <a:rPr lang="en-GB" sz="1200" i="1" dirty="0"/>
              <a:t>Usability testing Research ethics</a:t>
            </a:r>
          </a:p>
          <a:p>
            <a:pPr marL="365760" lvl="1" indent="0" algn="just">
              <a:spcBef>
                <a:spcPts val="300"/>
              </a:spcBef>
              <a:buNone/>
            </a:pPr>
            <a:r>
              <a:rPr lang="en-GB" sz="1200" b="0" i="0" dirty="0">
                <a:effectLst/>
                <a:hlinkClick r:id="rId5"/>
              </a:rPr>
              <a:t>https://www.nngroup.com/articles/user-research-ethics</a:t>
            </a:r>
            <a:endParaRPr lang="en-GB" sz="1200" b="0" i="0" dirty="0">
              <a:effectLst/>
            </a:endParaRPr>
          </a:p>
          <a:p>
            <a:pPr marL="45720" indent="0" algn="just">
              <a:spcBef>
                <a:spcPts val="300"/>
              </a:spcBef>
              <a:buNone/>
            </a:pPr>
            <a:endParaRPr lang="en-GB" sz="1200" i="1" dirty="0">
              <a:cs typeface="Times New Roman" pitchFamily="18" charset="0"/>
            </a:endParaRPr>
          </a:p>
        </p:txBody>
      </p:sp>
      <p:sp>
        <p:nvSpPr>
          <p:cNvPr id="2" name="Footer Placeholder 1">
            <a:extLst>
              <a:ext uri="{FF2B5EF4-FFF2-40B4-BE49-F238E27FC236}">
                <a16:creationId xmlns:a16="http://schemas.microsoft.com/office/drawing/2014/main" id="{A2EAFDD9-7015-3203-D70B-F0F68BF7E4F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0F26455E-07E3-E4CE-4145-959AE85D1603}"/>
              </a:ext>
            </a:extLst>
          </p:cNvPr>
          <p:cNvSpPr>
            <a:spLocks noGrp="1"/>
          </p:cNvSpPr>
          <p:nvPr>
            <p:ph type="sldNum" sz="quarter" idx="4"/>
          </p:nvPr>
        </p:nvSpPr>
        <p:spPr/>
        <p:txBody>
          <a:bodyPr/>
          <a:lstStyle/>
          <a:p>
            <a:fld id="{9FD7ECCF-50E7-4327-B945-FA93FF7B2BEF}" type="slidenum">
              <a:rPr lang="en-US" smtClean="0"/>
              <a:pPr/>
              <a:t>38</a:t>
            </a:fld>
            <a:r>
              <a:rPr lang="en-GB"/>
              <a:t>/38</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13891</TotalTime>
  <Words>5133</Words>
  <Application>Microsoft Office PowerPoint</Application>
  <PresentationFormat>On-screen Show (4:3)</PresentationFormat>
  <Paragraphs>512</Paragraphs>
  <Slides>38</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38</vt:i4>
      </vt:variant>
    </vt:vector>
  </HeadingPairs>
  <TitlesOfParts>
    <vt:vector size="51" baseType="lpstr">
      <vt:lpstr>Söhne</vt:lpstr>
      <vt:lpstr>g_d0_f5</vt:lpstr>
      <vt:lpstr>Wingdings 2</vt:lpstr>
      <vt:lpstr>g_d0_f11</vt:lpstr>
      <vt:lpstr>g_d0_f17</vt:lpstr>
      <vt:lpstr>g_d0_f9</vt:lpstr>
      <vt:lpstr>Wingdings</vt:lpstr>
      <vt:lpstr>Tw Cen MT</vt:lpstr>
      <vt:lpstr>Adobe Clean</vt:lpstr>
      <vt:lpstr>Calibri</vt:lpstr>
      <vt:lpstr>g_d0_f8</vt:lpstr>
      <vt:lpstr>Times New Roman</vt:lpstr>
      <vt:lpstr>Median</vt:lpstr>
      <vt:lpstr>Study plan, Material preparation &amp; Ethical considerations</vt:lpstr>
      <vt:lpstr>Recap</vt:lpstr>
      <vt:lpstr>Stages of Usability Testing</vt:lpstr>
      <vt:lpstr>Test Plan</vt:lpstr>
      <vt:lpstr>Test plan purpose</vt:lpstr>
      <vt:lpstr>Create a test plan</vt:lpstr>
      <vt:lpstr>Communicate the test goals</vt:lpstr>
      <vt:lpstr>What test method</vt:lpstr>
      <vt:lpstr>What is the experimental design</vt:lpstr>
      <vt:lpstr>Test settings</vt:lpstr>
      <vt:lpstr>Who - Participants</vt:lpstr>
      <vt:lpstr>How many users</vt:lpstr>
      <vt:lpstr>How many users for statistically valid results?</vt:lpstr>
      <vt:lpstr>Who – the role of the moderator/s </vt:lpstr>
      <vt:lpstr>Test Material Preparation/Research instruments</vt:lpstr>
      <vt:lpstr>Orientation script/Participant Information Sheet (PIS), Informed Consent</vt:lpstr>
      <vt:lpstr>(DCI) Task scenarios</vt:lpstr>
      <vt:lpstr>Screening/pre-test questions</vt:lpstr>
      <vt:lpstr>Screening/pre-test questions</vt:lpstr>
      <vt:lpstr>In-test questions</vt:lpstr>
      <vt:lpstr>In-test questions</vt:lpstr>
      <vt:lpstr>Post-test questions</vt:lpstr>
      <vt:lpstr>Research question – associated data</vt:lpstr>
      <vt:lpstr>Common Post-Task Usability testing questionnaires </vt:lpstr>
      <vt:lpstr>Open-ended questions</vt:lpstr>
      <vt:lpstr>Training material for users </vt:lpstr>
      <vt:lpstr>Instructions for moderators to conduct the test</vt:lpstr>
      <vt:lpstr>Do’s and don’ts of usability testing</vt:lpstr>
      <vt:lpstr>Do’s during usability testing</vt:lpstr>
      <vt:lpstr>Don’ts during usability testing</vt:lpstr>
      <vt:lpstr>Ethical Considerations when conducting usability testing</vt:lpstr>
      <vt:lpstr>Ethical considerations for usability testing </vt:lpstr>
      <vt:lpstr>Ethical considerations for usability testing </vt:lpstr>
      <vt:lpstr>University of Westminster Code of Practice Governing the Ethical Conduct of Research   2020/21</vt:lpstr>
      <vt:lpstr>UoW Ethics Approval process</vt:lpstr>
      <vt:lpstr>Summary</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738</cp:revision>
  <cp:lastPrinted>1601-01-01T00:00:00Z</cp:lastPrinted>
  <dcterms:created xsi:type="dcterms:W3CDTF">2003-07-23T09:11:55Z</dcterms:created>
  <dcterms:modified xsi:type="dcterms:W3CDTF">2024-10-21T18:36:53Z</dcterms:modified>
</cp:coreProperties>
</file>