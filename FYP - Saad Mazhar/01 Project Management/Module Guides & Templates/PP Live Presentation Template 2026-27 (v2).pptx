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0:00-0:45. Introduce the project title, domain and one-sentence 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0:45-1:15. You may keep or remove this slide, but preserve this logic in the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1:15-2:15. Do not begin with technology. Begin with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2:15-3:15. End this slide with a clear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3:15-4:00. Objectives must be measurable and realistic.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4:00-5:20. Show understanding of relevant literature.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5:20-6:30. Make the need for your proposed solution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6:30-7:40. Requirements are derived from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7:40-8:50. Explain the solution at a concept level, not as a feature tour.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8:50-10:20. Do not only show logos. Justify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10:20-12:10. This slide shows how objectives will be achieved.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12:10-13:25. Show that evaluation is planned from the beginning.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13:25-15:10. Make this specific to your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15:10-16:15. Use a simple timeline or milestone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16:15-17:00. Risks should be realistic, not decorative.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17:00-18:00. This slide supports the evidence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18:00-19:30. End clearly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132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Proposal (PP)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20-minute live presentation template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3232" y="18745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7568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[Project title]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[Student name and ID]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[Supervisor]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[Programme]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12280" y="749808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4032" y="1051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Assessment focus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14032" y="1572768"/>
            <a:ext cx="384048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• Evidence • Literature • Requirements • Proposed solution • Tools • Methodology • Ethics • Schedule • References • Q&amp;A ownership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60807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deck as a template. Replace all bracketed text.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Proposal storyline and timing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Delivery/Q&amp;A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52578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7218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storyline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828800"/>
            <a:ext cx="4837176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Problem and context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and literature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Gap or shortcoming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Aim and objectives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Proposed solution requirements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Tools, methodology and evaluation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Ethics, sustainability, schedule and risk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325880"/>
            <a:ext cx="498348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47218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timing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828800"/>
            <a:ext cx="4562856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0-4 min: problem, evidence, aim/objectives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4-7.5 min: background, existing solutions, requirements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7.5-13.5 min: solution, tools, methodology, evaluation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13.5-17 min: ethics, schedule and risks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17-20 min: references, closing and readiness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context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Problem/aim/objectives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explain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[Domain and context]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[Affected users, systems or organisations]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[Key challenge or limitation]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[Why this is a significant computing problem]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standard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Specific, not generic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Supported by evidence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Relevant to computing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enough for examiners outside the exact topic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prediction may support early awareness, but reliability, interpretability and dataset suitability must be handled carefully.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and 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Problem/aim/objectives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to use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[Academic citation or credible statistic]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[Existing technical limitation]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[Dataset or domain evidence]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[Impact or consequence]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 template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Existing [situation] has difficulty with [limitation] in [context], causing [consequence]. Therefore, this project proposes to investigate [need].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cardiovascular datasets may have imbalance, missing values and interpretability concerns; the proposal must show how those affect the project.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Aim, objectives and success criteria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Problem/aim/objectives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 investigate/design/develop/evaluate [proposed approach] for [problem] in [context].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O1: Review and analyse [problem/background]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O2: Identify requirements and constraints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O3: Design the proposed solution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O4: Implement the core artefact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O5: Evaluate results and limitations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aim: To design and evaluate an interpretable ML-based heart attack risk prediction approach using selected public cardiovascular datasets.</a:t>
            </a:r>
            <a:endParaRPr lang="en-US" sz="8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Background review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review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Literature themes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[Theme 1: existing approaches]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[Theme 2: common datasets / inputs]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[Theme 3: evaluation methods]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[Theme 4: limitations]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present it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Synthesise themes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citations on the slide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 literature to the project aim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Avoid paper-by-paper narration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themes: ML for cardiovascular risk, class imbalance, interpretability, model calibration and generalisability.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Similar applications and existing solutions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review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existing solutions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[Solution / system / model A: strength + limitation]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[Solution / system / model B: strength + limitation]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[Solution / system / model C: strength + limitation]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to justify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existing solutions already do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remains weak or unsuitable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your proposed solution must address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existing risk calculators may be interpretable but limited; ML models may improve prediction but require interpretability and careful validation.</a:t>
            </a:r>
            <a:endParaRPr lang="en-US" sz="8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Shortcoming and proposed solution requirements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/ shortcoming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[Specific unresolved issue]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[Evidence from sources or existing solutions]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[Why this matters for the proposed project]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 requirements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R1: [functional/technical requirement]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R2: [data/evaluation requirement]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R3: [quality/constraint requirement]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R4: [ethical/responsible-use requirement]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requirements: handle missing data; address class imbalance; compare baseline models; provide interpretable outputs; avoid clinical diagnosis claims.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logic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criteria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proposed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[Software/model/process/experimental study]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[Main components]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[Input and output]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[How it responds to requirements]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logic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Problem -&gt; requirement -&gt; solution component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Identify the technically challenging part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what will be demonstrated by PP/IPD/final project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solution: preprocessing pipeline, baseline model, selected ML models, interpretability layer and optional simple demonstration interface.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Tools, technologies and alternatives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Tools/technologies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and alternatives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[Language/framework alternatives]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[Algorithm/model alternatives]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[Database/platform alternatives]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[Explainability/testing alternatives]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Justification criteria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Suitability to problem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Feasibility and learning curve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Reproducibility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Integration with data and evaluation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Licensing and sustainability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Logistic Regression as baseline; Random Forest/XGBoost as candidates; SHAP for explainability; Python/scikit-learn for reproducibility.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and 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Methodological flow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Literature and requirements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Data/source selection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Preprocessing/design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Implementation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Testing/evaluation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Analysis and limitations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 to specify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[Data collection or dataset choice]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[Design/development method]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[Testing/evaluation method]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[Metrics or criteria]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[Assumptions and limitations]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methodology: dataset selection -&gt; cleaning -&gt; train/test split or cross-validation -&gt; baseline -&gt; selected model -&gt; evaluation -&gt; SHAP analysis.</a:t>
            </a:r>
            <a:endParaRPr lang="en-US" sz="8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approach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Methodology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be evaluated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[Performance/quality/usability/security/etc.]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[Baseline or comparator]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[Metrics or evidence]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[How results answer objectives]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matrix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Objective -&gt; method -&gt; metric -&gt; evidence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Choose metrics appropriate to the problem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why each metric matters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metrics: recall, precision, F1-score, ROC-AUC, PR-AUC, confusion matrix, calibration and interpretability evidence.</a:t>
            </a:r>
            <a:endParaRPr lang="en-US" sz="8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Ethics, legal, social, EDI, sustainability and SDGs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Ethics/impact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Areas to cover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Ethical implications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Legal and data-use issues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Social/professional impact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EDI and accessibility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Sustainability and relevant SDGs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Safeguards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[Data/privacy safeguard]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[Responsible-use safeguard]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[Bias/fairness safeguard]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[Sustainability safeguard]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use anonymised public data, communicate risk carefully, evaluate demographic bias where possible, avoid clinical deployment claims, relate to SDG 3 where justified.</a:t>
            </a:r>
            <a:endParaRPr lang="en-US" sz="8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schedule and milestones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schedule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major phases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PP -&gt; feedback -&gt; implementation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Prototype and IPD preparation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Testing and evaluation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report, code and demo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Viva preparation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control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Milestones and deadlines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Dependencies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Deliverables per phase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Supervisor feedback points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data pipeline by Week X, baseline by Week Y, model comparison by Week Z, evaluation evidence before final report writing.</a:t>
            </a:r>
            <a:endParaRPr lang="en-US" sz="8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and mitigation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Schedule/risk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risks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Dataset quality or access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 too broad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Technical integration issues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Weak model/performance results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 management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response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Reduce scope to core objective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alternative dataset/tool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 technically risky work early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limitations honestly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 weekly progress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risks: dataset imbalance, missing values, model underperformance and overclaiming clinical value; mitigations include preprocessing, appropriate metrics and careful wording.</a:t>
            </a:r>
            <a:endParaRPr lang="en-US" sz="8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include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[Key academic papers]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[Dataset documentation]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[Tool/library documentation where relevant]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[Standards or professional sources]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expectations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Cite evidence on the slide where used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consistent Harvard style or required style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include uncited sources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Prioritise high-quality sources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cite cardiovascular risk prediction papers, interpretability papers, dataset source and official documentation for key tools if relevant.</a:t>
            </a:r>
            <a:endParaRPr lang="en-US" sz="8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and Q&amp;A readiness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1018520" y="3108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Proposal (PP) • 20-minute live presentation • Computer Science and Software Engineering Final Project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921240" y="859536"/>
            <a:ext cx="1783080" cy="402336"/>
          </a:xfrm>
          <a:prstGeom prst="roundRect">
            <a:avLst>
              <a:gd name="adj" fmla="val 13636"/>
            </a:avLst>
          </a:prstGeom>
          <a:solidFill>
            <a:srgbClr val="EAF4F6"/>
          </a:solidFill>
          <a:ln w="12700">
            <a:solidFill>
              <a:srgbClr val="0B5D6B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40112" y="92354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Delivery/Q&amp;A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4924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statement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492861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project addresses [problem].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proposes [solution].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will use [methodology].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will be evaluated through [evidence/metrics].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is feasible because [schedule/resources].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333756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63624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to defend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574536" y="1920240"/>
            <a:ext cx="4562856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this problem?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these objectives?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these tools?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this methodology?
</a:t>
            </a:r>
            <a:pPr indent="0" marL="0">
              <a:buNone/>
            </a:pPr>
            <a:r>
              <a:rPr lang="en-US" sz="114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are the risks and limitations?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355080" y="4983480"/>
            <a:ext cx="4983480" cy="960120"/>
          </a:xfrm>
          <a:prstGeom prst="roundRect">
            <a:avLst>
              <a:gd name="adj" fmla="val 6667"/>
            </a:avLst>
          </a:prstGeom>
          <a:solidFill>
            <a:srgbClr val="FFF7D6"/>
          </a:solidFill>
          <a:ln w="12700">
            <a:solidFill>
              <a:srgbClr val="EAB308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9672" y="5093208"/>
            <a:ext cx="4654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5D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 Attack Prediction example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519672" y="5321808"/>
            <a:ext cx="4654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closing: this project investigates interpretable heart attack risk prediction using public datasets and evaluates performance, interpretability and responsible-use limitations.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 (PP) Live Presentation Template 2026/27</dc:title>
  <dc:subject>Project Proposal live presentation template</dc:subject>
  <dc:creator>IIT</dc:creator>
  <cp:lastModifiedBy>IIT</cp:lastModifiedBy>
  <cp:revision>1</cp:revision>
  <dcterms:created xsi:type="dcterms:W3CDTF">2026-09-21T07:59:51Z</dcterms:created>
  <dcterms:modified xsi:type="dcterms:W3CDTF">2026-09-21T07:59:51Z</dcterms:modified>
</cp:coreProperties>
</file>