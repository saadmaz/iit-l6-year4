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68" r:id="rId1"/>
  </p:sldMasterIdLst>
  <p:notesMasterIdLst>
    <p:notesMasterId r:id="rId44"/>
  </p:notesMasterIdLst>
  <p:handoutMasterIdLst>
    <p:handoutMasterId r:id="rId45"/>
  </p:handoutMasterIdLst>
  <p:sldIdLst>
    <p:sldId id="443" r:id="rId2"/>
    <p:sldId id="499" r:id="rId3"/>
    <p:sldId id="783" r:id="rId4"/>
    <p:sldId id="831" r:id="rId5"/>
    <p:sldId id="865" r:id="rId6"/>
    <p:sldId id="840" r:id="rId7"/>
    <p:sldId id="866" r:id="rId8"/>
    <p:sldId id="867" r:id="rId9"/>
    <p:sldId id="869" r:id="rId10"/>
    <p:sldId id="868" r:id="rId11"/>
    <p:sldId id="871" r:id="rId12"/>
    <p:sldId id="873" r:id="rId13"/>
    <p:sldId id="874" r:id="rId14"/>
    <p:sldId id="872" r:id="rId15"/>
    <p:sldId id="880" r:id="rId16"/>
    <p:sldId id="870" r:id="rId17"/>
    <p:sldId id="881" r:id="rId18"/>
    <p:sldId id="882" r:id="rId19"/>
    <p:sldId id="883" r:id="rId20"/>
    <p:sldId id="884" r:id="rId21"/>
    <p:sldId id="885" r:id="rId22"/>
    <p:sldId id="886" r:id="rId23"/>
    <p:sldId id="887" r:id="rId24"/>
    <p:sldId id="888" r:id="rId25"/>
    <p:sldId id="889" r:id="rId26"/>
    <p:sldId id="890" r:id="rId27"/>
    <p:sldId id="891" r:id="rId28"/>
    <p:sldId id="893" r:id="rId29"/>
    <p:sldId id="892" r:id="rId30"/>
    <p:sldId id="896" r:id="rId31"/>
    <p:sldId id="894" r:id="rId32"/>
    <p:sldId id="895" r:id="rId33"/>
    <p:sldId id="897" r:id="rId34"/>
    <p:sldId id="898" r:id="rId35"/>
    <p:sldId id="899" r:id="rId36"/>
    <p:sldId id="900" r:id="rId37"/>
    <p:sldId id="901" r:id="rId38"/>
    <p:sldId id="902" r:id="rId39"/>
    <p:sldId id="903" r:id="rId40"/>
    <p:sldId id="864" r:id="rId41"/>
    <p:sldId id="498" r:id="rId42"/>
    <p:sldId id="358" r:id="rId43"/>
  </p:sldIdLst>
  <p:sldSz cx="9144000" cy="6858000" type="screen4x3"/>
  <p:notesSz cx="6858000" cy="9144000"/>
  <p:embeddedFontLst>
    <p:embeddedFont>
      <p:font typeface="Calibri" panose="020F0502020204030204" pitchFamily="34" charset="0"/>
      <p:regular r:id="rId46"/>
      <p:bold r:id="rId47"/>
      <p:italic r:id="rId48"/>
      <p:boldItalic r:id="rId49"/>
    </p:embeddedFont>
    <p:embeddedFont>
      <p:font typeface="Noto serif" panose="02020600060500020200" pitchFamily="18" charset="0"/>
      <p:regular r:id="rId50"/>
      <p:bold r:id="rId51"/>
      <p:italic r:id="rId52"/>
      <p:boldItalic r:id="rId53"/>
    </p:embeddedFont>
    <p:embeddedFont>
      <p:font typeface="Tw Cen MT" panose="020B0602020104020603" pitchFamily="34" charset="0"/>
      <p:regular r:id="rId54"/>
      <p:bold r:id="rId55"/>
      <p:italic r:id="rId56"/>
      <p:boldItalic r:id="rId57"/>
    </p:embeddedFont>
    <p:embeddedFont>
      <p:font typeface="Wingdings 2" panose="05020102010507070707" pitchFamily="18" charset="2"/>
      <p:regular r:id="rId58"/>
    </p:embeddedFont>
  </p:embeddedFontLst>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CBA3"/>
    <a:srgbClr val="92D050"/>
    <a:srgbClr val="D4FEFD"/>
    <a:srgbClr val="777777"/>
    <a:srgbClr val="292929"/>
    <a:srgbClr val="FFFFFF"/>
    <a:srgbClr val="FED4FB"/>
    <a:srgbClr val="FFFCD3"/>
    <a:srgbClr val="FF000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7DA4D0-DAE3-4492-81BC-56C23F50F860}" v="6" dt="2023-11-24T09:19:45.2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41" autoAdjust="0"/>
    <p:restoredTop sz="90129" autoAdjust="0"/>
  </p:normalViewPr>
  <p:slideViewPr>
    <p:cSldViewPr>
      <p:cViewPr varScale="1">
        <p:scale>
          <a:sx n="99" d="100"/>
          <a:sy n="99" d="100"/>
        </p:scale>
        <p:origin x="1074" y="1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3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3" Type="http://schemas.openxmlformats.org/officeDocument/2006/relationships/font" Target="fonts/font8.fntdata"/><Relationship Id="rId58" Type="http://schemas.openxmlformats.org/officeDocument/2006/relationships/font" Target="fonts/font13.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7.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phne Economou" userId="d065a339-36cf-4937-af08-41751becbd81" providerId="ADAL" clId="{14545ECC-1A6B-4361-AEC6-CF9B25523479}"/>
    <pc:docChg chg="undo custSel addSld delSld modSld sldOrd">
      <pc:chgData name="Daphne Economou" userId="d065a339-36cf-4937-af08-41751becbd81" providerId="ADAL" clId="{14545ECC-1A6B-4361-AEC6-CF9B25523479}" dt="2022-12-04T23:33:19.395" v="3918" actId="20577"/>
      <pc:docMkLst>
        <pc:docMk/>
      </pc:docMkLst>
      <pc:sldChg chg="modSp mod">
        <pc:chgData name="Daphne Economou" userId="d065a339-36cf-4937-af08-41751becbd81" providerId="ADAL" clId="{14545ECC-1A6B-4361-AEC6-CF9B25523479}" dt="2022-12-04T23:28:57.452" v="3893" actId="20577"/>
        <pc:sldMkLst>
          <pc:docMk/>
          <pc:sldMk cId="0" sldId="358"/>
        </pc:sldMkLst>
        <pc:spChg chg="mod">
          <ac:chgData name="Daphne Economou" userId="d065a339-36cf-4937-af08-41751becbd81" providerId="ADAL" clId="{14545ECC-1A6B-4361-AEC6-CF9B25523479}" dt="2022-12-04T23:28:57.452" v="3893" actId="20577"/>
          <ac:spMkLst>
            <pc:docMk/>
            <pc:sldMk cId="0" sldId="358"/>
            <ac:spMk id="223235" creationId="{00000000-0000-0000-0000-000000000000}"/>
          </ac:spMkLst>
        </pc:spChg>
      </pc:sldChg>
      <pc:sldChg chg="modSp mod">
        <pc:chgData name="Daphne Economou" userId="d065a339-36cf-4937-af08-41751becbd81" providerId="ADAL" clId="{14545ECC-1A6B-4361-AEC6-CF9B25523479}" dt="2022-12-04T13:43:04.765" v="3" actId="20577"/>
        <pc:sldMkLst>
          <pc:docMk/>
          <pc:sldMk cId="0" sldId="443"/>
        </pc:sldMkLst>
        <pc:spChg chg="mod">
          <ac:chgData name="Daphne Economou" userId="d065a339-36cf-4937-af08-41751becbd81" providerId="ADAL" clId="{14545ECC-1A6B-4361-AEC6-CF9B25523479}" dt="2022-12-04T13:43:04.765" v="3" actId="20577"/>
          <ac:spMkLst>
            <pc:docMk/>
            <pc:sldMk cId="0" sldId="443"/>
            <ac:spMk id="2" creationId="{00000000-0000-0000-0000-000000000000}"/>
          </ac:spMkLst>
        </pc:spChg>
        <pc:spChg chg="mod">
          <ac:chgData name="Daphne Economou" userId="d065a339-36cf-4937-af08-41751becbd81" providerId="ADAL" clId="{14545ECC-1A6B-4361-AEC6-CF9B25523479}" dt="2022-12-04T13:42:53.474" v="1" actId="20577"/>
          <ac:spMkLst>
            <pc:docMk/>
            <pc:sldMk cId="0" sldId="443"/>
            <ac:spMk id="3" creationId="{00000000-0000-0000-0000-000000000000}"/>
          </ac:spMkLst>
        </pc:spChg>
      </pc:sldChg>
      <pc:sldChg chg="modSp mod">
        <pc:chgData name="Daphne Economou" userId="d065a339-36cf-4937-af08-41751becbd81" providerId="ADAL" clId="{14545ECC-1A6B-4361-AEC6-CF9B25523479}" dt="2022-12-04T22:38:43.280" v="3619" actId="6549"/>
        <pc:sldMkLst>
          <pc:docMk/>
          <pc:sldMk cId="1393113354" sldId="498"/>
        </pc:sldMkLst>
        <pc:spChg chg="mod">
          <ac:chgData name="Daphne Economou" userId="d065a339-36cf-4937-af08-41751becbd81" providerId="ADAL" clId="{14545ECC-1A6B-4361-AEC6-CF9B25523479}" dt="2022-12-04T22:38:43.280" v="3619" actId="6549"/>
          <ac:spMkLst>
            <pc:docMk/>
            <pc:sldMk cId="1393113354" sldId="498"/>
            <ac:spMk id="3" creationId="{2C69F99F-A699-D3F6-AAD3-A9DBE9A177F1}"/>
          </ac:spMkLst>
        </pc:spChg>
      </pc:sldChg>
      <pc:sldChg chg="modSp mod">
        <pc:chgData name="Daphne Economou" userId="d065a339-36cf-4937-af08-41751becbd81" providerId="ADAL" clId="{14545ECC-1A6B-4361-AEC6-CF9B25523479}" dt="2022-12-04T23:33:19.395" v="3918" actId="20577"/>
        <pc:sldMkLst>
          <pc:docMk/>
          <pc:sldMk cId="0" sldId="499"/>
        </pc:sldMkLst>
        <pc:spChg chg="mod">
          <ac:chgData name="Daphne Economou" userId="d065a339-36cf-4937-af08-41751becbd81" providerId="ADAL" clId="{14545ECC-1A6B-4361-AEC6-CF9B25523479}" dt="2022-12-04T23:33:19.395" v="3918" actId="20577"/>
          <ac:spMkLst>
            <pc:docMk/>
            <pc:sldMk cId="0" sldId="499"/>
            <ac:spMk id="157699" creationId="{00000000-0000-0000-0000-000000000000}"/>
          </ac:spMkLst>
        </pc:spChg>
      </pc:sldChg>
      <pc:sldChg chg="del">
        <pc:chgData name="Daphne Economou" userId="d065a339-36cf-4937-af08-41751becbd81" providerId="ADAL" clId="{14545ECC-1A6B-4361-AEC6-CF9B25523479}" dt="2022-12-04T23:32:59.225" v="3909" actId="47"/>
        <pc:sldMkLst>
          <pc:docMk/>
          <pc:sldMk cId="4138749405" sldId="656"/>
        </pc:sldMkLst>
      </pc:sldChg>
      <pc:sldChg chg="del">
        <pc:chgData name="Daphne Economou" userId="d065a339-36cf-4937-af08-41751becbd81" providerId="ADAL" clId="{14545ECC-1A6B-4361-AEC6-CF9B25523479}" dt="2022-12-04T21:14:31.463" v="3073" actId="47"/>
        <pc:sldMkLst>
          <pc:docMk/>
          <pc:sldMk cId="156445025" sldId="783"/>
        </pc:sldMkLst>
      </pc:sldChg>
      <pc:sldChg chg="del">
        <pc:chgData name="Daphne Economou" userId="d065a339-36cf-4937-af08-41751becbd81" providerId="ADAL" clId="{14545ECC-1A6B-4361-AEC6-CF9B25523479}" dt="2022-12-04T21:14:31.463" v="3073" actId="47"/>
        <pc:sldMkLst>
          <pc:docMk/>
          <pc:sldMk cId="2209632736" sldId="804"/>
        </pc:sldMkLst>
      </pc:sldChg>
      <pc:sldChg chg="del">
        <pc:chgData name="Daphne Economou" userId="d065a339-36cf-4937-af08-41751becbd81" providerId="ADAL" clId="{14545ECC-1A6B-4361-AEC6-CF9B25523479}" dt="2022-12-04T21:14:31.463" v="3073" actId="47"/>
        <pc:sldMkLst>
          <pc:docMk/>
          <pc:sldMk cId="3650242743" sldId="808"/>
        </pc:sldMkLst>
      </pc:sldChg>
      <pc:sldChg chg="del">
        <pc:chgData name="Daphne Economou" userId="d065a339-36cf-4937-af08-41751becbd81" providerId="ADAL" clId="{14545ECC-1A6B-4361-AEC6-CF9B25523479}" dt="2022-12-04T21:14:31.463" v="3073" actId="47"/>
        <pc:sldMkLst>
          <pc:docMk/>
          <pc:sldMk cId="3629614380" sldId="835"/>
        </pc:sldMkLst>
      </pc:sldChg>
      <pc:sldChg chg="del">
        <pc:chgData name="Daphne Economou" userId="d065a339-36cf-4937-af08-41751becbd81" providerId="ADAL" clId="{14545ECC-1A6B-4361-AEC6-CF9B25523479}" dt="2022-12-04T21:14:31.463" v="3073" actId="47"/>
        <pc:sldMkLst>
          <pc:docMk/>
          <pc:sldMk cId="1206668469" sldId="836"/>
        </pc:sldMkLst>
      </pc:sldChg>
      <pc:sldChg chg="del">
        <pc:chgData name="Daphne Economou" userId="d065a339-36cf-4937-af08-41751becbd81" providerId="ADAL" clId="{14545ECC-1A6B-4361-AEC6-CF9B25523479}" dt="2022-12-04T21:14:31.463" v="3073" actId="47"/>
        <pc:sldMkLst>
          <pc:docMk/>
          <pc:sldMk cId="1830908907" sldId="837"/>
        </pc:sldMkLst>
      </pc:sldChg>
      <pc:sldChg chg="del">
        <pc:chgData name="Daphne Economou" userId="d065a339-36cf-4937-af08-41751becbd81" providerId="ADAL" clId="{14545ECC-1A6B-4361-AEC6-CF9B25523479}" dt="2022-12-04T21:14:31.463" v="3073" actId="47"/>
        <pc:sldMkLst>
          <pc:docMk/>
          <pc:sldMk cId="3589328985" sldId="839"/>
        </pc:sldMkLst>
      </pc:sldChg>
      <pc:sldChg chg="addSp delSp modSp mod chgLayout modNotesTx">
        <pc:chgData name="Daphne Economou" userId="d065a339-36cf-4937-af08-41751becbd81" providerId="ADAL" clId="{14545ECC-1A6B-4361-AEC6-CF9B25523479}" dt="2022-12-04T14:10:12.478" v="380" actId="1076"/>
        <pc:sldMkLst>
          <pc:docMk/>
          <pc:sldMk cId="2725514350" sldId="840"/>
        </pc:sldMkLst>
        <pc:spChg chg="del">
          <ac:chgData name="Daphne Economou" userId="d065a339-36cf-4937-af08-41751becbd81" providerId="ADAL" clId="{14545ECC-1A6B-4361-AEC6-CF9B25523479}" dt="2022-12-04T13:56:45.292" v="190" actId="700"/>
          <ac:spMkLst>
            <pc:docMk/>
            <pc:sldMk cId="2725514350" sldId="840"/>
            <ac:spMk id="2" creationId="{06B23519-0A7A-1D59-6EC6-72846B829485}"/>
          </ac:spMkLst>
        </pc:spChg>
        <pc:spChg chg="mod ord">
          <ac:chgData name="Daphne Economou" userId="d065a339-36cf-4937-af08-41751becbd81" providerId="ADAL" clId="{14545ECC-1A6B-4361-AEC6-CF9B25523479}" dt="2022-12-04T13:56:45.292" v="190" actId="700"/>
          <ac:spMkLst>
            <pc:docMk/>
            <pc:sldMk cId="2725514350" sldId="840"/>
            <ac:spMk id="3" creationId="{613E0D6E-E6AB-33CC-E047-DF08A8699430}"/>
          </ac:spMkLst>
        </pc:spChg>
        <pc:spChg chg="mod ord">
          <ac:chgData name="Daphne Economou" userId="d065a339-36cf-4937-af08-41751becbd81" providerId="ADAL" clId="{14545ECC-1A6B-4361-AEC6-CF9B25523479}" dt="2022-12-04T13:56:45.292" v="190" actId="700"/>
          <ac:spMkLst>
            <pc:docMk/>
            <pc:sldMk cId="2725514350" sldId="840"/>
            <ac:spMk id="4" creationId="{66287C0F-DDC8-0936-8C06-5C1607A9D42D}"/>
          </ac:spMkLst>
        </pc:spChg>
        <pc:spChg chg="mod ord">
          <ac:chgData name="Daphne Economou" userId="d065a339-36cf-4937-af08-41751becbd81" providerId="ADAL" clId="{14545ECC-1A6B-4361-AEC6-CF9B25523479}" dt="2022-12-04T13:56:45.292" v="190" actId="700"/>
          <ac:spMkLst>
            <pc:docMk/>
            <pc:sldMk cId="2725514350" sldId="840"/>
            <ac:spMk id="6" creationId="{DA7E339C-10E9-320E-079A-29E8DB56A5BB}"/>
          </ac:spMkLst>
        </pc:spChg>
        <pc:spChg chg="mod ord">
          <ac:chgData name="Daphne Economou" userId="d065a339-36cf-4937-af08-41751becbd81" providerId="ADAL" clId="{14545ECC-1A6B-4361-AEC6-CF9B25523479}" dt="2022-12-04T14:10:09.493" v="379" actId="207"/>
          <ac:spMkLst>
            <pc:docMk/>
            <pc:sldMk cId="2725514350" sldId="840"/>
            <ac:spMk id="7" creationId="{FEFFDF17-29AF-45F0-8752-3B12DBFF2F43}"/>
          </ac:spMkLst>
        </pc:spChg>
        <pc:picChg chg="add mod">
          <ac:chgData name="Daphne Economou" userId="d065a339-36cf-4937-af08-41751becbd81" providerId="ADAL" clId="{14545ECC-1A6B-4361-AEC6-CF9B25523479}" dt="2022-12-04T14:10:12.478" v="380" actId="1076"/>
          <ac:picMkLst>
            <pc:docMk/>
            <pc:sldMk cId="2725514350" sldId="840"/>
            <ac:picMk id="5" creationId="{469038CE-E48A-E7D8-56B9-59F59D942DE8}"/>
          </ac:picMkLst>
        </pc:picChg>
        <pc:picChg chg="add del mod">
          <ac:chgData name="Daphne Economou" userId="d065a339-36cf-4937-af08-41751becbd81" providerId="ADAL" clId="{14545ECC-1A6B-4361-AEC6-CF9B25523479}" dt="2022-12-04T14:01:06.352" v="278" actId="21"/>
          <ac:picMkLst>
            <pc:docMk/>
            <pc:sldMk cId="2725514350" sldId="840"/>
            <ac:picMk id="1026" creationId="{7E1D72C4-2D10-A5BE-0AD8-F89BFDA51C0C}"/>
          </ac:picMkLst>
        </pc:picChg>
      </pc:sldChg>
      <pc:sldChg chg="del">
        <pc:chgData name="Daphne Economou" userId="d065a339-36cf-4937-af08-41751becbd81" providerId="ADAL" clId="{14545ECC-1A6B-4361-AEC6-CF9B25523479}" dt="2022-12-04T21:14:31.463" v="3073" actId="47"/>
        <pc:sldMkLst>
          <pc:docMk/>
          <pc:sldMk cId="513801407" sldId="841"/>
        </pc:sldMkLst>
      </pc:sldChg>
      <pc:sldChg chg="del">
        <pc:chgData name="Daphne Economou" userId="d065a339-36cf-4937-af08-41751becbd81" providerId="ADAL" clId="{14545ECC-1A6B-4361-AEC6-CF9B25523479}" dt="2022-12-04T21:14:31.463" v="3073" actId="47"/>
        <pc:sldMkLst>
          <pc:docMk/>
          <pc:sldMk cId="4156932422" sldId="843"/>
        </pc:sldMkLst>
      </pc:sldChg>
      <pc:sldChg chg="del">
        <pc:chgData name="Daphne Economou" userId="d065a339-36cf-4937-af08-41751becbd81" providerId="ADAL" clId="{14545ECC-1A6B-4361-AEC6-CF9B25523479}" dt="2022-12-04T21:14:31.463" v="3073" actId="47"/>
        <pc:sldMkLst>
          <pc:docMk/>
          <pc:sldMk cId="119414197" sldId="844"/>
        </pc:sldMkLst>
      </pc:sldChg>
      <pc:sldChg chg="del">
        <pc:chgData name="Daphne Economou" userId="d065a339-36cf-4937-af08-41751becbd81" providerId="ADAL" clId="{14545ECC-1A6B-4361-AEC6-CF9B25523479}" dt="2022-12-04T21:14:31.463" v="3073" actId="47"/>
        <pc:sldMkLst>
          <pc:docMk/>
          <pc:sldMk cId="3564555487" sldId="845"/>
        </pc:sldMkLst>
      </pc:sldChg>
      <pc:sldChg chg="del">
        <pc:chgData name="Daphne Economou" userId="d065a339-36cf-4937-af08-41751becbd81" providerId="ADAL" clId="{14545ECC-1A6B-4361-AEC6-CF9B25523479}" dt="2022-12-04T21:14:31.463" v="3073" actId="47"/>
        <pc:sldMkLst>
          <pc:docMk/>
          <pc:sldMk cId="3313000237" sldId="846"/>
        </pc:sldMkLst>
      </pc:sldChg>
      <pc:sldChg chg="del">
        <pc:chgData name="Daphne Economou" userId="d065a339-36cf-4937-af08-41751becbd81" providerId="ADAL" clId="{14545ECC-1A6B-4361-AEC6-CF9B25523479}" dt="2022-12-04T21:14:31.463" v="3073" actId="47"/>
        <pc:sldMkLst>
          <pc:docMk/>
          <pc:sldMk cId="3123240853" sldId="848"/>
        </pc:sldMkLst>
      </pc:sldChg>
      <pc:sldChg chg="del">
        <pc:chgData name="Daphne Economou" userId="d065a339-36cf-4937-af08-41751becbd81" providerId="ADAL" clId="{14545ECC-1A6B-4361-AEC6-CF9B25523479}" dt="2022-12-04T21:14:31.463" v="3073" actId="47"/>
        <pc:sldMkLst>
          <pc:docMk/>
          <pc:sldMk cId="2094058677" sldId="849"/>
        </pc:sldMkLst>
      </pc:sldChg>
      <pc:sldChg chg="del">
        <pc:chgData name="Daphne Economou" userId="d065a339-36cf-4937-af08-41751becbd81" providerId="ADAL" clId="{14545ECC-1A6B-4361-AEC6-CF9B25523479}" dt="2022-12-04T21:14:31.463" v="3073" actId="47"/>
        <pc:sldMkLst>
          <pc:docMk/>
          <pc:sldMk cId="2389022866" sldId="850"/>
        </pc:sldMkLst>
      </pc:sldChg>
      <pc:sldChg chg="del">
        <pc:chgData name="Daphne Economou" userId="d065a339-36cf-4937-af08-41751becbd81" providerId="ADAL" clId="{14545ECC-1A6B-4361-AEC6-CF9B25523479}" dt="2022-12-04T21:14:31.463" v="3073" actId="47"/>
        <pc:sldMkLst>
          <pc:docMk/>
          <pc:sldMk cId="1353562949" sldId="851"/>
        </pc:sldMkLst>
      </pc:sldChg>
      <pc:sldChg chg="del">
        <pc:chgData name="Daphne Economou" userId="d065a339-36cf-4937-af08-41751becbd81" providerId="ADAL" clId="{14545ECC-1A6B-4361-AEC6-CF9B25523479}" dt="2022-12-04T21:14:31.463" v="3073" actId="47"/>
        <pc:sldMkLst>
          <pc:docMk/>
          <pc:sldMk cId="2058673355" sldId="852"/>
        </pc:sldMkLst>
      </pc:sldChg>
      <pc:sldChg chg="del">
        <pc:chgData name="Daphne Economou" userId="d065a339-36cf-4937-af08-41751becbd81" providerId="ADAL" clId="{14545ECC-1A6B-4361-AEC6-CF9B25523479}" dt="2022-12-04T21:14:31.463" v="3073" actId="47"/>
        <pc:sldMkLst>
          <pc:docMk/>
          <pc:sldMk cId="3731677489" sldId="853"/>
        </pc:sldMkLst>
      </pc:sldChg>
      <pc:sldChg chg="del">
        <pc:chgData name="Daphne Economou" userId="d065a339-36cf-4937-af08-41751becbd81" providerId="ADAL" clId="{14545ECC-1A6B-4361-AEC6-CF9B25523479}" dt="2022-12-04T21:14:31.463" v="3073" actId="47"/>
        <pc:sldMkLst>
          <pc:docMk/>
          <pc:sldMk cId="2289518811" sldId="854"/>
        </pc:sldMkLst>
      </pc:sldChg>
      <pc:sldChg chg="del">
        <pc:chgData name="Daphne Economou" userId="d065a339-36cf-4937-af08-41751becbd81" providerId="ADAL" clId="{14545ECC-1A6B-4361-AEC6-CF9B25523479}" dt="2022-12-04T21:14:31.463" v="3073" actId="47"/>
        <pc:sldMkLst>
          <pc:docMk/>
          <pc:sldMk cId="3668176609" sldId="855"/>
        </pc:sldMkLst>
      </pc:sldChg>
      <pc:sldChg chg="del">
        <pc:chgData name="Daphne Economou" userId="d065a339-36cf-4937-af08-41751becbd81" providerId="ADAL" clId="{14545ECC-1A6B-4361-AEC6-CF9B25523479}" dt="2022-12-04T21:14:31.463" v="3073" actId="47"/>
        <pc:sldMkLst>
          <pc:docMk/>
          <pc:sldMk cId="2533665063" sldId="856"/>
        </pc:sldMkLst>
      </pc:sldChg>
      <pc:sldChg chg="del">
        <pc:chgData name="Daphne Economou" userId="d065a339-36cf-4937-af08-41751becbd81" providerId="ADAL" clId="{14545ECC-1A6B-4361-AEC6-CF9B25523479}" dt="2022-12-04T21:14:31.463" v="3073" actId="47"/>
        <pc:sldMkLst>
          <pc:docMk/>
          <pc:sldMk cId="102801682" sldId="857"/>
        </pc:sldMkLst>
      </pc:sldChg>
      <pc:sldChg chg="del">
        <pc:chgData name="Daphne Economou" userId="d065a339-36cf-4937-af08-41751becbd81" providerId="ADAL" clId="{14545ECC-1A6B-4361-AEC6-CF9B25523479}" dt="2022-12-04T21:14:31.463" v="3073" actId="47"/>
        <pc:sldMkLst>
          <pc:docMk/>
          <pc:sldMk cId="3705168788" sldId="858"/>
        </pc:sldMkLst>
      </pc:sldChg>
      <pc:sldChg chg="del">
        <pc:chgData name="Daphne Economou" userId="d065a339-36cf-4937-af08-41751becbd81" providerId="ADAL" clId="{14545ECC-1A6B-4361-AEC6-CF9B25523479}" dt="2022-12-04T21:14:31.463" v="3073" actId="47"/>
        <pc:sldMkLst>
          <pc:docMk/>
          <pc:sldMk cId="4210811839" sldId="859"/>
        </pc:sldMkLst>
      </pc:sldChg>
      <pc:sldChg chg="del">
        <pc:chgData name="Daphne Economou" userId="d065a339-36cf-4937-af08-41751becbd81" providerId="ADAL" clId="{14545ECC-1A6B-4361-AEC6-CF9B25523479}" dt="2022-12-04T21:14:31.463" v="3073" actId="47"/>
        <pc:sldMkLst>
          <pc:docMk/>
          <pc:sldMk cId="612456143" sldId="860"/>
        </pc:sldMkLst>
      </pc:sldChg>
      <pc:sldChg chg="del">
        <pc:chgData name="Daphne Economou" userId="d065a339-36cf-4937-af08-41751becbd81" providerId="ADAL" clId="{14545ECC-1A6B-4361-AEC6-CF9B25523479}" dt="2022-12-04T21:14:31.463" v="3073" actId="47"/>
        <pc:sldMkLst>
          <pc:docMk/>
          <pc:sldMk cId="477324845" sldId="861"/>
        </pc:sldMkLst>
      </pc:sldChg>
      <pc:sldChg chg="del">
        <pc:chgData name="Daphne Economou" userId="d065a339-36cf-4937-af08-41751becbd81" providerId="ADAL" clId="{14545ECC-1A6B-4361-AEC6-CF9B25523479}" dt="2022-12-04T21:14:31.463" v="3073" actId="47"/>
        <pc:sldMkLst>
          <pc:docMk/>
          <pc:sldMk cId="3900059091" sldId="862"/>
        </pc:sldMkLst>
      </pc:sldChg>
      <pc:sldChg chg="del">
        <pc:chgData name="Daphne Economou" userId="d065a339-36cf-4937-af08-41751becbd81" providerId="ADAL" clId="{14545ECC-1A6B-4361-AEC6-CF9B25523479}" dt="2022-12-04T21:14:31.463" v="3073" actId="47"/>
        <pc:sldMkLst>
          <pc:docMk/>
          <pc:sldMk cId="1051372859" sldId="863"/>
        </pc:sldMkLst>
      </pc:sldChg>
      <pc:sldChg chg="addSp modSp new mod setBg">
        <pc:chgData name="Daphne Economou" userId="d065a339-36cf-4937-af08-41751becbd81" providerId="ADAL" clId="{14545ECC-1A6B-4361-AEC6-CF9B25523479}" dt="2022-12-04T23:32:51.362" v="3908" actId="1076"/>
        <pc:sldMkLst>
          <pc:docMk/>
          <pc:sldMk cId="2794772234" sldId="864"/>
        </pc:sldMkLst>
        <pc:spChg chg="mod">
          <ac:chgData name="Daphne Economou" userId="d065a339-36cf-4937-af08-41751becbd81" providerId="ADAL" clId="{14545ECC-1A6B-4361-AEC6-CF9B25523479}" dt="2022-12-04T13:45:57.279" v="11" actId="20577"/>
          <ac:spMkLst>
            <pc:docMk/>
            <pc:sldMk cId="2794772234" sldId="864"/>
            <ac:spMk id="2" creationId="{05519AEB-6B39-3169-979D-843F6E7EB023}"/>
          </ac:spMkLst>
        </pc:spChg>
        <pc:spChg chg="mod">
          <ac:chgData name="Daphne Economou" userId="d065a339-36cf-4937-af08-41751becbd81" providerId="ADAL" clId="{14545ECC-1A6B-4361-AEC6-CF9B25523479}" dt="2022-12-04T23:32:00.583" v="3894" actId="20577"/>
          <ac:spMkLst>
            <pc:docMk/>
            <pc:sldMk cId="2794772234" sldId="864"/>
            <ac:spMk id="3" creationId="{D98B5927-F834-FD56-62FD-858CE24C70C3}"/>
          </ac:spMkLst>
        </pc:spChg>
        <pc:graphicFrameChg chg="add mod modGraphic">
          <ac:chgData name="Daphne Economou" userId="d065a339-36cf-4937-af08-41751becbd81" providerId="ADAL" clId="{14545ECC-1A6B-4361-AEC6-CF9B25523479}" dt="2022-12-04T23:32:51.362" v="3908" actId="1076"/>
          <ac:graphicFrameMkLst>
            <pc:docMk/>
            <pc:sldMk cId="2794772234" sldId="864"/>
            <ac:graphicFrameMk id="6" creationId="{6C3EF072-13AA-F352-E24D-CC7ED6446FAB}"/>
          </ac:graphicFrameMkLst>
        </pc:graphicFrameChg>
      </pc:sldChg>
      <pc:sldChg chg="modSp add mod ord">
        <pc:chgData name="Daphne Economou" userId="d065a339-36cf-4937-af08-41751becbd81" providerId="ADAL" clId="{14545ECC-1A6B-4361-AEC6-CF9B25523479}" dt="2022-12-04T14:10:30.478" v="383" actId="20577"/>
        <pc:sldMkLst>
          <pc:docMk/>
          <pc:sldMk cId="3618985252" sldId="865"/>
        </pc:sldMkLst>
        <pc:spChg chg="mod">
          <ac:chgData name="Daphne Economou" userId="d065a339-36cf-4937-af08-41751becbd81" providerId="ADAL" clId="{14545ECC-1A6B-4361-AEC6-CF9B25523479}" dt="2022-12-04T14:10:30.478" v="383" actId="20577"/>
          <ac:spMkLst>
            <pc:docMk/>
            <pc:sldMk cId="3618985252" sldId="865"/>
            <ac:spMk id="7" creationId="{FEFFDF17-29AF-45F0-8752-3B12DBFF2F43}"/>
          </ac:spMkLst>
        </pc:spChg>
      </pc:sldChg>
      <pc:sldChg chg="modSp new mod">
        <pc:chgData name="Daphne Economou" userId="d065a339-36cf-4937-af08-41751becbd81" providerId="ADAL" clId="{14545ECC-1A6B-4361-AEC6-CF9B25523479}" dt="2022-12-04T14:09:29.126" v="378" actId="27636"/>
        <pc:sldMkLst>
          <pc:docMk/>
          <pc:sldMk cId="689925899" sldId="866"/>
        </pc:sldMkLst>
        <pc:spChg chg="mod">
          <ac:chgData name="Daphne Economou" userId="d065a339-36cf-4937-af08-41751becbd81" providerId="ADAL" clId="{14545ECC-1A6B-4361-AEC6-CF9B25523479}" dt="2022-12-04T14:03:47.201" v="311"/>
          <ac:spMkLst>
            <pc:docMk/>
            <pc:sldMk cId="689925899" sldId="866"/>
            <ac:spMk id="2" creationId="{341830A3-5E7C-930D-C05B-5B51E59DD5FE}"/>
          </ac:spMkLst>
        </pc:spChg>
        <pc:spChg chg="mod">
          <ac:chgData name="Daphne Economou" userId="d065a339-36cf-4937-af08-41751becbd81" providerId="ADAL" clId="{14545ECC-1A6B-4361-AEC6-CF9B25523479}" dt="2022-12-04T14:09:29.126" v="378" actId="27636"/>
          <ac:spMkLst>
            <pc:docMk/>
            <pc:sldMk cId="689925899" sldId="866"/>
            <ac:spMk id="3" creationId="{45B2F119-56AB-F25E-FC8E-D348AD3C15D4}"/>
          </ac:spMkLst>
        </pc:spChg>
      </pc:sldChg>
      <pc:sldChg chg="modSp new mod">
        <pc:chgData name="Daphne Economou" userId="d065a339-36cf-4937-af08-41751becbd81" providerId="ADAL" clId="{14545ECC-1A6B-4361-AEC6-CF9B25523479}" dt="2022-12-04T14:11:56.120" v="386" actId="15"/>
        <pc:sldMkLst>
          <pc:docMk/>
          <pc:sldMk cId="3010004344" sldId="867"/>
        </pc:sldMkLst>
        <pc:spChg chg="mod">
          <ac:chgData name="Daphne Economou" userId="d065a339-36cf-4937-af08-41751becbd81" providerId="ADAL" clId="{14545ECC-1A6B-4361-AEC6-CF9B25523479}" dt="2022-12-04T14:06:09.370" v="325"/>
          <ac:spMkLst>
            <pc:docMk/>
            <pc:sldMk cId="3010004344" sldId="867"/>
            <ac:spMk id="2" creationId="{3A5B95B5-DDCF-E679-F497-503DBF9108E1}"/>
          </ac:spMkLst>
        </pc:spChg>
        <pc:spChg chg="mod">
          <ac:chgData name="Daphne Economou" userId="d065a339-36cf-4937-af08-41751becbd81" providerId="ADAL" clId="{14545ECC-1A6B-4361-AEC6-CF9B25523479}" dt="2022-12-04T14:11:56.120" v="386" actId="15"/>
          <ac:spMkLst>
            <pc:docMk/>
            <pc:sldMk cId="3010004344" sldId="867"/>
            <ac:spMk id="3" creationId="{E44123FE-965B-56BC-50F5-6E67876401DE}"/>
          </ac:spMkLst>
        </pc:spChg>
      </pc:sldChg>
      <pc:sldChg chg="addSp modSp new mod">
        <pc:chgData name="Daphne Economou" userId="d065a339-36cf-4937-af08-41751becbd81" providerId="ADAL" clId="{14545ECC-1A6B-4361-AEC6-CF9B25523479}" dt="2022-12-04T15:29:26.769" v="1054" actId="27636"/>
        <pc:sldMkLst>
          <pc:docMk/>
          <pc:sldMk cId="3034285011" sldId="868"/>
        </pc:sldMkLst>
        <pc:spChg chg="mod">
          <ac:chgData name="Daphne Economou" userId="d065a339-36cf-4937-af08-41751becbd81" providerId="ADAL" clId="{14545ECC-1A6B-4361-AEC6-CF9B25523479}" dt="2022-12-04T14:14:26.682" v="391"/>
          <ac:spMkLst>
            <pc:docMk/>
            <pc:sldMk cId="3034285011" sldId="868"/>
            <ac:spMk id="2" creationId="{E5E4BBB2-A810-748D-CC63-A4EF728DF351}"/>
          </ac:spMkLst>
        </pc:spChg>
        <pc:spChg chg="mod">
          <ac:chgData name="Daphne Economou" userId="d065a339-36cf-4937-af08-41751becbd81" providerId="ADAL" clId="{14545ECC-1A6B-4361-AEC6-CF9B25523479}" dt="2022-12-04T15:29:26.769" v="1054" actId="27636"/>
          <ac:spMkLst>
            <pc:docMk/>
            <pc:sldMk cId="3034285011" sldId="868"/>
            <ac:spMk id="3" creationId="{0704C16E-3E6B-2B19-0E31-CE87679CE52E}"/>
          </ac:spMkLst>
        </pc:spChg>
        <pc:graphicFrameChg chg="add mod modGraphic">
          <ac:chgData name="Daphne Economou" userId="d065a339-36cf-4937-af08-41751becbd81" providerId="ADAL" clId="{14545ECC-1A6B-4361-AEC6-CF9B25523479}" dt="2022-12-04T15:29:24.636" v="1052" actId="1076"/>
          <ac:graphicFrameMkLst>
            <pc:docMk/>
            <pc:sldMk cId="3034285011" sldId="868"/>
            <ac:graphicFrameMk id="6" creationId="{8BCE0EE1-A9DE-F3AC-F2C8-4A7DD2D29349}"/>
          </ac:graphicFrameMkLst>
        </pc:graphicFrameChg>
      </pc:sldChg>
      <pc:sldChg chg="addSp delSp modSp new mod modNotesTx">
        <pc:chgData name="Daphne Economou" userId="d065a339-36cf-4937-af08-41751becbd81" providerId="ADAL" clId="{14545ECC-1A6B-4361-AEC6-CF9B25523479}" dt="2022-12-04T15:26:42.733" v="1040"/>
        <pc:sldMkLst>
          <pc:docMk/>
          <pc:sldMk cId="1921005270" sldId="869"/>
        </pc:sldMkLst>
        <pc:spChg chg="mod">
          <ac:chgData name="Daphne Economou" userId="d065a339-36cf-4937-af08-41751becbd81" providerId="ADAL" clId="{14545ECC-1A6B-4361-AEC6-CF9B25523479}" dt="2022-12-04T15:11:48.464" v="441" actId="20577"/>
          <ac:spMkLst>
            <pc:docMk/>
            <pc:sldMk cId="1921005270" sldId="869"/>
            <ac:spMk id="2" creationId="{67AAEDC0-248C-71CD-7832-485CEFA7350F}"/>
          </ac:spMkLst>
        </pc:spChg>
        <pc:spChg chg="del">
          <ac:chgData name="Daphne Economou" userId="d065a339-36cf-4937-af08-41751becbd81" providerId="ADAL" clId="{14545ECC-1A6B-4361-AEC6-CF9B25523479}" dt="2022-12-04T15:09:26.498" v="416" actId="3680"/>
          <ac:spMkLst>
            <pc:docMk/>
            <pc:sldMk cId="1921005270" sldId="869"/>
            <ac:spMk id="3" creationId="{5EC2B317-C692-65D6-C73A-016227852A5B}"/>
          </ac:spMkLst>
        </pc:spChg>
        <pc:spChg chg="add mod">
          <ac:chgData name="Daphne Economou" userId="d065a339-36cf-4937-af08-41751becbd81" providerId="ADAL" clId="{14545ECC-1A6B-4361-AEC6-CF9B25523479}" dt="2022-12-04T15:22:54.693" v="933" actId="1076"/>
          <ac:spMkLst>
            <pc:docMk/>
            <pc:sldMk cId="1921005270" sldId="869"/>
            <ac:spMk id="15" creationId="{7C3D15E0-4871-0DBC-C010-9FEA93AE3EF2}"/>
          </ac:spMkLst>
        </pc:spChg>
        <pc:graphicFrameChg chg="add mod ord modGraphic">
          <ac:chgData name="Daphne Economou" userId="d065a339-36cf-4937-af08-41751becbd81" providerId="ADAL" clId="{14545ECC-1A6B-4361-AEC6-CF9B25523479}" dt="2022-12-04T15:25:50.812" v="977" actId="403"/>
          <ac:graphicFrameMkLst>
            <pc:docMk/>
            <pc:sldMk cId="1921005270" sldId="869"/>
            <ac:graphicFrameMk id="6" creationId="{D665F0B0-174D-5CBF-DB36-95DA2B8EC82D}"/>
          </ac:graphicFrameMkLst>
        </pc:graphicFrameChg>
        <pc:graphicFrameChg chg="add mod modGraphic">
          <ac:chgData name="Daphne Economou" userId="d065a339-36cf-4937-af08-41751becbd81" providerId="ADAL" clId="{14545ECC-1A6B-4361-AEC6-CF9B25523479}" dt="2022-12-04T15:25:59.601" v="979" actId="14100"/>
          <ac:graphicFrameMkLst>
            <pc:docMk/>
            <pc:sldMk cId="1921005270" sldId="869"/>
            <ac:graphicFrameMk id="7" creationId="{CA6F4167-4221-3F8A-1B5F-F028B8A9DEA4}"/>
          </ac:graphicFrameMkLst>
        </pc:graphicFrameChg>
        <pc:graphicFrameChg chg="add mod modGraphic">
          <ac:chgData name="Daphne Economou" userId="d065a339-36cf-4937-af08-41751becbd81" providerId="ADAL" clId="{14545ECC-1A6B-4361-AEC6-CF9B25523479}" dt="2022-12-04T15:21:48.402" v="917" actId="1076"/>
          <ac:graphicFrameMkLst>
            <pc:docMk/>
            <pc:sldMk cId="1921005270" sldId="869"/>
            <ac:graphicFrameMk id="8" creationId="{E0F939E8-3890-656E-5634-50BC94F4EF92}"/>
          </ac:graphicFrameMkLst>
        </pc:graphicFrameChg>
        <pc:cxnChg chg="add mod">
          <ac:chgData name="Daphne Economou" userId="d065a339-36cf-4937-af08-41751becbd81" providerId="ADAL" clId="{14545ECC-1A6B-4361-AEC6-CF9B25523479}" dt="2022-12-04T15:25:59.601" v="979" actId="14100"/>
          <ac:cxnSpMkLst>
            <pc:docMk/>
            <pc:sldMk cId="1921005270" sldId="869"/>
            <ac:cxnSpMk id="10" creationId="{E272754B-5D13-048A-83D7-9944396E4E59}"/>
          </ac:cxnSpMkLst>
        </pc:cxnChg>
        <pc:cxnChg chg="add mod">
          <ac:chgData name="Daphne Economou" userId="d065a339-36cf-4937-af08-41751becbd81" providerId="ADAL" clId="{14545ECC-1A6B-4361-AEC6-CF9B25523479}" dt="2022-12-04T15:24:23.526" v="956" actId="14100"/>
          <ac:cxnSpMkLst>
            <pc:docMk/>
            <pc:sldMk cId="1921005270" sldId="869"/>
            <ac:cxnSpMk id="12" creationId="{F3672AE7-8DDA-70C6-F462-27DF107A4188}"/>
          </ac:cxnSpMkLst>
        </pc:cxnChg>
        <pc:cxnChg chg="add del mod">
          <ac:chgData name="Daphne Economou" userId="d065a339-36cf-4937-af08-41751becbd81" providerId="ADAL" clId="{14545ECC-1A6B-4361-AEC6-CF9B25523479}" dt="2022-12-04T15:24:02.251" v="949" actId="478"/>
          <ac:cxnSpMkLst>
            <pc:docMk/>
            <pc:sldMk cId="1921005270" sldId="869"/>
            <ac:cxnSpMk id="13" creationId="{21F3DF7C-9D86-77E7-B19E-6BBC2E721B90}"/>
          </ac:cxnSpMkLst>
        </pc:cxnChg>
        <pc:cxnChg chg="add del mod">
          <ac:chgData name="Daphne Economou" userId="d065a339-36cf-4937-af08-41751becbd81" providerId="ADAL" clId="{14545ECC-1A6B-4361-AEC6-CF9B25523479}" dt="2022-12-04T15:24:01.226" v="948" actId="478"/>
          <ac:cxnSpMkLst>
            <pc:docMk/>
            <pc:sldMk cId="1921005270" sldId="869"/>
            <ac:cxnSpMk id="14" creationId="{08DDE432-2B14-AF9B-8DAF-F5A9939F4EDE}"/>
          </ac:cxnSpMkLst>
        </pc:cxnChg>
        <pc:cxnChg chg="add del mod">
          <ac:chgData name="Daphne Economou" userId="d065a339-36cf-4937-af08-41751becbd81" providerId="ADAL" clId="{14545ECC-1A6B-4361-AEC6-CF9B25523479}" dt="2022-12-04T15:24:25.299" v="957" actId="478"/>
          <ac:cxnSpMkLst>
            <pc:docMk/>
            <pc:sldMk cId="1921005270" sldId="869"/>
            <ac:cxnSpMk id="29" creationId="{2C833427-1322-C49D-DB4C-311277D9ECB6}"/>
          </ac:cxnSpMkLst>
        </pc:cxnChg>
        <pc:cxnChg chg="add del mod">
          <ac:chgData name="Daphne Economou" userId="d065a339-36cf-4937-af08-41751becbd81" providerId="ADAL" clId="{14545ECC-1A6B-4361-AEC6-CF9B25523479}" dt="2022-12-04T15:24:25.969" v="958" actId="478"/>
          <ac:cxnSpMkLst>
            <pc:docMk/>
            <pc:sldMk cId="1921005270" sldId="869"/>
            <ac:cxnSpMk id="30" creationId="{6F96B90B-C2B8-77C1-7CBF-9072E74AA68E}"/>
          </ac:cxnSpMkLst>
        </pc:cxnChg>
        <pc:cxnChg chg="add mod">
          <ac:chgData name="Daphne Economou" userId="d065a339-36cf-4937-af08-41751becbd81" providerId="ADAL" clId="{14545ECC-1A6B-4361-AEC6-CF9B25523479}" dt="2022-12-04T15:24:32.271" v="960" actId="1076"/>
          <ac:cxnSpMkLst>
            <pc:docMk/>
            <pc:sldMk cId="1921005270" sldId="869"/>
            <ac:cxnSpMk id="32" creationId="{D880C964-70D1-5545-87DA-6E31573CCB0F}"/>
          </ac:cxnSpMkLst>
        </pc:cxnChg>
        <pc:cxnChg chg="add mod">
          <ac:chgData name="Daphne Economou" userId="d065a339-36cf-4937-af08-41751becbd81" providerId="ADAL" clId="{14545ECC-1A6B-4361-AEC6-CF9B25523479}" dt="2022-12-04T15:24:36.951" v="962" actId="1076"/>
          <ac:cxnSpMkLst>
            <pc:docMk/>
            <pc:sldMk cId="1921005270" sldId="869"/>
            <ac:cxnSpMk id="33" creationId="{85A160B2-A7BE-F958-D71F-6C574CE87B35}"/>
          </ac:cxnSpMkLst>
        </pc:cxnChg>
      </pc:sldChg>
      <pc:sldChg chg="addSp delSp modSp new mod ord">
        <pc:chgData name="Daphne Economou" userId="d065a339-36cf-4937-af08-41751becbd81" providerId="ADAL" clId="{14545ECC-1A6B-4361-AEC6-CF9B25523479}" dt="2022-12-04T20:50:50.952" v="2750" actId="20577"/>
        <pc:sldMkLst>
          <pc:docMk/>
          <pc:sldMk cId="3194692835" sldId="870"/>
        </pc:sldMkLst>
        <pc:spChg chg="mod">
          <ac:chgData name="Daphne Economou" userId="d065a339-36cf-4937-af08-41751becbd81" providerId="ADAL" clId="{14545ECC-1A6B-4361-AEC6-CF9B25523479}" dt="2022-12-04T15:31:54.987" v="1135"/>
          <ac:spMkLst>
            <pc:docMk/>
            <pc:sldMk cId="3194692835" sldId="870"/>
            <ac:spMk id="2" creationId="{18926283-EDB9-6C3C-9B26-F82ADBBDACCF}"/>
          </ac:spMkLst>
        </pc:spChg>
        <pc:spChg chg="mod">
          <ac:chgData name="Daphne Economou" userId="d065a339-36cf-4937-af08-41751becbd81" providerId="ADAL" clId="{14545ECC-1A6B-4361-AEC6-CF9B25523479}" dt="2022-12-04T20:50:50.952" v="2750" actId="20577"/>
          <ac:spMkLst>
            <pc:docMk/>
            <pc:sldMk cId="3194692835" sldId="870"/>
            <ac:spMk id="3" creationId="{96130EC5-C962-C092-3991-FF3668668637}"/>
          </ac:spMkLst>
        </pc:spChg>
        <pc:graphicFrameChg chg="add del mod modGraphic">
          <ac:chgData name="Daphne Economou" userId="d065a339-36cf-4937-af08-41751becbd81" providerId="ADAL" clId="{14545ECC-1A6B-4361-AEC6-CF9B25523479}" dt="2022-12-04T20:49:31.288" v="2730" actId="478"/>
          <ac:graphicFrameMkLst>
            <pc:docMk/>
            <pc:sldMk cId="3194692835" sldId="870"/>
            <ac:graphicFrameMk id="6" creationId="{1E7B271B-E8D5-12DF-C7A6-0FE3E6AFB15E}"/>
          </ac:graphicFrameMkLst>
        </pc:graphicFrameChg>
        <pc:graphicFrameChg chg="add mod modGraphic">
          <ac:chgData name="Daphne Economou" userId="d065a339-36cf-4937-af08-41751becbd81" providerId="ADAL" clId="{14545ECC-1A6B-4361-AEC6-CF9B25523479}" dt="2022-12-04T20:49:42.555" v="2737" actId="1076"/>
          <ac:graphicFrameMkLst>
            <pc:docMk/>
            <pc:sldMk cId="3194692835" sldId="870"/>
            <ac:graphicFrameMk id="7" creationId="{4A494A29-6481-F704-7990-981602DA0258}"/>
          </ac:graphicFrameMkLst>
        </pc:graphicFrameChg>
      </pc:sldChg>
      <pc:sldChg chg="addSp delSp modSp add mod">
        <pc:chgData name="Daphne Economou" userId="d065a339-36cf-4937-af08-41751becbd81" providerId="ADAL" clId="{14545ECC-1A6B-4361-AEC6-CF9B25523479}" dt="2022-12-04T16:20:27.944" v="1389" actId="20577"/>
        <pc:sldMkLst>
          <pc:docMk/>
          <pc:sldMk cId="3475975972" sldId="871"/>
        </pc:sldMkLst>
        <pc:spChg chg="mod">
          <ac:chgData name="Daphne Economou" userId="d065a339-36cf-4937-af08-41751becbd81" providerId="ADAL" clId="{14545ECC-1A6B-4361-AEC6-CF9B25523479}" dt="2022-12-04T16:20:27.944" v="1389" actId="20577"/>
          <ac:spMkLst>
            <pc:docMk/>
            <pc:sldMk cId="3475975972" sldId="871"/>
            <ac:spMk id="2" creationId="{18926283-EDB9-6C3C-9B26-F82ADBBDACCF}"/>
          </ac:spMkLst>
        </pc:spChg>
        <pc:spChg chg="mod">
          <ac:chgData name="Daphne Economou" userId="d065a339-36cf-4937-af08-41751becbd81" providerId="ADAL" clId="{14545ECC-1A6B-4361-AEC6-CF9B25523479}" dt="2022-12-04T16:19:50.574" v="1377" actId="27636"/>
          <ac:spMkLst>
            <pc:docMk/>
            <pc:sldMk cId="3475975972" sldId="871"/>
            <ac:spMk id="3" creationId="{96130EC5-C962-C092-3991-FF3668668637}"/>
          </ac:spMkLst>
        </pc:spChg>
        <pc:spChg chg="add mod">
          <ac:chgData name="Daphne Economou" userId="d065a339-36cf-4937-af08-41751becbd81" providerId="ADAL" clId="{14545ECC-1A6B-4361-AEC6-CF9B25523479}" dt="2022-12-04T15:46:09.864" v="1333" actId="1076"/>
          <ac:spMkLst>
            <pc:docMk/>
            <pc:sldMk cId="3475975972" sldId="871"/>
            <ac:spMk id="13" creationId="{BD649FC6-2A4A-36B5-DA5A-8B4B31CD889C}"/>
          </ac:spMkLst>
        </pc:spChg>
        <pc:picChg chg="add mod">
          <ac:chgData name="Daphne Economou" userId="d065a339-36cf-4937-af08-41751becbd81" providerId="ADAL" clId="{14545ECC-1A6B-4361-AEC6-CF9B25523479}" dt="2022-12-04T15:46:02.686" v="1330" actId="1076"/>
          <ac:picMkLst>
            <pc:docMk/>
            <pc:sldMk cId="3475975972" sldId="871"/>
            <ac:picMk id="8" creationId="{F9D9192D-9BF1-6CFD-EBC6-FE92B73EABF3}"/>
          </ac:picMkLst>
        </pc:picChg>
        <pc:cxnChg chg="add del mod">
          <ac:chgData name="Daphne Economou" userId="d065a339-36cf-4937-af08-41751becbd81" providerId="ADAL" clId="{14545ECC-1A6B-4361-AEC6-CF9B25523479}" dt="2022-12-04T15:44:02.012" v="1152" actId="478"/>
          <ac:cxnSpMkLst>
            <pc:docMk/>
            <pc:sldMk cId="3475975972" sldId="871"/>
            <ac:cxnSpMk id="10" creationId="{FE9D64D5-7BDA-98AE-2D0F-E5E2FF962176}"/>
          </ac:cxnSpMkLst>
        </pc:cxnChg>
      </pc:sldChg>
      <pc:sldChg chg="addSp delSp modSp add mod">
        <pc:chgData name="Daphne Economou" userId="d065a339-36cf-4937-af08-41751becbd81" providerId="ADAL" clId="{14545ECC-1A6B-4361-AEC6-CF9B25523479}" dt="2022-12-04T20:33:45.601" v="2594" actId="6549"/>
        <pc:sldMkLst>
          <pc:docMk/>
          <pc:sldMk cId="89070578" sldId="872"/>
        </pc:sldMkLst>
        <pc:spChg chg="mod">
          <ac:chgData name="Daphne Economou" userId="d065a339-36cf-4937-af08-41751becbd81" providerId="ADAL" clId="{14545ECC-1A6B-4361-AEC6-CF9B25523479}" dt="2022-12-04T20:33:22.448" v="2588" actId="20577"/>
          <ac:spMkLst>
            <pc:docMk/>
            <pc:sldMk cId="89070578" sldId="872"/>
            <ac:spMk id="2" creationId="{18926283-EDB9-6C3C-9B26-F82ADBBDACCF}"/>
          </ac:spMkLst>
        </pc:spChg>
        <pc:spChg chg="del mod ord">
          <ac:chgData name="Daphne Economou" userId="d065a339-36cf-4937-af08-41751becbd81" providerId="ADAL" clId="{14545ECC-1A6B-4361-AEC6-CF9B25523479}" dt="2022-12-04T16:48:01.788" v="1583" actId="478"/>
          <ac:spMkLst>
            <pc:docMk/>
            <pc:sldMk cId="89070578" sldId="872"/>
            <ac:spMk id="3" creationId="{96130EC5-C962-C092-3991-FF3668668637}"/>
          </ac:spMkLst>
        </pc:spChg>
        <pc:spChg chg="add mod">
          <ac:chgData name="Daphne Economou" userId="d065a339-36cf-4937-af08-41751becbd81" providerId="ADAL" clId="{14545ECC-1A6B-4361-AEC6-CF9B25523479}" dt="2022-12-04T16:53:04.647" v="1941" actId="164"/>
          <ac:spMkLst>
            <pc:docMk/>
            <pc:sldMk cId="89070578" sldId="872"/>
            <ac:spMk id="10" creationId="{04513D4F-B736-9E8B-A157-C3C821942936}"/>
          </ac:spMkLst>
        </pc:spChg>
        <pc:spChg chg="add mod">
          <ac:chgData name="Daphne Economou" userId="d065a339-36cf-4937-af08-41751becbd81" providerId="ADAL" clId="{14545ECC-1A6B-4361-AEC6-CF9B25523479}" dt="2022-12-04T16:53:04.647" v="1941" actId="164"/>
          <ac:spMkLst>
            <pc:docMk/>
            <pc:sldMk cId="89070578" sldId="872"/>
            <ac:spMk id="11" creationId="{E7A17B25-EF32-6B5B-15CD-FBDFC4E669A5}"/>
          </ac:spMkLst>
        </pc:spChg>
        <pc:spChg chg="add mod">
          <ac:chgData name="Daphne Economou" userId="d065a339-36cf-4937-af08-41751becbd81" providerId="ADAL" clId="{14545ECC-1A6B-4361-AEC6-CF9B25523479}" dt="2022-12-04T16:53:04.647" v="1941" actId="164"/>
          <ac:spMkLst>
            <pc:docMk/>
            <pc:sldMk cId="89070578" sldId="872"/>
            <ac:spMk id="12" creationId="{1FCF467B-1DAD-8B26-77DA-80BF25A534DD}"/>
          </ac:spMkLst>
        </pc:spChg>
        <pc:spChg chg="del">
          <ac:chgData name="Daphne Economou" userId="d065a339-36cf-4937-af08-41751becbd81" providerId="ADAL" clId="{14545ECC-1A6B-4361-AEC6-CF9B25523479}" dt="2022-12-04T16:44:06.004" v="1559" actId="478"/>
          <ac:spMkLst>
            <pc:docMk/>
            <pc:sldMk cId="89070578" sldId="872"/>
            <ac:spMk id="13" creationId="{BD649FC6-2A4A-36B5-DA5A-8B4B31CD889C}"/>
          </ac:spMkLst>
        </pc:spChg>
        <pc:spChg chg="add mod">
          <ac:chgData name="Daphne Economou" userId="d065a339-36cf-4937-af08-41751becbd81" providerId="ADAL" clId="{14545ECC-1A6B-4361-AEC6-CF9B25523479}" dt="2022-12-04T16:53:04.647" v="1941" actId="164"/>
          <ac:spMkLst>
            <pc:docMk/>
            <pc:sldMk cId="89070578" sldId="872"/>
            <ac:spMk id="14" creationId="{EDC78344-919F-AB5A-C232-D14012EFE820}"/>
          </ac:spMkLst>
        </pc:spChg>
        <pc:spChg chg="add del mod">
          <ac:chgData name="Daphne Economou" userId="d065a339-36cf-4937-af08-41751becbd81" providerId="ADAL" clId="{14545ECC-1A6B-4361-AEC6-CF9B25523479}" dt="2022-12-04T16:48:04.419" v="1584" actId="478"/>
          <ac:spMkLst>
            <pc:docMk/>
            <pc:sldMk cId="89070578" sldId="872"/>
            <ac:spMk id="20" creationId="{E8A5912C-38C1-2593-0491-B968AF75CE50}"/>
          </ac:spMkLst>
        </pc:spChg>
        <pc:spChg chg="add mod ord">
          <ac:chgData name="Daphne Economou" userId="d065a339-36cf-4937-af08-41751becbd81" providerId="ADAL" clId="{14545ECC-1A6B-4361-AEC6-CF9B25523479}" dt="2022-12-04T20:32:27.142" v="2574" actId="166"/>
          <ac:spMkLst>
            <pc:docMk/>
            <pc:sldMk cId="89070578" sldId="872"/>
            <ac:spMk id="21" creationId="{2AA65CEA-8D5C-4BC2-2A3C-B44EDA9D7E6C}"/>
          </ac:spMkLst>
        </pc:spChg>
        <pc:spChg chg="add del mod ord">
          <ac:chgData name="Daphne Economou" userId="d065a339-36cf-4937-af08-41751becbd81" providerId="ADAL" clId="{14545ECC-1A6B-4361-AEC6-CF9B25523479}" dt="2022-12-04T20:17:36.520" v="2300" actId="478"/>
          <ac:spMkLst>
            <pc:docMk/>
            <pc:sldMk cId="89070578" sldId="872"/>
            <ac:spMk id="42" creationId="{150919A4-1927-8407-1602-087B29ECC66C}"/>
          </ac:spMkLst>
        </pc:spChg>
        <pc:spChg chg="add del mod">
          <ac:chgData name="Daphne Economou" userId="d065a339-36cf-4937-af08-41751becbd81" providerId="ADAL" clId="{14545ECC-1A6B-4361-AEC6-CF9B25523479}" dt="2022-12-04T20:17:15.999" v="2293" actId="478"/>
          <ac:spMkLst>
            <pc:docMk/>
            <pc:sldMk cId="89070578" sldId="872"/>
            <ac:spMk id="43" creationId="{64938548-6EC6-B35B-617B-A1F7F5365808}"/>
          </ac:spMkLst>
        </pc:spChg>
        <pc:spChg chg="add del mod">
          <ac:chgData name="Daphne Economou" userId="d065a339-36cf-4937-af08-41751becbd81" providerId="ADAL" clId="{14545ECC-1A6B-4361-AEC6-CF9B25523479}" dt="2022-12-04T20:17:15.999" v="2293" actId="478"/>
          <ac:spMkLst>
            <pc:docMk/>
            <pc:sldMk cId="89070578" sldId="872"/>
            <ac:spMk id="44" creationId="{A9FF7171-4F5E-D4BB-8165-919EBAFD4F3A}"/>
          </ac:spMkLst>
        </pc:spChg>
        <pc:spChg chg="add del mod">
          <ac:chgData name="Daphne Economou" userId="d065a339-36cf-4937-af08-41751becbd81" providerId="ADAL" clId="{14545ECC-1A6B-4361-AEC6-CF9B25523479}" dt="2022-12-04T20:17:15.999" v="2293" actId="478"/>
          <ac:spMkLst>
            <pc:docMk/>
            <pc:sldMk cId="89070578" sldId="872"/>
            <ac:spMk id="45" creationId="{3BD2AA0B-5A09-EA78-9727-8BD3F0DB5A2F}"/>
          </ac:spMkLst>
        </pc:spChg>
        <pc:spChg chg="add mod">
          <ac:chgData name="Daphne Economou" userId="d065a339-36cf-4937-af08-41751becbd81" providerId="ADAL" clId="{14545ECC-1A6B-4361-AEC6-CF9B25523479}" dt="2022-12-04T20:33:45.601" v="2594" actId="6549"/>
          <ac:spMkLst>
            <pc:docMk/>
            <pc:sldMk cId="89070578" sldId="872"/>
            <ac:spMk id="78" creationId="{8BB6F307-2CB2-E468-849B-192889AE00E7}"/>
          </ac:spMkLst>
        </pc:spChg>
        <pc:spChg chg="add del mod">
          <ac:chgData name="Daphne Economou" userId="d065a339-36cf-4937-af08-41751becbd81" providerId="ADAL" clId="{14545ECC-1A6B-4361-AEC6-CF9B25523479}" dt="2022-12-04T20:33:35.569" v="2592" actId="478"/>
          <ac:spMkLst>
            <pc:docMk/>
            <pc:sldMk cId="89070578" sldId="872"/>
            <ac:spMk id="107" creationId="{A8EB60D2-A156-81FF-50C5-3F5F13A29E19}"/>
          </ac:spMkLst>
        </pc:spChg>
        <pc:spChg chg="add del mod">
          <ac:chgData name="Daphne Economou" userId="d065a339-36cf-4937-af08-41751becbd81" providerId="ADAL" clId="{14545ECC-1A6B-4361-AEC6-CF9B25523479}" dt="2022-12-04T20:33:34.816" v="2591" actId="478"/>
          <ac:spMkLst>
            <pc:docMk/>
            <pc:sldMk cId="89070578" sldId="872"/>
            <ac:spMk id="108" creationId="{81562899-F113-DB9F-FF45-BFCC1E86531A}"/>
          </ac:spMkLst>
        </pc:spChg>
        <pc:spChg chg="add del mod">
          <ac:chgData name="Daphne Economou" userId="d065a339-36cf-4937-af08-41751becbd81" providerId="ADAL" clId="{14545ECC-1A6B-4361-AEC6-CF9B25523479}" dt="2022-12-04T20:33:34.204" v="2590" actId="478"/>
          <ac:spMkLst>
            <pc:docMk/>
            <pc:sldMk cId="89070578" sldId="872"/>
            <ac:spMk id="109" creationId="{3A467CE3-0EDC-A6D4-05B6-8DBB7453F89B}"/>
          </ac:spMkLst>
        </pc:spChg>
        <pc:spChg chg="add del mod">
          <ac:chgData name="Daphne Economou" userId="d065a339-36cf-4937-af08-41751becbd81" providerId="ADAL" clId="{14545ECC-1A6B-4361-AEC6-CF9B25523479}" dt="2022-12-04T20:33:37.718" v="2593" actId="478"/>
          <ac:spMkLst>
            <pc:docMk/>
            <pc:sldMk cId="89070578" sldId="872"/>
            <ac:spMk id="110" creationId="{0ABEE096-A3F7-9B84-12C2-22F90EC32DBE}"/>
          </ac:spMkLst>
        </pc:spChg>
        <pc:spChg chg="add del mod">
          <ac:chgData name="Daphne Economou" userId="d065a339-36cf-4937-af08-41751becbd81" providerId="ADAL" clId="{14545ECC-1A6B-4361-AEC6-CF9B25523479}" dt="2022-12-04T20:28:54.831" v="2390" actId="478"/>
          <ac:spMkLst>
            <pc:docMk/>
            <pc:sldMk cId="89070578" sldId="872"/>
            <ac:spMk id="111" creationId="{014057BE-1000-BC80-C026-9E8F74D2F6A6}"/>
          </ac:spMkLst>
        </pc:spChg>
        <pc:spChg chg="add del mod">
          <ac:chgData name="Daphne Economou" userId="d065a339-36cf-4937-af08-41751becbd81" providerId="ADAL" clId="{14545ECC-1A6B-4361-AEC6-CF9B25523479}" dt="2022-12-04T20:32:39.910" v="2575" actId="478"/>
          <ac:spMkLst>
            <pc:docMk/>
            <pc:sldMk cId="89070578" sldId="872"/>
            <ac:spMk id="113" creationId="{14F4C7A4-EF98-E6E7-9465-50A277835400}"/>
          </ac:spMkLst>
        </pc:spChg>
        <pc:grpChg chg="add del mod">
          <ac:chgData name="Daphne Economou" userId="d065a339-36cf-4937-af08-41751becbd81" providerId="ADAL" clId="{14545ECC-1A6B-4361-AEC6-CF9B25523479}" dt="2022-12-04T17:02:36.841" v="1962" actId="478"/>
          <ac:grpSpMkLst>
            <pc:docMk/>
            <pc:sldMk cId="89070578" sldId="872"/>
            <ac:grpSpMk id="29" creationId="{7302A135-27B6-BBC2-E86D-E3485FB6BFE6}"/>
          </ac:grpSpMkLst>
        </pc:grpChg>
        <pc:graphicFrameChg chg="del mod">
          <ac:chgData name="Daphne Economou" userId="d065a339-36cf-4937-af08-41751becbd81" providerId="ADAL" clId="{14545ECC-1A6B-4361-AEC6-CF9B25523479}" dt="2022-12-04T16:47:50.753" v="1581" actId="478"/>
          <ac:graphicFrameMkLst>
            <pc:docMk/>
            <pc:sldMk cId="89070578" sldId="872"/>
            <ac:graphicFrameMk id="6" creationId="{1E7B271B-E8D5-12DF-C7A6-0FE3E6AFB15E}"/>
          </ac:graphicFrameMkLst>
        </pc:graphicFrameChg>
        <pc:picChg chg="mod">
          <ac:chgData name="Daphne Economou" userId="d065a339-36cf-4937-af08-41751becbd81" providerId="ADAL" clId="{14545ECC-1A6B-4361-AEC6-CF9B25523479}" dt="2022-12-04T16:53:14.488" v="1944" actId="1440"/>
          <ac:picMkLst>
            <pc:docMk/>
            <pc:sldMk cId="89070578" sldId="872"/>
            <ac:picMk id="8" creationId="{F9D9192D-9BF1-6CFD-EBC6-FE92B73EABF3}"/>
          </ac:picMkLst>
        </pc:picChg>
        <pc:picChg chg="add del mod">
          <ac:chgData name="Daphne Economou" userId="d065a339-36cf-4937-af08-41751becbd81" providerId="ADAL" clId="{14545ECC-1A6B-4361-AEC6-CF9B25523479}" dt="2022-12-04T16:47:09.921" v="1571" actId="478"/>
          <ac:picMkLst>
            <pc:docMk/>
            <pc:sldMk cId="89070578" sldId="872"/>
            <ac:picMk id="9" creationId="{C14CDF80-EC5D-B955-DF8A-CD9777E8EA10}"/>
          </ac:picMkLst>
        </pc:picChg>
        <pc:picChg chg="add del mod">
          <ac:chgData name="Daphne Economou" userId="d065a339-36cf-4937-af08-41751becbd81" providerId="ADAL" clId="{14545ECC-1A6B-4361-AEC6-CF9B25523479}" dt="2022-12-04T17:02:29.346" v="1959" actId="478"/>
          <ac:picMkLst>
            <pc:docMk/>
            <pc:sldMk cId="89070578" sldId="872"/>
            <ac:picMk id="16" creationId="{AB158194-09F7-E558-B6CF-AFB802C79DA5}"/>
          </ac:picMkLst>
        </pc:picChg>
        <pc:picChg chg="add mod ord">
          <ac:chgData name="Daphne Economou" userId="d065a339-36cf-4937-af08-41751becbd81" providerId="ADAL" clId="{14545ECC-1A6B-4361-AEC6-CF9B25523479}" dt="2022-12-04T16:53:04.647" v="1941" actId="164"/>
          <ac:picMkLst>
            <pc:docMk/>
            <pc:sldMk cId="89070578" sldId="872"/>
            <ac:picMk id="18" creationId="{C8D0E007-E062-B278-3708-66AF8732BE0A}"/>
          </ac:picMkLst>
        </pc:picChg>
        <pc:picChg chg="add del mod">
          <ac:chgData name="Daphne Economou" userId="d065a339-36cf-4937-af08-41751becbd81" providerId="ADAL" clId="{14545ECC-1A6B-4361-AEC6-CF9B25523479}" dt="2022-12-04T20:12:27.264" v="2242" actId="478"/>
          <ac:picMkLst>
            <pc:docMk/>
            <pc:sldMk cId="89070578" sldId="872"/>
            <ac:picMk id="35" creationId="{7E1FCE4F-DA1D-31F8-9EA1-9522DA82235F}"/>
          </ac:picMkLst>
        </pc:picChg>
        <pc:picChg chg="add del mod">
          <ac:chgData name="Daphne Economou" userId="d065a339-36cf-4937-af08-41751becbd81" providerId="ADAL" clId="{14545ECC-1A6B-4361-AEC6-CF9B25523479}" dt="2022-12-04T20:11:53.641" v="2237" actId="478"/>
          <ac:picMkLst>
            <pc:docMk/>
            <pc:sldMk cId="89070578" sldId="872"/>
            <ac:picMk id="41" creationId="{C9545200-0D57-C04D-BA3A-3342E4E181E8}"/>
          </ac:picMkLst>
        </pc:picChg>
        <pc:picChg chg="add mod ord">
          <ac:chgData name="Daphne Economou" userId="d065a339-36cf-4937-af08-41751becbd81" providerId="ADAL" clId="{14545ECC-1A6B-4361-AEC6-CF9B25523479}" dt="2022-12-04T20:20:17.312" v="2329" actId="1076"/>
          <ac:picMkLst>
            <pc:docMk/>
            <pc:sldMk cId="89070578" sldId="872"/>
            <ac:picMk id="47" creationId="{E07DE7F0-C647-4092-4863-50E0C2FCD478}"/>
          </ac:picMkLst>
        </pc:picChg>
        <pc:picChg chg="add mod">
          <ac:chgData name="Daphne Economou" userId="d065a339-36cf-4937-af08-41751becbd81" providerId="ADAL" clId="{14545ECC-1A6B-4361-AEC6-CF9B25523479}" dt="2022-12-04T20:22:19.049" v="2353" actId="34135"/>
          <ac:picMkLst>
            <pc:docMk/>
            <pc:sldMk cId="89070578" sldId="872"/>
            <ac:picMk id="69" creationId="{9C042200-745E-5740-1242-B1D379CFBA73}"/>
          </ac:picMkLst>
        </pc:picChg>
        <pc:cxnChg chg="add mod ord">
          <ac:chgData name="Daphne Economou" userId="d065a339-36cf-4937-af08-41751becbd81" providerId="ADAL" clId="{14545ECC-1A6B-4361-AEC6-CF9B25523479}" dt="2022-12-04T20:21:02.243" v="2342" actId="14100"/>
          <ac:cxnSpMkLst>
            <pc:docMk/>
            <pc:sldMk cId="89070578" sldId="872"/>
            <ac:cxnSpMk id="23" creationId="{134E1BEF-412A-F544-1BC9-24C6D2E5CEF8}"/>
          </ac:cxnSpMkLst>
        </pc:cxnChg>
        <pc:cxnChg chg="add mod ord">
          <ac:chgData name="Daphne Economou" userId="d065a339-36cf-4937-af08-41751becbd81" providerId="ADAL" clId="{14545ECC-1A6B-4361-AEC6-CF9B25523479}" dt="2022-12-04T20:21:17.121" v="2345" actId="14100"/>
          <ac:cxnSpMkLst>
            <pc:docMk/>
            <pc:sldMk cId="89070578" sldId="872"/>
            <ac:cxnSpMk id="24" creationId="{EB012C8F-7107-6583-F357-DB34AFAD514A}"/>
          </ac:cxnSpMkLst>
        </pc:cxnChg>
        <pc:cxnChg chg="add mod ord">
          <ac:chgData name="Daphne Economou" userId="d065a339-36cf-4937-af08-41751becbd81" providerId="ADAL" clId="{14545ECC-1A6B-4361-AEC6-CF9B25523479}" dt="2022-12-04T20:21:22.176" v="2347" actId="14100"/>
          <ac:cxnSpMkLst>
            <pc:docMk/>
            <pc:sldMk cId="89070578" sldId="872"/>
            <ac:cxnSpMk id="54" creationId="{778E9683-F0A3-69C0-3B0D-E406D3D29E38}"/>
          </ac:cxnSpMkLst>
        </pc:cxnChg>
        <pc:cxnChg chg="add mod">
          <ac:chgData name="Daphne Economou" userId="d065a339-36cf-4937-af08-41751becbd81" providerId="ADAL" clId="{14545ECC-1A6B-4361-AEC6-CF9B25523479}" dt="2022-12-04T20:21:09.269" v="2344" actId="14100"/>
          <ac:cxnSpMkLst>
            <pc:docMk/>
            <pc:sldMk cId="89070578" sldId="872"/>
            <ac:cxnSpMk id="57" creationId="{BF1B30F7-8602-96ED-20FD-897856F8703E}"/>
          </ac:cxnSpMkLst>
        </pc:cxnChg>
        <pc:cxnChg chg="add mod">
          <ac:chgData name="Daphne Economou" userId="d065a339-36cf-4937-af08-41751becbd81" providerId="ADAL" clId="{14545ECC-1A6B-4361-AEC6-CF9B25523479}" dt="2022-12-04T20:20:41.003" v="2336" actId="14100"/>
          <ac:cxnSpMkLst>
            <pc:docMk/>
            <pc:sldMk cId="89070578" sldId="872"/>
            <ac:cxnSpMk id="79" creationId="{15AAADC6-9DEC-C151-1382-F0C0502B16BA}"/>
          </ac:cxnSpMkLst>
        </pc:cxnChg>
        <pc:cxnChg chg="add mod">
          <ac:chgData name="Daphne Economou" userId="d065a339-36cf-4937-af08-41751becbd81" providerId="ADAL" clId="{14545ECC-1A6B-4361-AEC6-CF9B25523479}" dt="2022-12-04T20:20:39.173" v="2335" actId="14100"/>
          <ac:cxnSpMkLst>
            <pc:docMk/>
            <pc:sldMk cId="89070578" sldId="872"/>
            <ac:cxnSpMk id="82" creationId="{5E4BBFC6-C893-2B83-EF4D-09AC18A1F13A}"/>
          </ac:cxnSpMkLst>
        </pc:cxnChg>
        <pc:cxnChg chg="add mod">
          <ac:chgData name="Daphne Economou" userId="d065a339-36cf-4937-af08-41751becbd81" providerId="ADAL" clId="{14545ECC-1A6B-4361-AEC6-CF9B25523479}" dt="2022-12-04T20:20:48.900" v="2339" actId="14100"/>
          <ac:cxnSpMkLst>
            <pc:docMk/>
            <pc:sldMk cId="89070578" sldId="872"/>
            <ac:cxnSpMk id="85" creationId="{4E5339C3-5F2A-A39B-934E-B8B98E028D36}"/>
          </ac:cxnSpMkLst>
        </pc:cxnChg>
        <pc:cxnChg chg="add mod">
          <ac:chgData name="Daphne Economou" userId="d065a339-36cf-4937-af08-41751becbd81" providerId="ADAL" clId="{14545ECC-1A6B-4361-AEC6-CF9B25523479}" dt="2022-12-04T20:20:50.872" v="2340" actId="14100"/>
          <ac:cxnSpMkLst>
            <pc:docMk/>
            <pc:sldMk cId="89070578" sldId="872"/>
            <ac:cxnSpMk id="88" creationId="{9386CA11-B1AF-4CAA-3D71-32E2A087A5E7}"/>
          </ac:cxnSpMkLst>
        </pc:cxnChg>
      </pc:sldChg>
      <pc:sldChg chg="addSp delSp modSp add mod">
        <pc:chgData name="Daphne Economou" userId="d065a339-36cf-4937-af08-41751becbd81" providerId="ADAL" clId="{14545ECC-1A6B-4361-AEC6-CF9B25523479}" dt="2022-12-04T20:10:24.259" v="2222" actId="1076"/>
        <pc:sldMkLst>
          <pc:docMk/>
          <pc:sldMk cId="131873511" sldId="873"/>
        </pc:sldMkLst>
        <pc:spChg chg="mod">
          <ac:chgData name="Daphne Economou" userId="d065a339-36cf-4937-af08-41751becbd81" providerId="ADAL" clId="{14545ECC-1A6B-4361-AEC6-CF9B25523479}" dt="2022-12-04T16:22:36.990" v="1449" actId="14100"/>
          <ac:spMkLst>
            <pc:docMk/>
            <pc:sldMk cId="131873511" sldId="873"/>
            <ac:spMk id="2" creationId="{18926283-EDB9-6C3C-9B26-F82ADBBDACCF}"/>
          </ac:spMkLst>
        </pc:spChg>
        <pc:spChg chg="del">
          <ac:chgData name="Daphne Economou" userId="d065a339-36cf-4937-af08-41751becbd81" providerId="ADAL" clId="{14545ECC-1A6B-4361-AEC6-CF9B25523479}" dt="2022-12-04T16:21:08.406" v="1391" actId="478"/>
          <ac:spMkLst>
            <pc:docMk/>
            <pc:sldMk cId="131873511" sldId="873"/>
            <ac:spMk id="3" creationId="{96130EC5-C962-C092-3991-FF3668668637}"/>
          </ac:spMkLst>
        </pc:spChg>
        <pc:spChg chg="add del mod">
          <ac:chgData name="Daphne Economou" userId="d065a339-36cf-4937-af08-41751becbd81" providerId="ADAL" clId="{14545ECC-1A6B-4361-AEC6-CF9B25523479}" dt="2022-12-04T16:21:16.354" v="1394" actId="478"/>
          <ac:spMkLst>
            <pc:docMk/>
            <pc:sldMk cId="131873511" sldId="873"/>
            <ac:spMk id="9" creationId="{7747A3FC-1A86-1546-C4C9-8A8ABD51839D}"/>
          </ac:spMkLst>
        </pc:spChg>
        <pc:spChg chg="del">
          <ac:chgData name="Daphne Economou" userId="d065a339-36cf-4937-af08-41751becbd81" providerId="ADAL" clId="{14545ECC-1A6B-4361-AEC6-CF9B25523479}" dt="2022-12-04T16:21:13.303" v="1393" actId="478"/>
          <ac:spMkLst>
            <pc:docMk/>
            <pc:sldMk cId="131873511" sldId="873"/>
            <ac:spMk id="13" creationId="{BD649FC6-2A4A-36B5-DA5A-8B4B31CD889C}"/>
          </ac:spMkLst>
        </pc:spChg>
        <pc:graphicFrameChg chg="mod">
          <ac:chgData name="Daphne Economou" userId="d065a339-36cf-4937-af08-41751becbd81" providerId="ADAL" clId="{14545ECC-1A6B-4361-AEC6-CF9B25523479}" dt="2022-12-04T16:27:44.864" v="1460" actId="1076"/>
          <ac:graphicFrameMkLst>
            <pc:docMk/>
            <pc:sldMk cId="131873511" sldId="873"/>
            <ac:graphicFrameMk id="6" creationId="{1E7B271B-E8D5-12DF-C7A6-0FE3E6AFB15E}"/>
          </ac:graphicFrameMkLst>
        </pc:graphicFrameChg>
        <pc:picChg chg="del">
          <ac:chgData name="Daphne Economou" userId="d065a339-36cf-4937-af08-41751becbd81" providerId="ADAL" clId="{14545ECC-1A6B-4361-AEC6-CF9B25523479}" dt="2022-12-04T16:21:10.098" v="1392" actId="478"/>
          <ac:picMkLst>
            <pc:docMk/>
            <pc:sldMk cId="131873511" sldId="873"/>
            <ac:picMk id="8" creationId="{F9D9192D-9BF1-6CFD-EBC6-FE92B73EABF3}"/>
          </ac:picMkLst>
        </pc:picChg>
        <pc:picChg chg="add del mod ord">
          <ac:chgData name="Daphne Economou" userId="d065a339-36cf-4937-af08-41751becbd81" providerId="ADAL" clId="{14545ECC-1A6B-4361-AEC6-CF9B25523479}" dt="2022-12-04T20:09:33.857" v="2216" actId="478"/>
          <ac:picMkLst>
            <pc:docMk/>
            <pc:sldMk cId="131873511" sldId="873"/>
            <ac:picMk id="11" creationId="{11E56C65-4F03-E5E8-8161-6C90FE471708}"/>
          </ac:picMkLst>
        </pc:picChg>
        <pc:picChg chg="add del mod">
          <ac:chgData name="Daphne Economou" userId="d065a339-36cf-4937-af08-41751becbd81" providerId="ADAL" clId="{14545ECC-1A6B-4361-AEC6-CF9B25523479}" dt="2022-12-04T16:46:19.696" v="1562" actId="478"/>
          <ac:picMkLst>
            <pc:docMk/>
            <pc:sldMk cId="131873511" sldId="873"/>
            <ac:picMk id="14" creationId="{7BBF5CC0-72D7-3EEE-7F9F-BCE56AA794EC}"/>
          </ac:picMkLst>
        </pc:picChg>
        <pc:picChg chg="add del mod">
          <ac:chgData name="Daphne Economou" userId="d065a339-36cf-4937-af08-41751becbd81" providerId="ADAL" clId="{14545ECC-1A6B-4361-AEC6-CF9B25523479}" dt="2022-12-04T16:28:41.810" v="1464" actId="478"/>
          <ac:picMkLst>
            <pc:docMk/>
            <pc:sldMk cId="131873511" sldId="873"/>
            <ac:picMk id="16" creationId="{0DF0A21E-DB37-5A01-C4C4-561B5075AFFD}"/>
          </ac:picMkLst>
        </pc:picChg>
        <pc:picChg chg="add del mod ord">
          <ac:chgData name="Daphne Economou" userId="d065a339-36cf-4937-af08-41751becbd81" providerId="ADAL" clId="{14545ECC-1A6B-4361-AEC6-CF9B25523479}" dt="2022-12-04T17:02:04.755" v="1951" actId="478"/>
          <ac:picMkLst>
            <pc:docMk/>
            <pc:sldMk cId="131873511" sldId="873"/>
            <ac:picMk id="18" creationId="{241AEB0F-A56F-AD6E-ADD6-3533128684AA}"/>
          </ac:picMkLst>
        </pc:picChg>
        <pc:picChg chg="add del mod ord">
          <ac:chgData name="Daphne Economou" userId="d065a339-36cf-4937-af08-41751becbd81" providerId="ADAL" clId="{14545ECC-1A6B-4361-AEC6-CF9B25523479}" dt="2022-12-04T20:10:15.726" v="2219" actId="478"/>
          <ac:picMkLst>
            <pc:docMk/>
            <pc:sldMk cId="131873511" sldId="873"/>
            <ac:picMk id="20" creationId="{80610B48-72BC-D89F-1D9A-0E9CFBE58BD3}"/>
          </ac:picMkLst>
        </pc:picChg>
        <pc:picChg chg="add mod">
          <ac:chgData name="Daphne Economou" userId="d065a339-36cf-4937-af08-41751becbd81" providerId="ADAL" clId="{14545ECC-1A6B-4361-AEC6-CF9B25523479}" dt="2022-12-04T20:09:36.380" v="2218" actId="1076"/>
          <ac:picMkLst>
            <pc:docMk/>
            <pc:sldMk cId="131873511" sldId="873"/>
            <ac:picMk id="22" creationId="{C585C09D-3988-E1C4-2D69-37BBCB040027}"/>
          </ac:picMkLst>
        </pc:picChg>
        <pc:picChg chg="add mod ord">
          <ac:chgData name="Daphne Economou" userId="d065a339-36cf-4937-af08-41751becbd81" providerId="ADAL" clId="{14545ECC-1A6B-4361-AEC6-CF9B25523479}" dt="2022-12-04T20:10:24.259" v="2222" actId="1076"/>
          <ac:picMkLst>
            <pc:docMk/>
            <pc:sldMk cId="131873511" sldId="873"/>
            <ac:picMk id="24" creationId="{82DCB93C-C731-831F-3954-BE3EEA276708}"/>
          </ac:picMkLst>
        </pc:picChg>
      </pc:sldChg>
      <pc:sldChg chg="addSp delSp modSp add mod">
        <pc:chgData name="Daphne Economou" userId="d065a339-36cf-4937-af08-41751becbd81" providerId="ADAL" clId="{14545ECC-1A6B-4361-AEC6-CF9B25523479}" dt="2022-12-04T20:11:25.413" v="2236" actId="1076"/>
        <pc:sldMkLst>
          <pc:docMk/>
          <pc:sldMk cId="715104072" sldId="874"/>
        </pc:sldMkLst>
        <pc:spChg chg="mod">
          <ac:chgData name="Daphne Economou" userId="d065a339-36cf-4937-af08-41751becbd81" providerId="ADAL" clId="{14545ECC-1A6B-4361-AEC6-CF9B25523479}" dt="2022-12-04T16:33:40.203" v="1521" actId="1076"/>
          <ac:spMkLst>
            <pc:docMk/>
            <pc:sldMk cId="715104072" sldId="874"/>
            <ac:spMk id="2" creationId="{18926283-EDB9-6C3C-9B26-F82ADBBDACCF}"/>
          </ac:spMkLst>
        </pc:spChg>
        <pc:picChg chg="add del mod">
          <ac:chgData name="Daphne Economou" userId="d065a339-36cf-4937-af08-41751becbd81" providerId="ADAL" clId="{14545ECC-1A6B-4361-AEC6-CF9B25523479}" dt="2022-12-04T20:10:34.170" v="2223" actId="478"/>
          <ac:picMkLst>
            <pc:docMk/>
            <pc:sldMk cId="715104072" sldId="874"/>
            <ac:picMk id="7" creationId="{B61A1E4E-4E15-2985-38C4-001DD6FBD127}"/>
          </ac:picMkLst>
        </pc:picChg>
        <pc:picChg chg="add del mod ord">
          <ac:chgData name="Daphne Economou" userId="d065a339-36cf-4937-af08-41751becbd81" providerId="ADAL" clId="{14545ECC-1A6B-4361-AEC6-CF9B25523479}" dt="2022-12-04T16:46:28.289" v="1566" actId="478"/>
          <ac:picMkLst>
            <pc:docMk/>
            <pc:sldMk cId="715104072" sldId="874"/>
            <ac:picMk id="8" creationId="{476AD6F1-7A43-0BC7-25D4-0A84B736CCAE}"/>
          </ac:picMkLst>
        </pc:picChg>
        <pc:picChg chg="add mod">
          <ac:chgData name="Daphne Economou" userId="d065a339-36cf-4937-af08-41751becbd81" providerId="ADAL" clId="{14545ECC-1A6B-4361-AEC6-CF9B25523479}" dt="2022-12-04T20:11:25.413" v="2236" actId="1076"/>
          <ac:picMkLst>
            <pc:docMk/>
            <pc:sldMk cId="715104072" sldId="874"/>
            <ac:picMk id="10" creationId="{8E553D25-ECFF-16D7-A337-B4092B41EEDF}"/>
          </ac:picMkLst>
        </pc:picChg>
        <pc:picChg chg="del">
          <ac:chgData name="Daphne Economou" userId="d065a339-36cf-4937-af08-41751becbd81" providerId="ADAL" clId="{14545ECC-1A6B-4361-AEC6-CF9B25523479}" dt="2022-12-04T16:30:00.535" v="1491" actId="478"/>
          <ac:picMkLst>
            <pc:docMk/>
            <pc:sldMk cId="715104072" sldId="874"/>
            <ac:picMk id="11" creationId="{11E56C65-4F03-E5E8-8161-6C90FE471708}"/>
          </ac:picMkLst>
        </pc:picChg>
        <pc:picChg chg="add del mod ord">
          <ac:chgData name="Daphne Economou" userId="d065a339-36cf-4937-af08-41751becbd81" providerId="ADAL" clId="{14545ECC-1A6B-4361-AEC6-CF9B25523479}" dt="2022-12-04T17:02:13.062" v="1955" actId="478"/>
          <ac:picMkLst>
            <pc:docMk/>
            <pc:sldMk cId="715104072" sldId="874"/>
            <ac:picMk id="13" creationId="{266B543B-6376-3886-6039-183E6585A04B}"/>
          </ac:picMkLst>
        </pc:picChg>
        <pc:picChg chg="del">
          <ac:chgData name="Daphne Economou" userId="d065a339-36cf-4937-af08-41751becbd81" providerId="ADAL" clId="{14545ECC-1A6B-4361-AEC6-CF9B25523479}" dt="2022-12-04T16:30:05.794" v="1494" actId="478"/>
          <ac:picMkLst>
            <pc:docMk/>
            <pc:sldMk cId="715104072" sldId="874"/>
            <ac:picMk id="14" creationId="{7BBF5CC0-72D7-3EEE-7F9F-BCE56AA794EC}"/>
          </ac:picMkLst>
        </pc:picChg>
        <pc:picChg chg="mod">
          <ac:chgData name="Daphne Economou" userId="d065a339-36cf-4937-af08-41751becbd81" providerId="ADAL" clId="{14545ECC-1A6B-4361-AEC6-CF9B25523479}" dt="2022-12-04T16:33:18.532" v="1517" actId="1440"/>
          <ac:picMkLst>
            <pc:docMk/>
            <pc:sldMk cId="715104072" sldId="874"/>
            <ac:picMk id="16" creationId="{0DF0A21E-DB37-5A01-C4C4-561B5075AFFD}"/>
          </ac:picMkLst>
        </pc:picChg>
        <pc:picChg chg="add del mod ord">
          <ac:chgData name="Daphne Economou" userId="d065a339-36cf-4937-af08-41751becbd81" providerId="ADAL" clId="{14545ECC-1A6B-4361-AEC6-CF9B25523479}" dt="2022-12-04T20:11:12.749" v="2230" actId="478"/>
          <ac:picMkLst>
            <pc:docMk/>
            <pc:sldMk cId="715104072" sldId="874"/>
            <ac:picMk id="17" creationId="{8E3D54B6-8A05-9B61-8941-86795FCD1649}"/>
          </ac:picMkLst>
        </pc:picChg>
        <pc:picChg chg="add mod">
          <ac:chgData name="Daphne Economou" userId="d065a339-36cf-4937-af08-41751becbd81" providerId="ADAL" clId="{14545ECC-1A6B-4361-AEC6-CF9B25523479}" dt="2022-12-04T20:11:24.107" v="2235" actId="1076"/>
          <ac:picMkLst>
            <pc:docMk/>
            <pc:sldMk cId="715104072" sldId="874"/>
            <ac:picMk id="19" creationId="{7AA84389-7E5A-58AD-8F4E-E6E90D0E4EF4}"/>
          </ac:picMkLst>
        </pc:picChg>
        <pc:picChg chg="add mod ord">
          <ac:chgData name="Daphne Economou" userId="d065a339-36cf-4937-af08-41751becbd81" providerId="ADAL" clId="{14545ECC-1A6B-4361-AEC6-CF9B25523479}" dt="2022-12-04T20:11:17.470" v="2232" actId="167"/>
          <ac:picMkLst>
            <pc:docMk/>
            <pc:sldMk cId="715104072" sldId="874"/>
            <ac:picMk id="20" creationId="{598DD61F-716F-4E2E-8F2B-C392A984ED70}"/>
          </ac:picMkLst>
        </pc:picChg>
      </pc:sldChg>
      <pc:sldChg chg="add del">
        <pc:chgData name="Daphne Economou" userId="d065a339-36cf-4937-af08-41751becbd81" providerId="ADAL" clId="{14545ECC-1A6B-4361-AEC6-CF9B25523479}" dt="2022-12-04T16:21:18.856" v="1396"/>
        <pc:sldMkLst>
          <pc:docMk/>
          <pc:sldMk cId="2129214932" sldId="874"/>
        </pc:sldMkLst>
      </pc:sldChg>
      <pc:sldChg chg="delSp modSp add del mod">
        <pc:chgData name="Daphne Economou" userId="d065a339-36cf-4937-af08-41751becbd81" providerId="ADAL" clId="{14545ECC-1A6B-4361-AEC6-CF9B25523479}" dt="2022-12-04T17:29:41.278" v="2169" actId="47"/>
        <pc:sldMkLst>
          <pc:docMk/>
          <pc:sldMk cId="2818691775" sldId="875"/>
        </pc:sldMkLst>
        <pc:spChg chg="mod">
          <ac:chgData name="Daphne Economou" userId="d065a339-36cf-4937-af08-41751becbd81" providerId="ADAL" clId="{14545ECC-1A6B-4361-AEC6-CF9B25523479}" dt="2022-12-04T17:29:03.313" v="2159" actId="27636"/>
          <ac:spMkLst>
            <pc:docMk/>
            <pc:sldMk cId="2818691775" sldId="875"/>
            <ac:spMk id="3" creationId="{96130EC5-C962-C092-3991-FF3668668637}"/>
          </ac:spMkLst>
        </pc:spChg>
        <pc:picChg chg="del">
          <ac:chgData name="Daphne Economou" userId="d065a339-36cf-4937-af08-41751becbd81" providerId="ADAL" clId="{14545ECC-1A6B-4361-AEC6-CF9B25523479}" dt="2022-12-04T17:02:31.171" v="1960" actId="478"/>
          <ac:picMkLst>
            <pc:docMk/>
            <pc:sldMk cId="2818691775" sldId="875"/>
            <ac:picMk id="16" creationId="{AB158194-09F7-E558-B6CF-AFB802C79DA5}"/>
          </ac:picMkLst>
        </pc:picChg>
        <pc:picChg chg="del">
          <ac:chgData name="Daphne Economou" userId="d065a339-36cf-4937-af08-41751becbd81" providerId="ADAL" clId="{14545ECC-1A6B-4361-AEC6-CF9B25523479}" dt="2022-12-04T17:02:33.447" v="1961" actId="478"/>
          <ac:picMkLst>
            <pc:docMk/>
            <pc:sldMk cId="2818691775" sldId="875"/>
            <ac:picMk id="18" creationId="{C8D0E007-E062-B278-3708-66AF8732BE0A}"/>
          </ac:picMkLst>
        </pc:picChg>
      </pc:sldChg>
      <pc:sldChg chg="addSp delSp modSp add del mod">
        <pc:chgData name="Daphne Economou" userId="d065a339-36cf-4937-af08-41751becbd81" providerId="ADAL" clId="{14545ECC-1A6B-4361-AEC6-CF9B25523479}" dt="2022-12-04T20:39:25.373" v="2726" actId="47"/>
        <pc:sldMkLst>
          <pc:docMk/>
          <pc:sldMk cId="2821634186" sldId="876"/>
        </pc:sldMkLst>
        <pc:spChg chg="mod">
          <ac:chgData name="Daphne Economou" userId="d065a339-36cf-4937-af08-41751becbd81" providerId="ADAL" clId="{14545ECC-1A6B-4361-AEC6-CF9B25523479}" dt="2022-12-04T17:28:06.203" v="2153" actId="20577"/>
          <ac:spMkLst>
            <pc:docMk/>
            <pc:sldMk cId="2821634186" sldId="876"/>
            <ac:spMk id="21" creationId="{2AA65CEA-8D5C-4BC2-2A3C-B44EDA9D7E6C}"/>
          </ac:spMkLst>
        </pc:spChg>
        <pc:spChg chg="add mod">
          <ac:chgData name="Daphne Economou" userId="d065a339-36cf-4937-af08-41751becbd81" providerId="ADAL" clId="{14545ECC-1A6B-4361-AEC6-CF9B25523479}" dt="2022-12-04T17:26:05.342" v="2133" actId="14100"/>
          <ac:spMkLst>
            <pc:docMk/>
            <pc:sldMk cId="2821634186" sldId="876"/>
            <ac:spMk id="39" creationId="{B3C723EC-3E6F-0483-D69D-1E431CE0AC55}"/>
          </ac:spMkLst>
        </pc:spChg>
        <pc:spChg chg="mod">
          <ac:chgData name="Daphne Economou" userId="d065a339-36cf-4937-af08-41751becbd81" providerId="ADAL" clId="{14545ECC-1A6B-4361-AEC6-CF9B25523479}" dt="2022-12-04T17:24:49.721" v="2116" actId="1076"/>
          <ac:spMkLst>
            <pc:docMk/>
            <pc:sldMk cId="2821634186" sldId="876"/>
            <ac:spMk id="42" creationId="{150919A4-1927-8407-1602-087B29ECC66C}"/>
          </ac:spMkLst>
        </pc:spChg>
        <pc:spChg chg="mod">
          <ac:chgData name="Daphne Economou" userId="d065a339-36cf-4937-af08-41751becbd81" providerId="ADAL" clId="{14545ECC-1A6B-4361-AEC6-CF9B25523479}" dt="2022-12-04T17:24:49.721" v="2116" actId="1076"/>
          <ac:spMkLst>
            <pc:docMk/>
            <pc:sldMk cId="2821634186" sldId="876"/>
            <ac:spMk id="43" creationId="{64938548-6EC6-B35B-617B-A1F7F5365808}"/>
          </ac:spMkLst>
        </pc:spChg>
        <pc:spChg chg="mod">
          <ac:chgData name="Daphne Economou" userId="d065a339-36cf-4937-af08-41751becbd81" providerId="ADAL" clId="{14545ECC-1A6B-4361-AEC6-CF9B25523479}" dt="2022-12-04T17:24:49.721" v="2116" actId="1076"/>
          <ac:spMkLst>
            <pc:docMk/>
            <pc:sldMk cId="2821634186" sldId="876"/>
            <ac:spMk id="44" creationId="{A9FF7171-4F5E-D4BB-8165-919EBAFD4F3A}"/>
          </ac:spMkLst>
        </pc:spChg>
        <pc:spChg chg="mod">
          <ac:chgData name="Daphne Economou" userId="d065a339-36cf-4937-af08-41751becbd81" providerId="ADAL" clId="{14545ECC-1A6B-4361-AEC6-CF9B25523479}" dt="2022-12-04T17:24:49.721" v="2116" actId="1076"/>
          <ac:spMkLst>
            <pc:docMk/>
            <pc:sldMk cId="2821634186" sldId="876"/>
            <ac:spMk id="45" creationId="{3BD2AA0B-5A09-EA78-9727-8BD3F0DB5A2F}"/>
          </ac:spMkLst>
        </pc:spChg>
        <pc:spChg chg="add del mod ord">
          <ac:chgData name="Daphne Economou" userId="d065a339-36cf-4937-af08-41751becbd81" providerId="ADAL" clId="{14545ECC-1A6B-4361-AEC6-CF9B25523479}" dt="2022-12-04T17:32:53.810" v="2202" actId="478"/>
          <ac:spMkLst>
            <pc:docMk/>
            <pc:sldMk cId="2821634186" sldId="876"/>
            <ac:spMk id="60" creationId="{2EF01415-3A55-31BF-7C6A-9AFAB6124243}"/>
          </ac:spMkLst>
        </pc:spChg>
        <pc:spChg chg="add mod">
          <ac:chgData name="Daphne Economou" userId="d065a339-36cf-4937-af08-41751becbd81" providerId="ADAL" clId="{14545ECC-1A6B-4361-AEC6-CF9B25523479}" dt="2022-12-04T17:32:53.810" v="2202" actId="478"/>
          <ac:spMkLst>
            <pc:docMk/>
            <pc:sldMk cId="2821634186" sldId="876"/>
            <ac:spMk id="62" creationId="{4BAA28B3-0A25-9A80-3A87-31FD2ACA254C}"/>
          </ac:spMkLst>
        </pc:spChg>
        <pc:picChg chg="mod">
          <ac:chgData name="Daphne Economou" userId="d065a339-36cf-4937-af08-41751becbd81" providerId="ADAL" clId="{14545ECC-1A6B-4361-AEC6-CF9B25523479}" dt="2022-12-04T17:24:39.784" v="2115" actId="1076"/>
          <ac:picMkLst>
            <pc:docMk/>
            <pc:sldMk cId="2821634186" sldId="876"/>
            <ac:picMk id="8" creationId="{F9D9192D-9BF1-6CFD-EBC6-FE92B73EABF3}"/>
          </ac:picMkLst>
        </pc:picChg>
        <pc:picChg chg="mod">
          <ac:chgData name="Daphne Economou" userId="d065a339-36cf-4937-af08-41751becbd81" providerId="ADAL" clId="{14545ECC-1A6B-4361-AEC6-CF9B25523479}" dt="2022-12-04T17:24:49.721" v="2116" actId="1076"/>
          <ac:picMkLst>
            <pc:docMk/>
            <pc:sldMk cId="2821634186" sldId="876"/>
            <ac:picMk id="41" creationId="{C9545200-0D57-C04D-BA3A-3342E4E181E8}"/>
          </ac:picMkLst>
        </pc:picChg>
        <pc:cxnChg chg="add del mod">
          <ac:chgData name="Daphne Economou" userId="d065a339-36cf-4937-af08-41751becbd81" providerId="ADAL" clId="{14545ECC-1A6B-4361-AEC6-CF9B25523479}" dt="2022-12-04T17:26:20.625" v="2136" actId="478"/>
          <ac:cxnSpMkLst>
            <pc:docMk/>
            <pc:sldMk cId="2821634186" sldId="876"/>
            <ac:cxnSpMk id="10" creationId="{C3B303BB-8966-246C-C2A2-C24E106CD091}"/>
          </ac:cxnSpMkLst>
        </pc:cxnChg>
        <pc:cxnChg chg="add mod ord">
          <ac:chgData name="Daphne Economou" userId="d065a339-36cf-4937-af08-41751becbd81" providerId="ADAL" clId="{14545ECC-1A6B-4361-AEC6-CF9B25523479}" dt="2022-12-04T17:26:30.105" v="2138" actId="14100"/>
          <ac:cxnSpMkLst>
            <pc:docMk/>
            <pc:sldMk cId="2821634186" sldId="876"/>
            <ac:cxnSpMk id="13" creationId="{D44E022E-66FA-F586-C5D9-BF43330958D4}"/>
          </ac:cxnSpMkLst>
        </pc:cxnChg>
        <pc:cxnChg chg="add mod">
          <ac:chgData name="Daphne Economou" userId="d065a339-36cf-4937-af08-41751becbd81" providerId="ADAL" clId="{14545ECC-1A6B-4361-AEC6-CF9B25523479}" dt="2022-12-04T17:26:25.440" v="2137" actId="14100"/>
          <ac:cxnSpMkLst>
            <pc:docMk/>
            <pc:sldMk cId="2821634186" sldId="876"/>
            <ac:cxnSpMk id="16" creationId="{E5676264-E8A8-BB68-326E-C51B278EAD00}"/>
          </ac:cxnSpMkLst>
        </pc:cxnChg>
        <pc:cxnChg chg="del mod">
          <ac:chgData name="Daphne Economou" userId="d065a339-36cf-4937-af08-41751becbd81" providerId="ADAL" clId="{14545ECC-1A6B-4361-AEC6-CF9B25523479}" dt="2022-12-04T17:26:20.625" v="2136" actId="478"/>
          <ac:cxnSpMkLst>
            <pc:docMk/>
            <pc:sldMk cId="2821634186" sldId="876"/>
            <ac:cxnSpMk id="23" creationId="{134E1BEF-412A-F544-1BC9-24C6D2E5CEF8}"/>
          </ac:cxnSpMkLst>
        </pc:cxnChg>
        <pc:cxnChg chg="del mod">
          <ac:chgData name="Daphne Economou" userId="d065a339-36cf-4937-af08-41751becbd81" providerId="ADAL" clId="{14545ECC-1A6B-4361-AEC6-CF9B25523479}" dt="2022-12-04T17:21:44.042" v="2075" actId="478"/>
          <ac:cxnSpMkLst>
            <pc:docMk/>
            <pc:sldMk cId="2821634186" sldId="876"/>
            <ac:cxnSpMk id="24" creationId="{EB012C8F-7107-6583-F357-DB34AFAD514A}"/>
          </ac:cxnSpMkLst>
        </pc:cxnChg>
        <pc:cxnChg chg="add mod ord">
          <ac:chgData name="Daphne Economou" userId="d065a339-36cf-4937-af08-41751becbd81" providerId="ADAL" clId="{14545ECC-1A6B-4361-AEC6-CF9B25523479}" dt="2022-12-04T17:27:03.697" v="2148" actId="14100"/>
          <ac:cxnSpMkLst>
            <pc:docMk/>
            <pc:sldMk cId="2821634186" sldId="876"/>
            <ac:cxnSpMk id="26" creationId="{E185D45C-C13D-115E-F035-966FFA9969D6}"/>
          </ac:cxnSpMkLst>
        </pc:cxnChg>
        <pc:cxnChg chg="add mod ord">
          <ac:chgData name="Daphne Economou" userId="d065a339-36cf-4937-af08-41751becbd81" providerId="ADAL" clId="{14545ECC-1A6B-4361-AEC6-CF9B25523479}" dt="2022-12-04T17:26:55.656" v="2147" actId="166"/>
          <ac:cxnSpMkLst>
            <pc:docMk/>
            <pc:sldMk cId="2821634186" sldId="876"/>
            <ac:cxnSpMk id="29" creationId="{CA9C0902-7F9E-6A24-8A10-4AA9D0801738}"/>
          </ac:cxnSpMkLst>
        </pc:cxnChg>
        <pc:cxnChg chg="add del mod">
          <ac:chgData name="Daphne Economou" userId="d065a339-36cf-4937-af08-41751becbd81" providerId="ADAL" clId="{14545ECC-1A6B-4361-AEC6-CF9B25523479}" dt="2022-12-04T17:27:27.635" v="2152" actId="478"/>
          <ac:cxnSpMkLst>
            <pc:docMk/>
            <pc:sldMk cId="2821634186" sldId="876"/>
            <ac:cxnSpMk id="32" creationId="{A57A9FBD-886A-9E49-FA5B-13A67A3B58BF}"/>
          </ac:cxnSpMkLst>
        </pc:cxnChg>
        <pc:cxnChg chg="add mod">
          <ac:chgData name="Daphne Economou" userId="d065a339-36cf-4937-af08-41751becbd81" providerId="ADAL" clId="{14545ECC-1A6B-4361-AEC6-CF9B25523479}" dt="2022-12-04T17:26:36.691" v="2141" actId="14100"/>
          <ac:cxnSpMkLst>
            <pc:docMk/>
            <pc:sldMk cId="2821634186" sldId="876"/>
            <ac:cxnSpMk id="48" creationId="{5B1F8E72-C426-08CC-6277-65187E213593}"/>
          </ac:cxnSpMkLst>
        </pc:cxnChg>
        <pc:cxnChg chg="add mod">
          <ac:chgData name="Daphne Economou" userId="d065a339-36cf-4937-af08-41751becbd81" providerId="ADAL" clId="{14545ECC-1A6B-4361-AEC6-CF9B25523479}" dt="2022-12-04T17:26:42.563" v="2144" actId="14100"/>
          <ac:cxnSpMkLst>
            <pc:docMk/>
            <pc:sldMk cId="2821634186" sldId="876"/>
            <ac:cxnSpMk id="51" creationId="{F1F3E1FE-8F65-A85D-BFDD-B81EE6D046F0}"/>
          </ac:cxnSpMkLst>
        </pc:cxnChg>
      </pc:sldChg>
      <pc:sldChg chg="addSp delSp modSp add del mod">
        <pc:chgData name="Daphne Economou" userId="d065a339-36cf-4937-af08-41751becbd81" providerId="ADAL" clId="{14545ECC-1A6B-4361-AEC6-CF9B25523479}" dt="2022-12-04T20:39:29.186" v="2728" actId="47"/>
        <pc:sldMkLst>
          <pc:docMk/>
          <pc:sldMk cId="635633507" sldId="877"/>
        </pc:sldMkLst>
        <pc:spChg chg="add mod">
          <ac:chgData name="Daphne Economou" userId="d065a339-36cf-4937-af08-41751becbd81" providerId="ADAL" clId="{14545ECC-1A6B-4361-AEC6-CF9B25523479}" dt="2022-12-04T17:33:33.982" v="2206" actId="20577"/>
          <ac:spMkLst>
            <pc:docMk/>
            <pc:sldMk cId="635633507" sldId="877"/>
            <ac:spMk id="7" creationId="{357125FA-8DED-DDE1-B9A6-F700DAC62574}"/>
          </ac:spMkLst>
        </pc:spChg>
        <pc:spChg chg="add mod">
          <ac:chgData name="Daphne Economou" userId="d065a339-36cf-4937-af08-41751becbd81" providerId="ADAL" clId="{14545ECC-1A6B-4361-AEC6-CF9B25523479}" dt="2022-12-04T17:33:01.902" v="2204"/>
          <ac:spMkLst>
            <pc:docMk/>
            <pc:sldMk cId="635633507" sldId="877"/>
            <ac:spMk id="14" creationId="{99D5EBCF-5AA9-C476-1953-0F06AAE47B3A}"/>
          </ac:spMkLst>
        </pc:spChg>
        <pc:spChg chg="add mod">
          <ac:chgData name="Daphne Economou" userId="d065a339-36cf-4937-af08-41751becbd81" providerId="ADAL" clId="{14545ECC-1A6B-4361-AEC6-CF9B25523479}" dt="2022-12-04T17:33:01.902" v="2204"/>
          <ac:spMkLst>
            <pc:docMk/>
            <pc:sldMk cId="635633507" sldId="877"/>
            <ac:spMk id="15" creationId="{97167866-BECE-3125-3D08-E0EE907ECEED}"/>
          </ac:spMkLst>
        </pc:spChg>
        <pc:spChg chg="add mod">
          <ac:chgData name="Daphne Economou" userId="d065a339-36cf-4937-af08-41751becbd81" providerId="ADAL" clId="{14545ECC-1A6B-4361-AEC6-CF9B25523479}" dt="2022-12-04T17:33:01.902" v="2204"/>
          <ac:spMkLst>
            <pc:docMk/>
            <pc:sldMk cId="635633507" sldId="877"/>
            <ac:spMk id="17" creationId="{55BE3761-F951-16ED-BB39-B39DB8855DFF}"/>
          </ac:spMkLst>
        </pc:spChg>
        <pc:spChg chg="add mod">
          <ac:chgData name="Daphne Economou" userId="d065a339-36cf-4937-af08-41751becbd81" providerId="ADAL" clId="{14545ECC-1A6B-4361-AEC6-CF9B25523479}" dt="2022-12-04T17:33:01.902" v="2204"/>
          <ac:spMkLst>
            <pc:docMk/>
            <pc:sldMk cId="635633507" sldId="877"/>
            <ac:spMk id="18" creationId="{0D101BE9-A045-35D9-6AA2-D93E78CB77EA}"/>
          </ac:spMkLst>
        </pc:spChg>
        <pc:spChg chg="mod">
          <ac:chgData name="Daphne Economou" userId="d065a339-36cf-4937-af08-41751becbd81" providerId="ADAL" clId="{14545ECC-1A6B-4361-AEC6-CF9B25523479}" dt="2022-12-04T17:34:03.529" v="2215" actId="403"/>
          <ac:spMkLst>
            <pc:docMk/>
            <pc:sldMk cId="635633507" sldId="877"/>
            <ac:spMk id="21" creationId="{2AA65CEA-8D5C-4BC2-2A3C-B44EDA9D7E6C}"/>
          </ac:spMkLst>
        </pc:spChg>
        <pc:spChg chg="del mod">
          <ac:chgData name="Daphne Economou" userId="d065a339-36cf-4937-af08-41751becbd81" providerId="ADAL" clId="{14545ECC-1A6B-4361-AEC6-CF9B25523479}" dt="2022-12-04T17:29:54.368" v="2175" actId="478"/>
          <ac:spMkLst>
            <pc:docMk/>
            <pc:sldMk cId="635633507" sldId="877"/>
            <ac:spMk id="39" creationId="{B3C723EC-3E6F-0483-D69D-1E431CE0AC55}"/>
          </ac:spMkLst>
        </pc:spChg>
        <pc:spChg chg="del">
          <ac:chgData name="Daphne Economou" userId="d065a339-36cf-4937-af08-41751becbd81" providerId="ADAL" clId="{14545ECC-1A6B-4361-AEC6-CF9B25523479}" dt="2022-12-04T17:33:01.587" v="2203" actId="478"/>
          <ac:spMkLst>
            <pc:docMk/>
            <pc:sldMk cId="635633507" sldId="877"/>
            <ac:spMk id="42" creationId="{150919A4-1927-8407-1602-087B29ECC66C}"/>
          </ac:spMkLst>
        </pc:spChg>
        <pc:spChg chg="del">
          <ac:chgData name="Daphne Economou" userId="d065a339-36cf-4937-af08-41751becbd81" providerId="ADAL" clId="{14545ECC-1A6B-4361-AEC6-CF9B25523479}" dt="2022-12-04T17:33:01.587" v="2203" actId="478"/>
          <ac:spMkLst>
            <pc:docMk/>
            <pc:sldMk cId="635633507" sldId="877"/>
            <ac:spMk id="43" creationId="{64938548-6EC6-B35B-617B-A1F7F5365808}"/>
          </ac:spMkLst>
        </pc:spChg>
        <pc:spChg chg="del">
          <ac:chgData name="Daphne Economou" userId="d065a339-36cf-4937-af08-41751becbd81" providerId="ADAL" clId="{14545ECC-1A6B-4361-AEC6-CF9B25523479}" dt="2022-12-04T17:33:01.587" v="2203" actId="478"/>
          <ac:spMkLst>
            <pc:docMk/>
            <pc:sldMk cId="635633507" sldId="877"/>
            <ac:spMk id="44" creationId="{A9FF7171-4F5E-D4BB-8165-919EBAFD4F3A}"/>
          </ac:spMkLst>
        </pc:spChg>
        <pc:spChg chg="del">
          <ac:chgData name="Daphne Economou" userId="d065a339-36cf-4937-af08-41751becbd81" providerId="ADAL" clId="{14545ECC-1A6B-4361-AEC6-CF9B25523479}" dt="2022-12-04T17:33:01.587" v="2203" actId="478"/>
          <ac:spMkLst>
            <pc:docMk/>
            <pc:sldMk cId="635633507" sldId="877"/>
            <ac:spMk id="45" creationId="{3BD2AA0B-5A09-EA78-9727-8BD3F0DB5A2F}"/>
          </ac:spMkLst>
        </pc:spChg>
        <pc:spChg chg="mod">
          <ac:chgData name="Daphne Economou" userId="d065a339-36cf-4937-af08-41751becbd81" providerId="ADAL" clId="{14545ECC-1A6B-4361-AEC6-CF9B25523479}" dt="2022-12-04T17:31:22.666" v="2181" actId="1076"/>
          <ac:spMkLst>
            <pc:docMk/>
            <pc:sldMk cId="635633507" sldId="877"/>
            <ac:spMk id="60" creationId="{2EF01415-3A55-31BF-7C6A-9AFAB6124243}"/>
          </ac:spMkLst>
        </pc:spChg>
        <pc:picChg chg="add mod">
          <ac:chgData name="Daphne Economou" userId="d065a339-36cf-4937-af08-41751becbd81" providerId="ADAL" clId="{14545ECC-1A6B-4361-AEC6-CF9B25523479}" dt="2022-12-04T17:31:25.553" v="2182" actId="1076"/>
          <ac:picMkLst>
            <pc:docMk/>
            <pc:sldMk cId="635633507" sldId="877"/>
            <ac:picMk id="6" creationId="{5074CA80-7F4C-924A-DC69-D9C21CAF1474}"/>
          </ac:picMkLst>
        </pc:picChg>
        <pc:picChg chg="add mod">
          <ac:chgData name="Daphne Economou" userId="d065a339-36cf-4937-af08-41751becbd81" providerId="ADAL" clId="{14545ECC-1A6B-4361-AEC6-CF9B25523479}" dt="2022-12-04T17:33:01.902" v="2204"/>
          <ac:picMkLst>
            <pc:docMk/>
            <pc:sldMk cId="635633507" sldId="877"/>
            <ac:picMk id="12" creationId="{0C6D88D6-9BB5-EE00-2FAE-0C7A2A34C987}"/>
          </ac:picMkLst>
        </pc:picChg>
        <pc:picChg chg="del">
          <ac:chgData name="Daphne Economou" userId="d065a339-36cf-4937-af08-41751becbd81" providerId="ADAL" clId="{14545ECC-1A6B-4361-AEC6-CF9B25523479}" dt="2022-12-04T17:29:48.168" v="2170" actId="478"/>
          <ac:picMkLst>
            <pc:docMk/>
            <pc:sldMk cId="635633507" sldId="877"/>
            <ac:picMk id="35" creationId="{7E1FCE4F-DA1D-31F8-9EA1-9522DA82235F}"/>
          </ac:picMkLst>
        </pc:picChg>
        <pc:picChg chg="del mod">
          <ac:chgData name="Daphne Economou" userId="d065a339-36cf-4937-af08-41751becbd81" providerId="ADAL" clId="{14545ECC-1A6B-4361-AEC6-CF9B25523479}" dt="2022-12-04T17:33:01.587" v="2203" actId="478"/>
          <ac:picMkLst>
            <pc:docMk/>
            <pc:sldMk cId="635633507" sldId="877"/>
            <ac:picMk id="41" creationId="{C9545200-0D57-C04D-BA3A-3342E4E181E8}"/>
          </ac:picMkLst>
        </pc:picChg>
        <pc:cxnChg chg="add mod">
          <ac:chgData name="Daphne Economou" userId="d065a339-36cf-4937-af08-41751becbd81" providerId="ADAL" clId="{14545ECC-1A6B-4361-AEC6-CF9B25523479}" dt="2022-12-04T17:32:01.821" v="2199" actId="14100"/>
          <ac:cxnSpMkLst>
            <pc:docMk/>
            <pc:sldMk cId="635633507" sldId="877"/>
            <ac:cxnSpMk id="9" creationId="{9CCB96B8-2F39-65A2-DD98-0363C246A4B4}"/>
          </ac:cxnSpMkLst>
        </pc:cxnChg>
        <pc:cxnChg chg="del">
          <ac:chgData name="Daphne Economou" userId="d065a339-36cf-4937-af08-41751becbd81" providerId="ADAL" clId="{14545ECC-1A6B-4361-AEC6-CF9B25523479}" dt="2022-12-04T17:29:50.971" v="2171" actId="478"/>
          <ac:cxnSpMkLst>
            <pc:docMk/>
            <pc:sldMk cId="635633507" sldId="877"/>
            <ac:cxnSpMk id="13" creationId="{D44E022E-66FA-F586-C5D9-BF43330958D4}"/>
          </ac:cxnSpMkLst>
        </pc:cxnChg>
        <pc:cxnChg chg="del">
          <ac:chgData name="Daphne Economou" userId="d065a339-36cf-4937-af08-41751becbd81" providerId="ADAL" clId="{14545ECC-1A6B-4361-AEC6-CF9B25523479}" dt="2022-12-04T17:29:53.088" v="2173" actId="478"/>
          <ac:cxnSpMkLst>
            <pc:docMk/>
            <pc:sldMk cId="635633507" sldId="877"/>
            <ac:cxnSpMk id="16" creationId="{E5676264-E8A8-BB68-326E-C51B278EAD00}"/>
          </ac:cxnSpMkLst>
        </pc:cxnChg>
        <pc:cxnChg chg="del">
          <ac:chgData name="Daphne Economou" userId="d065a339-36cf-4937-af08-41751becbd81" providerId="ADAL" clId="{14545ECC-1A6B-4361-AEC6-CF9B25523479}" dt="2022-12-04T17:29:52.182" v="2172" actId="478"/>
          <ac:cxnSpMkLst>
            <pc:docMk/>
            <pc:sldMk cId="635633507" sldId="877"/>
            <ac:cxnSpMk id="26" creationId="{E185D45C-C13D-115E-F035-966FFA9969D6}"/>
          </ac:cxnSpMkLst>
        </pc:cxnChg>
        <pc:cxnChg chg="del">
          <ac:chgData name="Daphne Economou" userId="d065a339-36cf-4937-af08-41751becbd81" providerId="ADAL" clId="{14545ECC-1A6B-4361-AEC6-CF9B25523479}" dt="2022-12-04T17:29:50.971" v="2171" actId="478"/>
          <ac:cxnSpMkLst>
            <pc:docMk/>
            <pc:sldMk cId="635633507" sldId="877"/>
            <ac:cxnSpMk id="29" creationId="{CA9C0902-7F9E-6A24-8A10-4AA9D0801738}"/>
          </ac:cxnSpMkLst>
        </pc:cxnChg>
        <pc:cxnChg chg="del">
          <ac:chgData name="Daphne Economou" userId="d065a339-36cf-4937-af08-41751becbd81" providerId="ADAL" clId="{14545ECC-1A6B-4361-AEC6-CF9B25523479}" dt="2022-12-04T17:29:50.971" v="2171" actId="478"/>
          <ac:cxnSpMkLst>
            <pc:docMk/>
            <pc:sldMk cId="635633507" sldId="877"/>
            <ac:cxnSpMk id="48" creationId="{5B1F8E72-C426-08CC-6277-65187E213593}"/>
          </ac:cxnSpMkLst>
        </pc:cxnChg>
        <pc:cxnChg chg="del">
          <ac:chgData name="Daphne Economou" userId="d065a339-36cf-4937-af08-41751becbd81" providerId="ADAL" clId="{14545ECC-1A6B-4361-AEC6-CF9B25523479}" dt="2022-12-04T17:29:50.971" v="2171" actId="478"/>
          <ac:cxnSpMkLst>
            <pc:docMk/>
            <pc:sldMk cId="635633507" sldId="877"/>
            <ac:cxnSpMk id="51" creationId="{F1F3E1FE-8F65-A85D-BFDD-B81EE6D046F0}"/>
          </ac:cxnSpMkLst>
        </pc:cxnChg>
      </pc:sldChg>
      <pc:sldChg chg="add del">
        <pc:chgData name="Daphne Economou" userId="d065a339-36cf-4937-af08-41751becbd81" providerId="ADAL" clId="{14545ECC-1A6B-4361-AEC6-CF9B25523479}" dt="2022-12-04T20:39:26.513" v="2727" actId="47"/>
        <pc:sldMkLst>
          <pc:docMk/>
          <pc:sldMk cId="145989572" sldId="878"/>
        </pc:sldMkLst>
      </pc:sldChg>
      <pc:sldChg chg="addSp delSp modSp add del mod">
        <pc:chgData name="Daphne Economou" userId="d065a339-36cf-4937-af08-41751becbd81" providerId="ADAL" clId="{14545ECC-1A6B-4361-AEC6-CF9B25523479}" dt="2022-12-04T20:39:18.805" v="2725" actId="47"/>
        <pc:sldMkLst>
          <pc:docMk/>
          <pc:sldMk cId="910034675" sldId="879"/>
        </pc:sldMkLst>
        <pc:spChg chg="add mod">
          <ac:chgData name="Daphne Economou" userId="d065a339-36cf-4937-af08-41751becbd81" providerId="ADAL" clId="{14545ECC-1A6B-4361-AEC6-CF9B25523479}" dt="2022-12-04T20:34:29.094" v="2605" actId="1076"/>
          <ac:spMkLst>
            <pc:docMk/>
            <pc:sldMk cId="910034675" sldId="879"/>
            <ac:spMk id="7" creationId="{2EF8A02D-32F1-74AF-3A41-6A506F5810B6}"/>
          </ac:spMkLst>
        </pc:spChg>
        <pc:spChg chg="del">
          <ac:chgData name="Daphne Economou" userId="d065a339-36cf-4937-af08-41751becbd81" providerId="ADAL" clId="{14545ECC-1A6B-4361-AEC6-CF9B25523479}" dt="2022-12-04T20:27:53.340" v="2371" actId="478"/>
          <ac:spMkLst>
            <pc:docMk/>
            <pc:sldMk cId="910034675" sldId="879"/>
            <ac:spMk id="21" creationId="{2AA65CEA-8D5C-4BC2-2A3C-B44EDA9D7E6C}"/>
          </ac:spMkLst>
        </pc:spChg>
        <pc:spChg chg="del">
          <ac:chgData name="Daphne Economou" userId="d065a339-36cf-4937-af08-41751becbd81" providerId="ADAL" clId="{14545ECC-1A6B-4361-AEC6-CF9B25523479}" dt="2022-12-04T20:27:45.946" v="2367" actId="478"/>
          <ac:spMkLst>
            <pc:docMk/>
            <pc:sldMk cId="910034675" sldId="879"/>
            <ac:spMk id="78" creationId="{8BB6F307-2CB2-E468-849B-192889AE00E7}"/>
          </ac:spMkLst>
        </pc:spChg>
        <pc:spChg chg="mod">
          <ac:chgData name="Daphne Economou" userId="d065a339-36cf-4937-af08-41751becbd81" providerId="ADAL" clId="{14545ECC-1A6B-4361-AEC6-CF9B25523479}" dt="2022-12-04T20:28:05.723" v="2374" actId="1076"/>
          <ac:spMkLst>
            <pc:docMk/>
            <pc:sldMk cId="910034675" sldId="879"/>
            <ac:spMk id="107" creationId="{A8EB60D2-A156-81FF-50C5-3F5F13A29E19}"/>
          </ac:spMkLst>
        </pc:spChg>
        <pc:spChg chg="mod">
          <ac:chgData name="Daphne Economou" userId="d065a339-36cf-4937-af08-41751becbd81" providerId="ADAL" clId="{14545ECC-1A6B-4361-AEC6-CF9B25523479}" dt="2022-12-04T20:28:05.723" v="2374" actId="1076"/>
          <ac:spMkLst>
            <pc:docMk/>
            <pc:sldMk cId="910034675" sldId="879"/>
            <ac:spMk id="108" creationId="{81562899-F113-DB9F-FF45-BFCC1E86531A}"/>
          </ac:spMkLst>
        </pc:spChg>
        <pc:spChg chg="mod">
          <ac:chgData name="Daphne Economou" userId="d065a339-36cf-4937-af08-41751becbd81" providerId="ADAL" clId="{14545ECC-1A6B-4361-AEC6-CF9B25523479}" dt="2022-12-04T20:28:05.723" v="2374" actId="1076"/>
          <ac:spMkLst>
            <pc:docMk/>
            <pc:sldMk cId="910034675" sldId="879"/>
            <ac:spMk id="109" creationId="{3A467CE3-0EDC-A6D4-05B6-8DBB7453F89B}"/>
          </ac:spMkLst>
        </pc:spChg>
        <pc:spChg chg="mod">
          <ac:chgData name="Daphne Economou" userId="d065a339-36cf-4937-af08-41751becbd81" providerId="ADAL" clId="{14545ECC-1A6B-4361-AEC6-CF9B25523479}" dt="2022-12-04T20:28:05.723" v="2374" actId="1076"/>
          <ac:spMkLst>
            <pc:docMk/>
            <pc:sldMk cId="910034675" sldId="879"/>
            <ac:spMk id="110" creationId="{0ABEE096-A3F7-9B84-12C2-22F90EC32DBE}"/>
          </ac:spMkLst>
        </pc:spChg>
        <pc:spChg chg="mod">
          <ac:chgData name="Daphne Economou" userId="d065a339-36cf-4937-af08-41751becbd81" providerId="ADAL" clId="{14545ECC-1A6B-4361-AEC6-CF9B25523479}" dt="2022-12-04T20:28:48.612" v="2389" actId="1076"/>
          <ac:spMkLst>
            <pc:docMk/>
            <pc:sldMk cId="910034675" sldId="879"/>
            <ac:spMk id="111" creationId="{014057BE-1000-BC80-C026-9E8F74D2F6A6}"/>
          </ac:spMkLst>
        </pc:spChg>
        <pc:picChg chg="add del mod ord">
          <ac:chgData name="Daphne Economou" userId="d065a339-36cf-4937-af08-41751becbd81" providerId="ADAL" clId="{14545ECC-1A6B-4361-AEC6-CF9B25523479}" dt="2022-12-04T20:35:16.963" v="2614" actId="21"/>
          <ac:picMkLst>
            <pc:docMk/>
            <pc:sldMk cId="910034675" sldId="879"/>
            <ac:picMk id="6" creationId="{8AA65056-F7C7-36AC-11E0-CA1E341BE6BD}"/>
          </ac:picMkLst>
        </pc:picChg>
        <pc:picChg chg="mod">
          <ac:chgData name="Daphne Economou" userId="d065a339-36cf-4937-af08-41751becbd81" providerId="ADAL" clId="{14545ECC-1A6B-4361-AEC6-CF9B25523479}" dt="2022-12-04T20:32:08.981" v="2570" actId="1076"/>
          <ac:picMkLst>
            <pc:docMk/>
            <pc:sldMk cId="910034675" sldId="879"/>
            <ac:picMk id="8" creationId="{F9D9192D-9BF1-6CFD-EBC6-FE92B73EABF3}"/>
          </ac:picMkLst>
        </pc:picChg>
        <pc:picChg chg="del">
          <ac:chgData name="Daphne Economou" userId="d065a339-36cf-4937-af08-41751becbd81" providerId="ADAL" clId="{14545ECC-1A6B-4361-AEC6-CF9B25523479}" dt="2022-12-04T20:27:43.557" v="2366" actId="478"/>
          <ac:picMkLst>
            <pc:docMk/>
            <pc:sldMk cId="910034675" sldId="879"/>
            <ac:picMk id="47" creationId="{E07DE7F0-C647-4092-4863-50E0C2FCD478}"/>
          </ac:picMkLst>
        </pc:picChg>
        <pc:picChg chg="mod">
          <ac:chgData name="Daphne Economou" userId="d065a339-36cf-4937-af08-41751becbd81" providerId="ADAL" clId="{14545ECC-1A6B-4361-AEC6-CF9B25523479}" dt="2022-12-04T20:28:05.723" v="2374" actId="1076"/>
          <ac:picMkLst>
            <pc:docMk/>
            <pc:sldMk cId="910034675" sldId="879"/>
            <ac:picMk id="69" creationId="{9C042200-745E-5740-1242-B1D379CFBA73}"/>
          </ac:picMkLst>
        </pc:picChg>
        <pc:cxnChg chg="del">
          <ac:chgData name="Daphne Economou" userId="d065a339-36cf-4937-af08-41751becbd81" providerId="ADAL" clId="{14545ECC-1A6B-4361-AEC6-CF9B25523479}" dt="2022-12-04T20:27:49.156" v="2368" actId="478"/>
          <ac:cxnSpMkLst>
            <pc:docMk/>
            <pc:sldMk cId="910034675" sldId="879"/>
            <ac:cxnSpMk id="23" creationId="{134E1BEF-412A-F544-1BC9-24C6D2E5CEF8}"/>
          </ac:cxnSpMkLst>
        </pc:cxnChg>
        <pc:cxnChg chg="del">
          <ac:chgData name="Daphne Economou" userId="d065a339-36cf-4937-af08-41751becbd81" providerId="ADAL" clId="{14545ECC-1A6B-4361-AEC6-CF9B25523479}" dt="2022-12-04T20:27:49.156" v="2368" actId="478"/>
          <ac:cxnSpMkLst>
            <pc:docMk/>
            <pc:sldMk cId="910034675" sldId="879"/>
            <ac:cxnSpMk id="24" creationId="{EB012C8F-7107-6583-F357-DB34AFAD514A}"/>
          </ac:cxnSpMkLst>
        </pc:cxnChg>
        <pc:cxnChg chg="del">
          <ac:chgData name="Daphne Economou" userId="d065a339-36cf-4937-af08-41751becbd81" providerId="ADAL" clId="{14545ECC-1A6B-4361-AEC6-CF9B25523479}" dt="2022-12-04T20:27:49.156" v="2368" actId="478"/>
          <ac:cxnSpMkLst>
            <pc:docMk/>
            <pc:sldMk cId="910034675" sldId="879"/>
            <ac:cxnSpMk id="54" creationId="{778E9683-F0A3-69C0-3B0D-E406D3D29E38}"/>
          </ac:cxnSpMkLst>
        </pc:cxnChg>
        <pc:cxnChg chg="del">
          <ac:chgData name="Daphne Economou" userId="d065a339-36cf-4937-af08-41751becbd81" providerId="ADAL" clId="{14545ECC-1A6B-4361-AEC6-CF9B25523479}" dt="2022-12-04T20:27:49.156" v="2368" actId="478"/>
          <ac:cxnSpMkLst>
            <pc:docMk/>
            <pc:sldMk cId="910034675" sldId="879"/>
            <ac:cxnSpMk id="57" creationId="{BF1B30F7-8602-96ED-20FD-897856F8703E}"/>
          </ac:cxnSpMkLst>
        </pc:cxnChg>
        <pc:cxnChg chg="del">
          <ac:chgData name="Daphne Economou" userId="d065a339-36cf-4937-af08-41751becbd81" providerId="ADAL" clId="{14545ECC-1A6B-4361-AEC6-CF9B25523479}" dt="2022-12-04T20:27:49.156" v="2368" actId="478"/>
          <ac:cxnSpMkLst>
            <pc:docMk/>
            <pc:sldMk cId="910034675" sldId="879"/>
            <ac:cxnSpMk id="79" creationId="{15AAADC6-9DEC-C151-1382-F0C0502B16BA}"/>
          </ac:cxnSpMkLst>
        </pc:cxnChg>
        <pc:cxnChg chg="del">
          <ac:chgData name="Daphne Economou" userId="d065a339-36cf-4937-af08-41751becbd81" providerId="ADAL" clId="{14545ECC-1A6B-4361-AEC6-CF9B25523479}" dt="2022-12-04T20:27:49.156" v="2368" actId="478"/>
          <ac:cxnSpMkLst>
            <pc:docMk/>
            <pc:sldMk cId="910034675" sldId="879"/>
            <ac:cxnSpMk id="82" creationId="{5E4BBFC6-C893-2B83-EF4D-09AC18A1F13A}"/>
          </ac:cxnSpMkLst>
        </pc:cxnChg>
        <pc:cxnChg chg="del">
          <ac:chgData name="Daphne Economou" userId="d065a339-36cf-4937-af08-41751becbd81" providerId="ADAL" clId="{14545ECC-1A6B-4361-AEC6-CF9B25523479}" dt="2022-12-04T20:27:51.592" v="2370" actId="478"/>
          <ac:cxnSpMkLst>
            <pc:docMk/>
            <pc:sldMk cId="910034675" sldId="879"/>
            <ac:cxnSpMk id="85" creationId="{4E5339C3-5F2A-A39B-934E-B8B98E028D36}"/>
          </ac:cxnSpMkLst>
        </pc:cxnChg>
        <pc:cxnChg chg="del">
          <ac:chgData name="Daphne Economou" userId="d065a339-36cf-4937-af08-41751becbd81" providerId="ADAL" clId="{14545ECC-1A6B-4361-AEC6-CF9B25523479}" dt="2022-12-04T20:27:51.008" v="2369" actId="478"/>
          <ac:cxnSpMkLst>
            <pc:docMk/>
            <pc:sldMk cId="910034675" sldId="879"/>
            <ac:cxnSpMk id="88" creationId="{9386CA11-B1AF-4CAA-3D71-32E2A087A5E7}"/>
          </ac:cxnSpMkLst>
        </pc:cxnChg>
      </pc:sldChg>
      <pc:sldChg chg="add del">
        <pc:chgData name="Daphne Economou" userId="d065a339-36cf-4937-af08-41751becbd81" providerId="ADAL" clId="{14545ECC-1A6B-4361-AEC6-CF9B25523479}" dt="2022-12-04T20:28:09.872" v="2376"/>
        <pc:sldMkLst>
          <pc:docMk/>
          <pc:sldMk cId="2588117115" sldId="880"/>
        </pc:sldMkLst>
      </pc:sldChg>
      <pc:sldChg chg="addSp delSp modSp add mod">
        <pc:chgData name="Daphne Economou" userId="d065a339-36cf-4937-af08-41751becbd81" providerId="ADAL" clId="{14545ECC-1A6B-4361-AEC6-CF9B25523479}" dt="2022-12-04T20:39:15.288" v="2724" actId="27636"/>
        <pc:sldMkLst>
          <pc:docMk/>
          <pc:sldMk cId="2854848702" sldId="880"/>
        </pc:sldMkLst>
        <pc:spChg chg="mod">
          <ac:chgData name="Daphne Economou" userId="d065a339-36cf-4937-af08-41751becbd81" providerId="ADAL" clId="{14545ECC-1A6B-4361-AEC6-CF9B25523479}" dt="2022-12-04T20:36:21.192" v="2660" actId="1076"/>
          <ac:spMkLst>
            <pc:docMk/>
            <pc:sldMk cId="2854848702" sldId="880"/>
            <ac:spMk id="2" creationId="{18926283-EDB9-6C3C-9B26-F82ADBBDACCF}"/>
          </ac:spMkLst>
        </pc:spChg>
        <pc:spChg chg="add del mod">
          <ac:chgData name="Daphne Economou" userId="d065a339-36cf-4937-af08-41751becbd81" providerId="ADAL" clId="{14545ECC-1A6B-4361-AEC6-CF9B25523479}" dt="2022-12-04T20:35:39.844" v="2623" actId="478"/>
          <ac:spMkLst>
            <pc:docMk/>
            <pc:sldMk cId="2854848702" sldId="880"/>
            <ac:spMk id="6" creationId="{50A8C53A-FAD4-F9DF-2D9E-AD5C6F400D02}"/>
          </ac:spMkLst>
        </pc:spChg>
        <pc:spChg chg="add mod">
          <ac:chgData name="Daphne Economou" userId="d065a339-36cf-4937-af08-41751becbd81" providerId="ADAL" clId="{14545ECC-1A6B-4361-AEC6-CF9B25523479}" dt="2022-12-04T20:39:15.288" v="2724" actId="27636"/>
          <ac:spMkLst>
            <pc:docMk/>
            <pc:sldMk cId="2854848702" sldId="880"/>
            <ac:spMk id="10" creationId="{6A10C5F5-B408-CD7C-8A7B-909C28A90725}"/>
          </ac:spMkLst>
        </pc:spChg>
        <pc:spChg chg="del">
          <ac:chgData name="Daphne Economou" userId="d065a339-36cf-4937-af08-41751becbd81" providerId="ADAL" clId="{14545ECC-1A6B-4361-AEC6-CF9B25523479}" dt="2022-12-04T20:34:06.009" v="2603" actId="478"/>
          <ac:spMkLst>
            <pc:docMk/>
            <pc:sldMk cId="2854848702" sldId="880"/>
            <ac:spMk id="21" creationId="{2AA65CEA-8D5C-4BC2-2A3C-B44EDA9D7E6C}"/>
          </ac:spMkLst>
        </pc:spChg>
        <pc:spChg chg="mod">
          <ac:chgData name="Daphne Economou" userId="d065a339-36cf-4937-af08-41751becbd81" providerId="ADAL" clId="{14545ECC-1A6B-4361-AEC6-CF9B25523479}" dt="2022-12-04T20:38:52.920" v="2716" actId="113"/>
          <ac:spMkLst>
            <pc:docMk/>
            <pc:sldMk cId="2854848702" sldId="880"/>
            <ac:spMk id="78" creationId="{8BB6F307-2CB2-E468-849B-192889AE00E7}"/>
          </ac:spMkLst>
        </pc:spChg>
        <pc:spChg chg="mod">
          <ac:chgData name="Daphne Economou" userId="d065a339-36cf-4937-af08-41751becbd81" providerId="ADAL" clId="{14545ECC-1A6B-4361-AEC6-CF9B25523479}" dt="2022-12-04T20:35:11.586" v="2613" actId="1076"/>
          <ac:spMkLst>
            <pc:docMk/>
            <pc:sldMk cId="2854848702" sldId="880"/>
            <ac:spMk id="107" creationId="{A8EB60D2-A156-81FF-50C5-3F5F13A29E19}"/>
          </ac:spMkLst>
        </pc:spChg>
        <pc:spChg chg="mod">
          <ac:chgData name="Daphne Economou" userId="d065a339-36cf-4937-af08-41751becbd81" providerId="ADAL" clId="{14545ECC-1A6B-4361-AEC6-CF9B25523479}" dt="2022-12-04T20:35:11.586" v="2613" actId="1076"/>
          <ac:spMkLst>
            <pc:docMk/>
            <pc:sldMk cId="2854848702" sldId="880"/>
            <ac:spMk id="108" creationId="{81562899-F113-DB9F-FF45-BFCC1E86531A}"/>
          </ac:spMkLst>
        </pc:spChg>
        <pc:spChg chg="mod">
          <ac:chgData name="Daphne Economou" userId="d065a339-36cf-4937-af08-41751becbd81" providerId="ADAL" clId="{14545ECC-1A6B-4361-AEC6-CF9B25523479}" dt="2022-12-04T20:35:11.586" v="2613" actId="1076"/>
          <ac:spMkLst>
            <pc:docMk/>
            <pc:sldMk cId="2854848702" sldId="880"/>
            <ac:spMk id="109" creationId="{3A467CE3-0EDC-A6D4-05B6-8DBB7453F89B}"/>
          </ac:spMkLst>
        </pc:spChg>
        <pc:spChg chg="mod">
          <ac:chgData name="Daphne Economou" userId="d065a339-36cf-4937-af08-41751becbd81" providerId="ADAL" clId="{14545ECC-1A6B-4361-AEC6-CF9B25523479}" dt="2022-12-04T20:35:11.586" v="2613" actId="1076"/>
          <ac:spMkLst>
            <pc:docMk/>
            <pc:sldMk cId="2854848702" sldId="880"/>
            <ac:spMk id="110" creationId="{0ABEE096-A3F7-9B84-12C2-22F90EC32DBE}"/>
          </ac:spMkLst>
        </pc:spChg>
        <pc:picChg chg="add mod">
          <ac:chgData name="Daphne Economou" userId="d065a339-36cf-4937-af08-41751becbd81" providerId="ADAL" clId="{14545ECC-1A6B-4361-AEC6-CF9B25523479}" dt="2022-12-04T20:36:30.823" v="2661" actId="1076"/>
          <ac:picMkLst>
            <pc:docMk/>
            <pc:sldMk cId="2854848702" sldId="880"/>
            <ac:picMk id="3" creationId="{BA1A0E7E-E5A3-3104-4FE4-53523106FBDA}"/>
          </ac:picMkLst>
        </pc:picChg>
        <pc:picChg chg="del">
          <ac:chgData name="Daphne Economou" userId="d065a339-36cf-4937-af08-41751becbd81" providerId="ADAL" clId="{14545ECC-1A6B-4361-AEC6-CF9B25523479}" dt="2022-12-04T20:35:00.367" v="2611" actId="478"/>
          <ac:picMkLst>
            <pc:docMk/>
            <pc:sldMk cId="2854848702" sldId="880"/>
            <ac:picMk id="47" creationId="{E07DE7F0-C647-4092-4863-50E0C2FCD478}"/>
          </ac:picMkLst>
        </pc:picChg>
        <pc:picChg chg="mod">
          <ac:chgData name="Daphne Economou" userId="d065a339-36cf-4937-af08-41751becbd81" providerId="ADAL" clId="{14545ECC-1A6B-4361-AEC6-CF9B25523479}" dt="2022-12-04T20:35:11.586" v="2613" actId="1076"/>
          <ac:picMkLst>
            <pc:docMk/>
            <pc:sldMk cId="2854848702" sldId="880"/>
            <ac:picMk id="69" creationId="{9C042200-745E-5740-1242-B1D379CFBA73}"/>
          </ac:picMkLst>
        </pc:picChg>
        <pc:cxnChg chg="add mod">
          <ac:chgData name="Daphne Economou" userId="d065a339-36cf-4937-af08-41751becbd81" providerId="ADAL" clId="{14545ECC-1A6B-4361-AEC6-CF9B25523479}" dt="2022-12-04T20:37:25.316" v="2668" actId="13822"/>
          <ac:cxnSpMkLst>
            <pc:docMk/>
            <pc:sldMk cId="2854848702" sldId="880"/>
            <ac:cxnSpMk id="9" creationId="{2A8CD674-E05F-4839-9244-E2316A49C3F1}"/>
          </ac:cxnSpMkLst>
        </pc:cxnChg>
        <pc:cxnChg chg="del">
          <ac:chgData name="Daphne Economou" userId="d065a339-36cf-4937-af08-41751becbd81" providerId="ADAL" clId="{14545ECC-1A6B-4361-AEC6-CF9B25523479}" dt="2022-12-04T20:34:02.436" v="2600" actId="478"/>
          <ac:cxnSpMkLst>
            <pc:docMk/>
            <pc:sldMk cId="2854848702" sldId="880"/>
            <ac:cxnSpMk id="23" creationId="{134E1BEF-412A-F544-1BC9-24C6D2E5CEF8}"/>
          </ac:cxnSpMkLst>
        </pc:cxnChg>
        <pc:cxnChg chg="del">
          <ac:chgData name="Daphne Economou" userId="d065a339-36cf-4937-af08-41751becbd81" providerId="ADAL" clId="{14545ECC-1A6B-4361-AEC6-CF9B25523479}" dt="2022-12-04T20:34:04.685" v="2602" actId="478"/>
          <ac:cxnSpMkLst>
            <pc:docMk/>
            <pc:sldMk cId="2854848702" sldId="880"/>
            <ac:cxnSpMk id="24" creationId="{EB012C8F-7107-6583-F357-DB34AFAD514A}"/>
          </ac:cxnSpMkLst>
        </pc:cxnChg>
        <pc:cxnChg chg="del">
          <ac:chgData name="Daphne Economou" userId="d065a339-36cf-4937-af08-41751becbd81" providerId="ADAL" clId="{14545ECC-1A6B-4361-AEC6-CF9B25523479}" dt="2022-12-04T20:34:03.409" v="2601" actId="478"/>
          <ac:cxnSpMkLst>
            <pc:docMk/>
            <pc:sldMk cId="2854848702" sldId="880"/>
            <ac:cxnSpMk id="54" creationId="{778E9683-F0A3-69C0-3B0D-E406D3D29E38}"/>
          </ac:cxnSpMkLst>
        </pc:cxnChg>
        <pc:cxnChg chg="del">
          <ac:chgData name="Daphne Economou" userId="d065a339-36cf-4937-af08-41751becbd81" providerId="ADAL" clId="{14545ECC-1A6B-4361-AEC6-CF9B25523479}" dt="2022-12-04T20:34:01.641" v="2599" actId="478"/>
          <ac:cxnSpMkLst>
            <pc:docMk/>
            <pc:sldMk cId="2854848702" sldId="880"/>
            <ac:cxnSpMk id="57" creationId="{BF1B30F7-8602-96ED-20FD-897856F8703E}"/>
          </ac:cxnSpMkLst>
        </pc:cxnChg>
        <pc:cxnChg chg="del">
          <ac:chgData name="Daphne Economou" userId="d065a339-36cf-4937-af08-41751becbd81" providerId="ADAL" clId="{14545ECC-1A6B-4361-AEC6-CF9B25523479}" dt="2022-12-04T20:34:00.844" v="2598" actId="478"/>
          <ac:cxnSpMkLst>
            <pc:docMk/>
            <pc:sldMk cId="2854848702" sldId="880"/>
            <ac:cxnSpMk id="79" creationId="{15AAADC6-9DEC-C151-1382-F0C0502B16BA}"/>
          </ac:cxnSpMkLst>
        </pc:cxnChg>
        <pc:cxnChg chg="del">
          <ac:chgData name="Daphne Economou" userId="d065a339-36cf-4937-af08-41751becbd81" providerId="ADAL" clId="{14545ECC-1A6B-4361-AEC6-CF9B25523479}" dt="2022-12-04T20:33:59.759" v="2597" actId="478"/>
          <ac:cxnSpMkLst>
            <pc:docMk/>
            <pc:sldMk cId="2854848702" sldId="880"/>
            <ac:cxnSpMk id="82" creationId="{5E4BBFC6-C893-2B83-EF4D-09AC18A1F13A}"/>
          </ac:cxnSpMkLst>
        </pc:cxnChg>
        <pc:cxnChg chg="del">
          <ac:chgData name="Daphne Economou" userId="d065a339-36cf-4937-af08-41751becbd81" providerId="ADAL" clId="{14545ECC-1A6B-4361-AEC6-CF9B25523479}" dt="2022-12-04T20:33:58.228" v="2595" actId="478"/>
          <ac:cxnSpMkLst>
            <pc:docMk/>
            <pc:sldMk cId="2854848702" sldId="880"/>
            <ac:cxnSpMk id="85" creationId="{4E5339C3-5F2A-A39B-934E-B8B98E028D36}"/>
          </ac:cxnSpMkLst>
        </pc:cxnChg>
        <pc:cxnChg chg="del">
          <ac:chgData name="Daphne Economou" userId="d065a339-36cf-4937-af08-41751becbd81" providerId="ADAL" clId="{14545ECC-1A6B-4361-AEC6-CF9B25523479}" dt="2022-12-04T20:33:59.153" v="2596" actId="478"/>
          <ac:cxnSpMkLst>
            <pc:docMk/>
            <pc:sldMk cId="2854848702" sldId="880"/>
            <ac:cxnSpMk id="88" creationId="{9386CA11-B1AF-4CAA-3D71-32E2A087A5E7}"/>
          </ac:cxnSpMkLst>
        </pc:cxnChg>
      </pc:sldChg>
      <pc:sldChg chg="addSp delSp modSp add mod">
        <pc:chgData name="Daphne Economou" userId="d065a339-36cf-4937-af08-41751becbd81" providerId="ADAL" clId="{14545ECC-1A6B-4361-AEC6-CF9B25523479}" dt="2022-12-04T20:57:55.186" v="2909" actId="14100"/>
        <pc:sldMkLst>
          <pc:docMk/>
          <pc:sldMk cId="3321286803" sldId="881"/>
        </pc:sldMkLst>
        <pc:spChg chg="del">
          <ac:chgData name="Daphne Economou" userId="d065a339-36cf-4937-af08-41751becbd81" providerId="ADAL" clId="{14545ECC-1A6B-4361-AEC6-CF9B25523479}" dt="2022-12-04T20:55:48.652" v="2901" actId="478"/>
          <ac:spMkLst>
            <pc:docMk/>
            <pc:sldMk cId="3321286803" sldId="881"/>
            <ac:spMk id="2" creationId="{18926283-EDB9-6C3C-9B26-F82ADBBDACCF}"/>
          </ac:spMkLst>
        </pc:spChg>
        <pc:spChg chg="mod">
          <ac:chgData name="Daphne Economou" userId="d065a339-36cf-4937-af08-41751becbd81" providerId="ADAL" clId="{14545ECC-1A6B-4361-AEC6-CF9B25523479}" dt="2022-12-04T20:55:25.940" v="2898" actId="14100"/>
          <ac:spMkLst>
            <pc:docMk/>
            <pc:sldMk cId="3321286803" sldId="881"/>
            <ac:spMk id="3" creationId="{96130EC5-C962-C092-3991-FF3668668637}"/>
          </ac:spMkLst>
        </pc:spChg>
        <pc:spChg chg="add mod">
          <ac:chgData name="Daphne Economou" userId="d065a339-36cf-4937-af08-41751becbd81" providerId="ADAL" clId="{14545ECC-1A6B-4361-AEC6-CF9B25523479}" dt="2022-12-04T20:55:10.957" v="2894" actId="207"/>
          <ac:spMkLst>
            <pc:docMk/>
            <pc:sldMk cId="3321286803" sldId="881"/>
            <ac:spMk id="11" creationId="{AF4DB8F9-9AEE-CAFE-8341-D4AFCDB8A3FE}"/>
          </ac:spMkLst>
        </pc:spChg>
        <pc:spChg chg="add del mod">
          <ac:chgData name="Daphne Economou" userId="d065a339-36cf-4937-af08-41751becbd81" providerId="ADAL" clId="{14545ECC-1A6B-4361-AEC6-CF9B25523479}" dt="2022-12-04T20:55:51.693" v="2902" actId="478"/>
          <ac:spMkLst>
            <pc:docMk/>
            <pc:sldMk cId="3321286803" sldId="881"/>
            <ac:spMk id="13" creationId="{4771FAAB-2C6A-6BA1-6ADF-D2182F03D927}"/>
          </ac:spMkLst>
        </pc:spChg>
        <pc:spChg chg="add mod">
          <ac:chgData name="Daphne Economou" userId="d065a339-36cf-4937-af08-41751becbd81" providerId="ADAL" clId="{14545ECC-1A6B-4361-AEC6-CF9B25523479}" dt="2022-12-04T20:55:52.148" v="2903"/>
          <ac:spMkLst>
            <pc:docMk/>
            <pc:sldMk cId="3321286803" sldId="881"/>
            <ac:spMk id="14" creationId="{FAAB90B2-6A54-ACE9-67C1-1706F957AF80}"/>
          </ac:spMkLst>
        </pc:spChg>
        <pc:graphicFrameChg chg="mod modGraphic">
          <ac:chgData name="Daphne Economou" userId="d065a339-36cf-4937-af08-41751becbd81" providerId="ADAL" clId="{14545ECC-1A6B-4361-AEC6-CF9B25523479}" dt="2022-12-04T20:57:55.186" v="2909" actId="14100"/>
          <ac:graphicFrameMkLst>
            <pc:docMk/>
            <pc:sldMk cId="3321286803" sldId="881"/>
            <ac:graphicFrameMk id="7" creationId="{4A494A29-6481-F704-7990-981602DA0258}"/>
          </ac:graphicFrameMkLst>
        </pc:graphicFrameChg>
        <pc:picChg chg="add mod ord">
          <ac:chgData name="Daphne Economou" userId="d065a339-36cf-4937-af08-41751becbd81" providerId="ADAL" clId="{14545ECC-1A6B-4361-AEC6-CF9B25523479}" dt="2022-12-04T20:55:35.249" v="2900" actId="1076"/>
          <ac:picMkLst>
            <pc:docMk/>
            <pc:sldMk cId="3321286803" sldId="881"/>
            <ac:picMk id="8" creationId="{6982E6C9-E2B8-8A39-D2D7-9C98A12CD93C}"/>
          </ac:picMkLst>
        </pc:picChg>
        <pc:picChg chg="add mod">
          <ac:chgData name="Daphne Economou" userId="d065a339-36cf-4937-af08-41751becbd81" providerId="ADAL" clId="{14545ECC-1A6B-4361-AEC6-CF9B25523479}" dt="2022-12-04T20:53:15.775" v="2755" actId="1076"/>
          <ac:picMkLst>
            <pc:docMk/>
            <pc:sldMk cId="3321286803" sldId="881"/>
            <ac:picMk id="10" creationId="{AE54450C-37E4-538E-FB13-C629FD4CE82A}"/>
          </ac:picMkLst>
        </pc:picChg>
      </pc:sldChg>
      <pc:sldChg chg="addSp delSp modSp new mod">
        <pc:chgData name="Daphne Economou" userId="d065a339-36cf-4937-af08-41751becbd81" providerId="ADAL" clId="{14545ECC-1A6B-4361-AEC6-CF9B25523479}" dt="2022-12-04T21:03:01.008" v="2937" actId="14100"/>
        <pc:sldMkLst>
          <pc:docMk/>
          <pc:sldMk cId="1452827211" sldId="882"/>
        </pc:sldMkLst>
        <pc:spChg chg="del">
          <ac:chgData name="Daphne Economou" userId="d065a339-36cf-4937-af08-41751becbd81" providerId="ADAL" clId="{14545ECC-1A6B-4361-AEC6-CF9B25523479}" dt="2022-12-04T20:56:07.320" v="2905" actId="478"/>
          <ac:spMkLst>
            <pc:docMk/>
            <pc:sldMk cId="1452827211" sldId="882"/>
            <ac:spMk id="2" creationId="{57A88D80-4338-2C26-36EC-1CEB5FF22F36}"/>
          </ac:spMkLst>
        </pc:spChg>
        <pc:spChg chg="add mod">
          <ac:chgData name="Daphne Economou" userId="d065a339-36cf-4937-af08-41751becbd81" providerId="ADAL" clId="{14545ECC-1A6B-4361-AEC6-CF9B25523479}" dt="2022-12-04T20:56:08.612" v="2906"/>
          <ac:spMkLst>
            <pc:docMk/>
            <pc:sldMk cId="1452827211" sldId="882"/>
            <ac:spMk id="6" creationId="{38402A1B-DE3E-325C-3BF2-22071E61840E}"/>
          </ac:spMkLst>
        </pc:spChg>
        <pc:spChg chg="add mod">
          <ac:chgData name="Daphne Economou" userId="d065a339-36cf-4937-af08-41751becbd81" providerId="ADAL" clId="{14545ECC-1A6B-4361-AEC6-CF9B25523479}" dt="2022-12-04T21:03:01.008" v="2937" actId="14100"/>
          <ac:spMkLst>
            <pc:docMk/>
            <pc:sldMk cId="1452827211" sldId="882"/>
            <ac:spMk id="12" creationId="{1B832D79-012A-555E-9490-C7F098AAA325}"/>
          </ac:spMkLst>
        </pc:spChg>
        <pc:graphicFrameChg chg="add mod modGraphic">
          <ac:chgData name="Daphne Economou" userId="d065a339-36cf-4937-af08-41751becbd81" providerId="ADAL" clId="{14545ECC-1A6B-4361-AEC6-CF9B25523479}" dt="2022-12-04T21:02:55.552" v="2935" actId="14100"/>
          <ac:graphicFrameMkLst>
            <pc:docMk/>
            <pc:sldMk cId="1452827211" sldId="882"/>
            <ac:graphicFrameMk id="9" creationId="{1A69E408-C144-28DD-3183-A0BDAD81F64D}"/>
          </ac:graphicFrameMkLst>
        </pc:graphicFrameChg>
        <pc:picChg chg="add del mod">
          <ac:chgData name="Daphne Economou" userId="d065a339-36cf-4937-af08-41751becbd81" providerId="ADAL" clId="{14545ECC-1A6B-4361-AEC6-CF9B25523479}" dt="2022-12-04T21:02:11.849" v="2925" actId="478"/>
          <ac:picMkLst>
            <pc:docMk/>
            <pc:sldMk cId="1452827211" sldId="882"/>
            <ac:picMk id="8" creationId="{C3BD8AFD-0119-15F3-73D0-5E3C88E922A3}"/>
          </ac:picMkLst>
        </pc:picChg>
        <pc:picChg chg="add del mod">
          <ac:chgData name="Daphne Economou" userId="d065a339-36cf-4937-af08-41751becbd81" providerId="ADAL" clId="{14545ECC-1A6B-4361-AEC6-CF9B25523479}" dt="2022-12-04T21:02:23.043" v="2928" actId="478"/>
          <ac:picMkLst>
            <pc:docMk/>
            <pc:sldMk cId="1452827211" sldId="882"/>
            <ac:picMk id="11" creationId="{6B1873A3-7355-1F77-0F70-1E6E980D386D}"/>
          </ac:picMkLst>
        </pc:picChg>
        <pc:picChg chg="add mod">
          <ac:chgData name="Daphne Economou" userId="d065a339-36cf-4937-af08-41751becbd81" providerId="ADAL" clId="{14545ECC-1A6B-4361-AEC6-CF9B25523479}" dt="2022-12-04T21:02:15.137" v="2927" actId="1076"/>
          <ac:picMkLst>
            <pc:docMk/>
            <pc:sldMk cId="1452827211" sldId="882"/>
            <ac:picMk id="14" creationId="{655A3DF7-BB02-3A2A-69E5-201FB0116C44}"/>
          </ac:picMkLst>
        </pc:picChg>
        <pc:picChg chg="add mod">
          <ac:chgData name="Daphne Economou" userId="d065a339-36cf-4937-af08-41751becbd81" providerId="ADAL" clId="{14545ECC-1A6B-4361-AEC6-CF9B25523479}" dt="2022-12-04T21:02:28.906" v="2930" actId="1076"/>
          <ac:picMkLst>
            <pc:docMk/>
            <pc:sldMk cId="1452827211" sldId="882"/>
            <ac:picMk id="16" creationId="{6B8495CE-2F29-3C6A-5DA3-76FF1AF00AD5}"/>
          </ac:picMkLst>
        </pc:picChg>
      </pc:sldChg>
      <pc:sldChg chg="addSp delSp modSp add mod">
        <pc:chgData name="Daphne Economou" userId="d065a339-36cf-4937-af08-41751becbd81" providerId="ADAL" clId="{14545ECC-1A6B-4361-AEC6-CF9B25523479}" dt="2022-12-04T21:05:44.607" v="2972" actId="6549"/>
        <pc:sldMkLst>
          <pc:docMk/>
          <pc:sldMk cId="2280340621" sldId="883"/>
        </pc:sldMkLst>
        <pc:spChg chg="mod">
          <ac:chgData name="Daphne Economou" userId="d065a339-36cf-4937-af08-41751becbd81" providerId="ADAL" clId="{14545ECC-1A6B-4361-AEC6-CF9B25523479}" dt="2022-12-04T21:05:01.699" v="2956" actId="1076"/>
          <ac:spMkLst>
            <pc:docMk/>
            <pc:sldMk cId="2280340621" sldId="883"/>
            <ac:spMk id="10" creationId="{6A10C5F5-B408-CD7C-8A7B-909C28A90725}"/>
          </ac:spMkLst>
        </pc:spChg>
        <pc:spChg chg="mod">
          <ac:chgData name="Daphne Economou" userId="d065a339-36cf-4937-af08-41751becbd81" providerId="ADAL" clId="{14545ECC-1A6B-4361-AEC6-CF9B25523479}" dt="2022-12-04T21:05:44.607" v="2972" actId="6549"/>
          <ac:spMkLst>
            <pc:docMk/>
            <pc:sldMk cId="2280340621" sldId="883"/>
            <ac:spMk id="78" creationId="{8BB6F307-2CB2-E468-849B-192889AE00E7}"/>
          </ac:spMkLst>
        </pc:spChg>
        <pc:spChg chg="del">
          <ac:chgData name="Daphne Economou" userId="d065a339-36cf-4937-af08-41751becbd81" providerId="ADAL" clId="{14545ECC-1A6B-4361-AEC6-CF9B25523479}" dt="2022-12-04T21:04:51.450" v="2951" actId="478"/>
          <ac:spMkLst>
            <pc:docMk/>
            <pc:sldMk cId="2280340621" sldId="883"/>
            <ac:spMk id="107" creationId="{A8EB60D2-A156-81FF-50C5-3F5F13A29E19}"/>
          </ac:spMkLst>
        </pc:spChg>
        <pc:spChg chg="del">
          <ac:chgData name="Daphne Economou" userId="d065a339-36cf-4937-af08-41751becbd81" providerId="ADAL" clId="{14545ECC-1A6B-4361-AEC6-CF9B25523479}" dt="2022-12-04T21:04:51.450" v="2951" actId="478"/>
          <ac:spMkLst>
            <pc:docMk/>
            <pc:sldMk cId="2280340621" sldId="883"/>
            <ac:spMk id="108" creationId="{81562899-F113-DB9F-FF45-BFCC1E86531A}"/>
          </ac:spMkLst>
        </pc:spChg>
        <pc:spChg chg="del">
          <ac:chgData name="Daphne Economou" userId="d065a339-36cf-4937-af08-41751becbd81" providerId="ADAL" clId="{14545ECC-1A6B-4361-AEC6-CF9B25523479}" dt="2022-12-04T21:04:51.450" v="2951" actId="478"/>
          <ac:spMkLst>
            <pc:docMk/>
            <pc:sldMk cId="2280340621" sldId="883"/>
            <ac:spMk id="109" creationId="{3A467CE3-0EDC-A6D4-05B6-8DBB7453F89B}"/>
          </ac:spMkLst>
        </pc:spChg>
        <pc:spChg chg="del">
          <ac:chgData name="Daphne Economou" userId="d065a339-36cf-4937-af08-41751becbd81" providerId="ADAL" clId="{14545ECC-1A6B-4361-AEC6-CF9B25523479}" dt="2022-12-04T21:04:49.910" v="2950" actId="478"/>
          <ac:spMkLst>
            <pc:docMk/>
            <pc:sldMk cId="2280340621" sldId="883"/>
            <ac:spMk id="110" creationId="{0ABEE096-A3F7-9B84-12C2-22F90EC32DBE}"/>
          </ac:spMkLst>
        </pc:spChg>
        <pc:picChg chg="del">
          <ac:chgData name="Daphne Economou" userId="d065a339-36cf-4937-af08-41751becbd81" providerId="ADAL" clId="{14545ECC-1A6B-4361-AEC6-CF9B25523479}" dt="2022-12-04T21:04:11.036" v="2939" actId="478"/>
          <ac:picMkLst>
            <pc:docMk/>
            <pc:sldMk cId="2280340621" sldId="883"/>
            <ac:picMk id="3" creationId="{BA1A0E7E-E5A3-3104-4FE4-53523106FBDA}"/>
          </ac:picMkLst>
        </pc:picChg>
        <pc:picChg chg="add mod">
          <ac:chgData name="Daphne Economou" userId="d065a339-36cf-4937-af08-41751becbd81" providerId="ADAL" clId="{14545ECC-1A6B-4361-AEC6-CF9B25523479}" dt="2022-12-04T21:04:59.426" v="2955" actId="1076"/>
          <ac:picMkLst>
            <pc:docMk/>
            <pc:sldMk cId="2280340621" sldId="883"/>
            <ac:picMk id="7" creationId="{28FCB3A9-E2B2-56D9-D9D9-F1659C0609CD}"/>
          </ac:picMkLst>
        </pc:picChg>
        <pc:picChg chg="add mod">
          <ac:chgData name="Daphne Economou" userId="d065a339-36cf-4937-af08-41751becbd81" providerId="ADAL" clId="{14545ECC-1A6B-4361-AEC6-CF9B25523479}" dt="2022-12-04T21:04:56.698" v="2954" actId="1076"/>
          <ac:picMkLst>
            <pc:docMk/>
            <pc:sldMk cId="2280340621" sldId="883"/>
            <ac:picMk id="13" creationId="{80D44A41-3900-C55F-8870-E487E88BABC4}"/>
          </ac:picMkLst>
        </pc:picChg>
        <pc:picChg chg="del">
          <ac:chgData name="Daphne Economou" userId="d065a339-36cf-4937-af08-41751becbd81" providerId="ADAL" clId="{14545ECC-1A6B-4361-AEC6-CF9B25523479}" dt="2022-12-04T21:04:41.277" v="2947" actId="478"/>
          <ac:picMkLst>
            <pc:docMk/>
            <pc:sldMk cId="2280340621" sldId="883"/>
            <ac:picMk id="69" creationId="{9C042200-745E-5740-1242-B1D379CFBA73}"/>
          </ac:picMkLst>
        </pc:picChg>
        <pc:cxnChg chg="mod ord">
          <ac:chgData name="Daphne Economou" userId="d065a339-36cf-4937-af08-41751becbd81" providerId="ADAL" clId="{14545ECC-1A6B-4361-AEC6-CF9B25523479}" dt="2022-12-04T21:04:27.748" v="2946" actId="14100"/>
          <ac:cxnSpMkLst>
            <pc:docMk/>
            <pc:sldMk cId="2280340621" sldId="883"/>
            <ac:cxnSpMk id="9" creationId="{2A8CD674-E05F-4839-9244-E2316A49C3F1}"/>
          </ac:cxnSpMkLst>
        </pc:cxnChg>
      </pc:sldChg>
      <pc:sldChg chg="modSp new mod">
        <pc:chgData name="Daphne Economou" userId="d065a339-36cf-4937-af08-41751becbd81" providerId="ADAL" clId="{14545ECC-1A6B-4361-AEC6-CF9B25523479}" dt="2022-12-04T21:14:00.243" v="3070" actId="27636"/>
        <pc:sldMkLst>
          <pc:docMk/>
          <pc:sldMk cId="613938595" sldId="884"/>
        </pc:sldMkLst>
        <pc:spChg chg="mod">
          <ac:chgData name="Daphne Economou" userId="d065a339-36cf-4937-af08-41751becbd81" providerId="ADAL" clId="{14545ECC-1A6B-4361-AEC6-CF9B25523479}" dt="2022-12-04T21:10:59.092" v="3041" actId="20577"/>
          <ac:spMkLst>
            <pc:docMk/>
            <pc:sldMk cId="613938595" sldId="884"/>
            <ac:spMk id="2" creationId="{18A26486-30D0-1F2C-7598-56E5A429D576}"/>
          </ac:spMkLst>
        </pc:spChg>
        <pc:spChg chg="mod">
          <ac:chgData name="Daphne Economou" userId="d065a339-36cf-4937-af08-41751becbd81" providerId="ADAL" clId="{14545ECC-1A6B-4361-AEC6-CF9B25523479}" dt="2022-12-04T21:14:00.243" v="3070" actId="27636"/>
          <ac:spMkLst>
            <pc:docMk/>
            <pc:sldMk cId="613938595" sldId="884"/>
            <ac:spMk id="3" creationId="{FF07B543-CCD6-E090-182C-5A5673ADC2EF}"/>
          </ac:spMkLst>
        </pc:spChg>
      </pc:sldChg>
      <pc:sldChg chg="add">
        <pc:chgData name="Daphne Economou" userId="d065a339-36cf-4937-af08-41751becbd81" providerId="ADAL" clId="{14545ECC-1A6B-4361-AEC6-CF9B25523479}" dt="2022-12-04T21:15:48.369" v="3074"/>
        <pc:sldMkLst>
          <pc:docMk/>
          <pc:sldMk cId="1894929745" sldId="885"/>
        </pc:sldMkLst>
      </pc:sldChg>
      <pc:sldChg chg="addSp delSp modSp new mod">
        <pc:chgData name="Daphne Economou" userId="d065a339-36cf-4937-af08-41751becbd81" providerId="ADAL" clId="{14545ECC-1A6B-4361-AEC6-CF9B25523479}" dt="2022-12-04T21:20:52.440" v="3111" actId="27636"/>
        <pc:sldMkLst>
          <pc:docMk/>
          <pc:sldMk cId="3735955467" sldId="886"/>
        </pc:sldMkLst>
        <pc:spChg chg="mod">
          <ac:chgData name="Daphne Economou" userId="d065a339-36cf-4937-af08-41751becbd81" providerId="ADAL" clId="{14545ECC-1A6B-4361-AEC6-CF9B25523479}" dt="2022-12-04T21:18:09.301" v="3076"/>
          <ac:spMkLst>
            <pc:docMk/>
            <pc:sldMk cId="3735955467" sldId="886"/>
            <ac:spMk id="2" creationId="{E2A5831B-1347-39B3-02AA-403E0996C90F}"/>
          </ac:spMkLst>
        </pc:spChg>
        <pc:spChg chg="del">
          <ac:chgData name="Daphne Economou" userId="d065a339-36cf-4937-af08-41751becbd81" providerId="ADAL" clId="{14545ECC-1A6B-4361-AEC6-CF9B25523479}" dt="2022-12-04T21:18:31.307" v="3077"/>
          <ac:spMkLst>
            <pc:docMk/>
            <pc:sldMk cId="3735955467" sldId="886"/>
            <ac:spMk id="3" creationId="{DB77B05E-160B-6BDE-BE29-CA76EAC85E6E}"/>
          </ac:spMkLst>
        </pc:spChg>
        <pc:spChg chg="add mod">
          <ac:chgData name="Daphne Economou" userId="d065a339-36cf-4937-af08-41751becbd81" providerId="ADAL" clId="{14545ECC-1A6B-4361-AEC6-CF9B25523479}" dt="2022-12-04T21:20:52.440" v="3111" actId="27636"/>
          <ac:spMkLst>
            <pc:docMk/>
            <pc:sldMk cId="3735955467" sldId="886"/>
            <ac:spMk id="8" creationId="{0019EE97-7D65-682C-A41E-E6524010C2EC}"/>
          </ac:spMkLst>
        </pc:spChg>
        <pc:graphicFrameChg chg="add del mod">
          <ac:chgData name="Daphne Economou" userId="d065a339-36cf-4937-af08-41751becbd81" providerId="ADAL" clId="{14545ECC-1A6B-4361-AEC6-CF9B25523479}" dt="2022-12-04T21:18:39.263" v="3079" actId="478"/>
          <ac:graphicFrameMkLst>
            <pc:docMk/>
            <pc:sldMk cId="3735955467" sldId="886"/>
            <ac:graphicFrameMk id="6" creationId="{B767813F-F83D-E70B-3B21-ACED858431B3}"/>
          </ac:graphicFrameMkLst>
        </pc:graphicFrameChg>
      </pc:sldChg>
      <pc:sldChg chg="addSp delSp modSp new mod">
        <pc:chgData name="Daphne Economou" userId="d065a339-36cf-4937-af08-41751becbd81" providerId="ADAL" clId="{14545ECC-1A6B-4361-AEC6-CF9B25523479}" dt="2022-12-04T21:56:26.010" v="3135" actId="1076"/>
        <pc:sldMkLst>
          <pc:docMk/>
          <pc:sldMk cId="3192264349" sldId="887"/>
        </pc:sldMkLst>
        <pc:spChg chg="mod">
          <ac:chgData name="Daphne Economou" userId="d065a339-36cf-4937-af08-41751becbd81" providerId="ADAL" clId="{14545ECC-1A6B-4361-AEC6-CF9B25523479}" dt="2022-12-04T21:56:19.232" v="3134"/>
          <ac:spMkLst>
            <pc:docMk/>
            <pc:sldMk cId="3192264349" sldId="887"/>
            <ac:spMk id="2" creationId="{54D37481-75EA-7E8B-FA0B-1B448FC53C05}"/>
          </ac:spMkLst>
        </pc:spChg>
        <pc:spChg chg="del">
          <ac:chgData name="Daphne Economou" userId="d065a339-36cf-4937-af08-41751becbd81" providerId="ADAL" clId="{14545ECC-1A6B-4361-AEC6-CF9B25523479}" dt="2022-12-04T21:54:35.458" v="3118"/>
          <ac:spMkLst>
            <pc:docMk/>
            <pc:sldMk cId="3192264349" sldId="887"/>
            <ac:spMk id="3" creationId="{A11FD8F3-9AC0-EA79-EFD2-97A9AE39C062}"/>
          </ac:spMkLst>
        </pc:spChg>
        <pc:graphicFrameChg chg="add mod modGraphic">
          <ac:chgData name="Daphne Economou" userId="d065a339-36cf-4937-af08-41751becbd81" providerId="ADAL" clId="{14545ECC-1A6B-4361-AEC6-CF9B25523479}" dt="2022-12-04T21:55:07.105" v="3128" actId="1076"/>
          <ac:graphicFrameMkLst>
            <pc:docMk/>
            <pc:sldMk cId="3192264349" sldId="887"/>
            <ac:graphicFrameMk id="10" creationId="{23ACD4C0-7180-E800-7D17-8D45ADEB15C3}"/>
          </ac:graphicFrameMkLst>
        </pc:graphicFrameChg>
        <pc:picChg chg="add mod">
          <ac:chgData name="Daphne Economou" userId="d065a339-36cf-4937-af08-41751becbd81" providerId="ADAL" clId="{14545ECC-1A6B-4361-AEC6-CF9B25523479}" dt="2022-12-04T21:56:14.257" v="3133" actId="1076"/>
          <ac:picMkLst>
            <pc:docMk/>
            <pc:sldMk cId="3192264349" sldId="887"/>
            <ac:picMk id="7" creationId="{97EBF0BE-DE0A-951E-A24F-290A63BE8DE4}"/>
          </ac:picMkLst>
        </pc:picChg>
        <pc:picChg chg="add del mod">
          <ac:chgData name="Daphne Economou" userId="d065a339-36cf-4937-af08-41751becbd81" providerId="ADAL" clId="{14545ECC-1A6B-4361-AEC6-CF9B25523479}" dt="2022-12-04T21:56:09.074" v="3131" actId="478"/>
          <ac:picMkLst>
            <pc:docMk/>
            <pc:sldMk cId="3192264349" sldId="887"/>
            <ac:picMk id="9" creationId="{1106F8E4-49F3-347F-4F21-C3BDE7B1C23B}"/>
          </ac:picMkLst>
        </pc:picChg>
        <pc:picChg chg="add mod">
          <ac:chgData name="Daphne Economou" userId="d065a339-36cf-4937-af08-41751becbd81" providerId="ADAL" clId="{14545ECC-1A6B-4361-AEC6-CF9B25523479}" dt="2022-12-04T21:56:26.010" v="3135" actId="1076"/>
          <ac:picMkLst>
            <pc:docMk/>
            <pc:sldMk cId="3192264349" sldId="887"/>
            <ac:picMk id="12" creationId="{3712CC2B-BB2E-DB06-DF37-44F016FA35C0}"/>
          </ac:picMkLst>
        </pc:picChg>
      </pc:sldChg>
      <pc:sldChg chg="addSp delSp modSp new mod">
        <pc:chgData name="Daphne Economou" userId="d065a339-36cf-4937-af08-41751becbd81" providerId="ADAL" clId="{14545ECC-1A6B-4361-AEC6-CF9B25523479}" dt="2022-12-04T22:07:56.892" v="3360" actId="22"/>
        <pc:sldMkLst>
          <pc:docMk/>
          <pc:sldMk cId="2786570283" sldId="888"/>
        </pc:sldMkLst>
        <pc:spChg chg="mod">
          <ac:chgData name="Daphne Economou" userId="d065a339-36cf-4937-af08-41751becbd81" providerId="ADAL" clId="{14545ECC-1A6B-4361-AEC6-CF9B25523479}" dt="2022-12-04T21:59:52.339" v="3203" actId="20577"/>
          <ac:spMkLst>
            <pc:docMk/>
            <pc:sldMk cId="2786570283" sldId="888"/>
            <ac:spMk id="2" creationId="{27B3DA20-93D6-CE7D-6C97-6C5DF36ABE9C}"/>
          </ac:spMkLst>
        </pc:spChg>
        <pc:spChg chg="del">
          <ac:chgData name="Daphne Economou" userId="d065a339-36cf-4937-af08-41751becbd81" providerId="ADAL" clId="{14545ECC-1A6B-4361-AEC6-CF9B25523479}" dt="2022-12-04T21:59:21.574" v="3155" actId="478"/>
          <ac:spMkLst>
            <pc:docMk/>
            <pc:sldMk cId="2786570283" sldId="888"/>
            <ac:spMk id="3" creationId="{7F497CFC-DF46-7454-C6E2-F4AC1EFE6A5C}"/>
          </ac:spMkLst>
        </pc:spChg>
        <pc:spChg chg="add del">
          <ac:chgData name="Daphne Economou" userId="d065a339-36cf-4937-af08-41751becbd81" providerId="ADAL" clId="{14545ECC-1A6B-4361-AEC6-CF9B25523479}" dt="2022-12-04T22:07:56.892" v="3360" actId="22"/>
          <ac:spMkLst>
            <pc:docMk/>
            <pc:sldMk cId="2786570283" sldId="888"/>
            <ac:spMk id="15" creationId="{5AC8416E-6B7A-39B0-CB6E-21101107516C}"/>
          </ac:spMkLst>
        </pc:spChg>
        <pc:picChg chg="add mod">
          <ac:chgData name="Daphne Economou" userId="d065a339-36cf-4937-af08-41751becbd81" providerId="ADAL" clId="{14545ECC-1A6B-4361-AEC6-CF9B25523479}" dt="2022-12-04T22:00:17.663" v="3210" actId="1076"/>
          <ac:picMkLst>
            <pc:docMk/>
            <pc:sldMk cId="2786570283" sldId="888"/>
            <ac:picMk id="7" creationId="{89B9C8E6-7495-117B-BA14-988F85F4C413}"/>
          </ac:picMkLst>
        </pc:picChg>
        <pc:picChg chg="add mod">
          <ac:chgData name="Daphne Economou" userId="d065a339-36cf-4937-af08-41751becbd81" providerId="ADAL" clId="{14545ECC-1A6B-4361-AEC6-CF9B25523479}" dt="2022-12-04T22:00:04.269" v="3209" actId="1076"/>
          <ac:picMkLst>
            <pc:docMk/>
            <pc:sldMk cId="2786570283" sldId="888"/>
            <ac:picMk id="9" creationId="{878EC9B2-8293-2D6C-E0FB-CA4C3BBF1E17}"/>
          </ac:picMkLst>
        </pc:picChg>
        <pc:picChg chg="add mod">
          <ac:chgData name="Daphne Economou" userId="d065a339-36cf-4937-af08-41751becbd81" providerId="ADAL" clId="{14545ECC-1A6B-4361-AEC6-CF9B25523479}" dt="2022-12-04T21:59:26.829" v="3157" actId="1076"/>
          <ac:picMkLst>
            <pc:docMk/>
            <pc:sldMk cId="2786570283" sldId="888"/>
            <ac:picMk id="11" creationId="{82D4D75F-A7C0-2065-67B2-272486E74827}"/>
          </ac:picMkLst>
        </pc:picChg>
        <pc:picChg chg="add mod">
          <ac:chgData name="Daphne Economou" userId="d065a339-36cf-4937-af08-41751becbd81" providerId="ADAL" clId="{14545ECC-1A6B-4361-AEC6-CF9B25523479}" dt="2022-12-04T21:59:26.829" v="3157" actId="1076"/>
          <ac:picMkLst>
            <pc:docMk/>
            <pc:sldMk cId="2786570283" sldId="888"/>
            <ac:picMk id="13" creationId="{7E7284FD-3B70-E98B-0B51-A850EDEDBFC0}"/>
          </ac:picMkLst>
        </pc:picChg>
      </pc:sldChg>
      <pc:sldChg chg="addSp delSp modSp add mod">
        <pc:chgData name="Daphne Economou" userId="d065a339-36cf-4937-af08-41751becbd81" providerId="ADAL" clId="{14545ECC-1A6B-4361-AEC6-CF9B25523479}" dt="2022-12-04T22:17:13.684" v="3414" actId="1076"/>
        <pc:sldMkLst>
          <pc:docMk/>
          <pc:sldMk cId="3020082783" sldId="889"/>
        </pc:sldMkLst>
        <pc:spChg chg="mod">
          <ac:chgData name="Daphne Economou" userId="d065a339-36cf-4937-af08-41751becbd81" providerId="ADAL" clId="{14545ECC-1A6B-4361-AEC6-CF9B25523479}" dt="2022-12-04T22:07:39.442" v="3357" actId="14100"/>
          <ac:spMkLst>
            <pc:docMk/>
            <pc:sldMk cId="3020082783" sldId="889"/>
            <ac:spMk id="2" creationId="{27B3DA20-93D6-CE7D-6C97-6C5DF36ABE9C}"/>
          </ac:spMkLst>
        </pc:spChg>
        <pc:spChg chg="add mod">
          <ac:chgData name="Daphne Economou" userId="d065a339-36cf-4937-af08-41751becbd81" providerId="ADAL" clId="{14545ECC-1A6B-4361-AEC6-CF9B25523479}" dt="2022-12-04T22:02:50.705" v="3299" actId="14100"/>
          <ac:spMkLst>
            <pc:docMk/>
            <pc:sldMk cId="3020082783" sldId="889"/>
            <ac:spMk id="3" creationId="{01BFAD2E-B764-5FBA-6B85-9371E70B05FD}"/>
          </ac:spMkLst>
        </pc:spChg>
        <pc:spChg chg="add mod">
          <ac:chgData name="Daphne Economou" userId="d065a339-36cf-4937-af08-41751becbd81" providerId="ADAL" clId="{14545ECC-1A6B-4361-AEC6-CF9B25523479}" dt="2022-12-04T22:05:47.848" v="3302" actId="208"/>
          <ac:spMkLst>
            <pc:docMk/>
            <pc:sldMk cId="3020082783" sldId="889"/>
            <ac:spMk id="14" creationId="{2E4BF9AC-C465-5EFE-2230-2C62524C0B6C}"/>
          </ac:spMkLst>
        </pc:spChg>
        <pc:spChg chg="add mod">
          <ac:chgData name="Daphne Economou" userId="d065a339-36cf-4937-af08-41751becbd81" providerId="ADAL" clId="{14545ECC-1A6B-4361-AEC6-CF9B25523479}" dt="2022-12-04T22:06:01.988" v="3307" actId="14100"/>
          <ac:spMkLst>
            <pc:docMk/>
            <pc:sldMk cId="3020082783" sldId="889"/>
            <ac:spMk id="15" creationId="{2C82077F-A6BA-B751-A332-A17FFF7BFF9E}"/>
          </ac:spMkLst>
        </pc:spChg>
        <pc:spChg chg="add mod">
          <ac:chgData name="Daphne Economou" userId="d065a339-36cf-4937-af08-41751becbd81" providerId="ADAL" clId="{14545ECC-1A6B-4361-AEC6-CF9B25523479}" dt="2022-12-04T22:06:05.433" v="3309" actId="1076"/>
          <ac:spMkLst>
            <pc:docMk/>
            <pc:sldMk cId="3020082783" sldId="889"/>
            <ac:spMk id="16" creationId="{B3A07ECB-0274-3383-6B82-793D6D3E9F74}"/>
          </ac:spMkLst>
        </pc:spChg>
        <pc:spChg chg="add mod">
          <ac:chgData name="Daphne Economou" userId="d065a339-36cf-4937-af08-41751becbd81" providerId="ADAL" clId="{14545ECC-1A6B-4361-AEC6-CF9B25523479}" dt="2022-12-04T22:17:11.729" v="3413" actId="164"/>
          <ac:spMkLst>
            <pc:docMk/>
            <pc:sldMk cId="3020082783" sldId="889"/>
            <ac:spMk id="17" creationId="{1AF0CC9A-C8E2-77B3-C8E7-E601C348DD41}"/>
          </ac:spMkLst>
        </pc:spChg>
        <pc:spChg chg="add mod">
          <ac:chgData name="Daphne Economou" userId="d065a339-36cf-4937-af08-41751becbd81" providerId="ADAL" clId="{14545ECC-1A6B-4361-AEC6-CF9B25523479}" dt="2022-12-04T22:08:35.058" v="3412" actId="20577"/>
          <ac:spMkLst>
            <pc:docMk/>
            <pc:sldMk cId="3020082783" sldId="889"/>
            <ac:spMk id="18" creationId="{0FF0B17A-5B61-5D18-71A8-2F7D59721F66}"/>
          </ac:spMkLst>
        </pc:spChg>
        <pc:grpChg chg="add mod">
          <ac:chgData name="Daphne Economou" userId="d065a339-36cf-4937-af08-41751becbd81" providerId="ADAL" clId="{14545ECC-1A6B-4361-AEC6-CF9B25523479}" dt="2022-12-04T22:17:13.684" v="3414" actId="1076"/>
          <ac:grpSpMkLst>
            <pc:docMk/>
            <pc:sldMk cId="3020082783" sldId="889"/>
            <ac:grpSpMk id="19" creationId="{CBDF2A1F-8094-E1AB-4823-4B182BC6A940}"/>
          </ac:grpSpMkLst>
        </pc:grpChg>
        <pc:picChg chg="del">
          <ac:chgData name="Daphne Economou" userId="d065a339-36cf-4937-af08-41751becbd81" providerId="ADAL" clId="{14545ECC-1A6B-4361-AEC6-CF9B25523479}" dt="2022-12-04T22:00:24.897" v="3214" actId="478"/>
          <ac:picMkLst>
            <pc:docMk/>
            <pc:sldMk cId="3020082783" sldId="889"/>
            <ac:picMk id="7" creationId="{89B9C8E6-7495-117B-BA14-988F85F4C413}"/>
          </ac:picMkLst>
        </pc:picChg>
        <pc:picChg chg="add mod">
          <ac:chgData name="Daphne Economou" userId="d065a339-36cf-4937-af08-41751becbd81" providerId="ADAL" clId="{14545ECC-1A6B-4361-AEC6-CF9B25523479}" dt="2022-12-04T22:17:11.729" v="3413" actId="164"/>
          <ac:picMkLst>
            <pc:docMk/>
            <pc:sldMk cId="3020082783" sldId="889"/>
            <ac:picMk id="8" creationId="{4206AA5F-AA8D-204F-6A95-8F4483F2356F}"/>
          </ac:picMkLst>
        </pc:picChg>
        <pc:picChg chg="del">
          <ac:chgData name="Daphne Economou" userId="d065a339-36cf-4937-af08-41751becbd81" providerId="ADAL" clId="{14545ECC-1A6B-4361-AEC6-CF9B25523479}" dt="2022-12-04T22:01:10.460" v="3289" actId="478"/>
          <ac:picMkLst>
            <pc:docMk/>
            <pc:sldMk cId="3020082783" sldId="889"/>
            <ac:picMk id="9" creationId="{878EC9B2-8293-2D6C-E0FB-CA4C3BBF1E17}"/>
          </ac:picMkLst>
        </pc:picChg>
        <pc:picChg chg="del">
          <ac:chgData name="Daphne Economou" userId="d065a339-36cf-4937-af08-41751becbd81" providerId="ADAL" clId="{14545ECC-1A6B-4361-AEC6-CF9B25523479}" dt="2022-12-04T22:00:23.389" v="3212" actId="478"/>
          <ac:picMkLst>
            <pc:docMk/>
            <pc:sldMk cId="3020082783" sldId="889"/>
            <ac:picMk id="11" creationId="{82D4D75F-A7C0-2065-67B2-272486E74827}"/>
          </ac:picMkLst>
        </pc:picChg>
        <pc:picChg chg="add mod">
          <ac:chgData name="Daphne Economou" userId="d065a339-36cf-4937-af08-41751becbd81" providerId="ADAL" clId="{14545ECC-1A6B-4361-AEC6-CF9B25523479}" dt="2022-12-04T22:02:48.229" v="3298" actId="1076"/>
          <ac:picMkLst>
            <pc:docMk/>
            <pc:sldMk cId="3020082783" sldId="889"/>
            <ac:picMk id="12" creationId="{651433BF-53E0-F500-AB07-B78CFFA97953}"/>
          </ac:picMkLst>
        </pc:picChg>
        <pc:picChg chg="del">
          <ac:chgData name="Daphne Economou" userId="d065a339-36cf-4937-af08-41751becbd81" providerId="ADAL" clId="{14545ECC-1A6B-4361-AEC6-CF9B25523479}" dt="2022-12-04T22:00:23.976" v="3213" actId="478"/>
          <ac:picMkLst>
            <pc:docMk/>
            <pc:sldMk cId="3020082783" sldId="889"/>
            <ac:picMk id="13" creationId="{7E7284FD-3B70-E98B-0B51-A850EDEDBFC0}"/>
          </ac:picMkLst>
        </pc:picChg>
      </pc:sldChg>
      <pc:sldChg chg="modSp add mod">
        <pc:chgData name="Daphne Economou" userId="d065a339-36cf-4937-af08-41751becbd81" providerId="ADAL" clId="{14545ECC-1A6B-4361-AEC6-CF9B25523479}" dt="2022-12-04T22:21:03.866" v="3471" actId="20577"/>
        <pc:sldMkLst>
          <pc:docMk/>
          <pc:sldMk cId="3020162391" sldId="890"/>
        </pc:sldMkLst>
        <pc:spChg chg="mod">
          <ac:chgData name="Daphne Economou" userId="d065a339-36cf-4937-af08-41751becbd81" providerId="ADAL" clId="{14545ECC-1A6B-4361-AEC6-CF9B25523479}" dt="2022-12-04T22:18:02.747" v="3416"/>
          <ac:spMkLst>
            <pc:docMk/>
            <pc:sldMk cId="3020162391" sldId="890"/>
            <ac:spMk id="2" creationId="{E2A5831B-1347-39B3-02AA-403E0996C90F}"/>
          </ac:spMkLst>
        </pc:spChg>
        <pc:spChg chg="mod">
          <ac:chgData name="Daphne Economou" userId="d065a339-36cf-4937-af08-41751becbd81" providerId="ADAL" clId="{14545ECC-1A6B-4361-AEC6-CF9B25523479}" dt="2022-12-04T22:21:03.866" v="3471" actId="20577"/>
          <ac:spMkLst>
            <pc:docMk/>
            <pc:sldMk cId="3020162391" sldId="890"/>
            <ac:spMk id="8" creationId="{0019EE97-7D65-682C-A41E-E6524010C2EC}"/>
          </ac:spMkLst>
        </pc:spChg>
      </pc:sldChg>
      <pc:sldChg chg="addSp delSp modSp new mod">
        <pc:chgData name="Daphne Economou" userId="d065a339-36cf-4937-af08-41751becbd81" providerId="ADAL" clId="{14545ECC-1A6B-4361-AEC6-CF9B25523479}" dt="2022-12-04T22:30:27.178" v="3556" actId="1076"/>
        <pc:sldMkLst>
          <pc:docMk/>
          <pc:sldMk cId="1343098168" sldId="891"/>
        </pc:sldMkLst>
        <pc:spChg chg="mod">
          <ac:chgData name="Daphne Economou" userId="d065a339-36cf-4937-af08-41751becbd81" providerId="ADAL" clId="{14545ECC-1A6B-4361-AEC6-CF9B25523479}" dt="2022-12-04T22:30:16.656" v="3553" actId="1076"/>
          <ac:spMkLst>
            <pc:docMk/>
            <pc:sldMk cId="1343098168" sldId="891"/>
            <ac:spMk id="2" creationId="{805E64AD-B4D6-C512-FDBC-483AFB65CB1B}"/>
          </ac:spMkLst>
        </pc:spChg>
        <pc:spChg chg="del">
          <ac:chgData name="Daphne Economou" userId="d065a339-36cf-4937-af08-41751becbd81" providerId="ADAL" clId="{14545ECC-1A6B-4361-AEC6-CF9B25523479}" dt="2022-12-04T22:21:12.664" v="3473"/>
          <ac:spMkLst>
            <pc:docMk/>
            <pc:sldMk cId="1343098168" sldId="891"/>
            <ac:spMk id="3" creationId="{829DF079-C522-073C-E18D-248D64B2E596}"/>
          </ac:spMkLst>
        </pc:spChg>
        <pc:graphicFrameChg chg="add mod modGraphic">
          <ac:chgData name="Daphne Economou" userId="d065a339-36cf-4937-af08-41751becbd81" providerId="ADAL" clId="{14545ECC-1A6B-4361-AEC6-CF9B25523479}" dt="2022-12-04T22:21:53.382" v="3485" actId="1076"/>
          <ac:graphicFrameMkLst>
            <pc:docMk/>
            <pc:sldMk cId="1343098168" sldId="891"/>
            <ac:graphicFrameMk id="6" creationId="{3174202E-43A0-75F8-1A2A-9F442FE778F2}"/>
          </ac:graphicFrameMkLst>
        </pc:graphicFrameChg>
        <pc:picChg chg="add mod">
          <ac:chgData name="Daphne Economou" userId="d065a339-36cf-4937-af08-41751becbd81" providerId="ADAL" clId="{14545ECC-1A6B-4361-AEC6-CF9B25523479}" dt="2022-12-04T22:28:33.924" v="3487" actId="1076"/>
          <ac:picMkLst>
            <pc:docMk/>
            <pc:sldMk cId="1343098168" sldId="891"/>
            <ac:picMk id="8" creationId="{D3D48745-0CEF-4151-327E-73A15BB5F16A}"/>
          </ac:picMkLst>
        </pc:picChg>
        <pc:picChg chg="add mod">
          <ac:chgData name="Daphne Economou" userId="d065a339-36cf-4937-af08-41751becbd81" providerId="ADAL" clId="{14545ECC-1A6B-4361-AEC6-CF9B25523479}" dt="2022-12-04T22:30:27.178" v="3556" actId="1076"/>
          <ac:picMkLst>
            <pc:docMk/>
            <pc:sldMk cId="1343098168" sldId="891"/>
            <ac:picMk id="10" creationId="{F5669583-7FB1-FC4D-1EB4-ADE2F6182FA2}"/>
          </ac:picMkLst>
        </pc:picChg>
        <pc:picChg chg="add del mod">
          <ac:chgData name="Daphne Economou" userId="d065a339-36cf-4937-af08-41751becbd81" providerId="ADAL" clId="{14545ECC-1A6B-4361-AEC6-CF9B25523479}" dt="2022-12-04T22:30:25.468" v="3555" actId="478"/>
          <ac:picMkLst>
            <pc:docMk/>
            <pc:sldMk cId="1343098168" sldId="891"/>
            <ac:picMk id="12" creationId="{8A0783CA-6A5F-E34F-EFC9-FE88D62D015F}"/>
          </ac:picMkLst>
        </pc:picChg>
      </pc:sldChg>
      <pc:sldChg chg="addSp delSp modSp add mod">
        <pc:chgData name="Daphne Economou" userId="d065a339-36cf-4937-af08-41751becbd81" providerId="ADAL" clId="{14545ECC-1A6B-4361-AEC6-CF9B25523479}" dt="2022-12-04T23:08:48.889" v="3807" actId="1076"/>
        <pc:sldMkLst>
          <pc:docMk/>
          <pc:sldMk cId="2419556634" sldId="892"/>
        </pc:sldMkLst>
        <pc:spChg chg="mod">
          <ac:chgData name="Daphne Economou" userId="d065a339-36cf-4937-af08-41751becbd81" providerId="ADAL" clId="{14545ECC-1A6B-4361-AEC6-CF9B25523479}" dt="2022-12-04T22:33:30.866" v="3588" actId="20577"/>
          <ac:spMkLst>
            <pc:docMk/>
            <pc:sldMk cId="2419556634" sldId="892"/>
            <ac:spMk id="2" creationId="{805E64AD-B4D6-C512-FDBC-483AFB65CB1B}"/>
          </ac:spMkLst>
        </pc:spChg>
        <pc:spChg chg="add del mod">
          <ac:chgData name="Daphne Economou" userId="d065a339-36cf-4937-af08-41751becbd81" providerId="ADAL" clId="{14545ECC-1A6B-4361-AEC6-CF9B25523479}" dt="2022-12-04T22:33:53.507" v="3597" actId="478"/>
          <ac:spMkLst>
            <pc:docMk/>
            <pc:sldMk cId="2419556634" sldId="892"/>
            <ac:spMk id="7" creationId="{2BCE5BC8-DC6D-4F79-E732-62612D6BD91E}"/>
          </ac:spMkLst>
        </pc:spChg>
        <pc:spChg chg="add mod">
          <ac:chgData name="Daphne Economou" userId="d065a339-36cf-4937-af08-41751becbd81" providerId="ADAL" clId="{14545ECC-1A6B-4361-AEC6-CF9B25523479}" dt="2022-12-04T23:08:48.889" v="3807" actId="1076"/>
          <ac:spMkLst>
            <pc:docMk/>
            <pc:sldMk cId="2419556634" sldId="892"/>
            <ac:spMk id="13" creationId="{FD3D4449-DBD7-5A23-E0D9-8104135A1209}"/>
          </ac:spMkLst>
        </pc:spChg>
        <pc:graphicFrameChg chg="del">
          <ac:chgData name="Daphne Economou" userId="d065a339-36cf-4937-af08-41751becbd81" providerId="ADAL" clId="{14545ECC-1A6B-4361-AEC6-CF9B25523479}" dt="2022-12-04T22:33:13.639" v="3573" actId="478"/>
          <ac:graphicFrameMkLst>
            <pc:docMk/>
            <pc:sldMk cId="2419556634" sldId="892"/>
            <ac:graphicFrameMk id="6" creationId="{3174202E-43A0-75F8-1A2A-9F442FE778F2}"/>
          </ac:graphicFrameMkLst>
        </pc:graphicFrameChg>
        <pc:picChg chg="del">
          <ac:chgData name="Daphne Economou" userId="d065a339-36cf-4937-af08-41751becbd81" providerId="ADAL" clId="{14545ECC-1A6B-4361-AEC6-CF9B25523479}" dt="2022-12-04T22:33:20.973" v="3577" actId="478"/>
          <ac:picMkLst>
            <pc:docMk/>
            <pc:sldMk cId="2419556634" sldId="892"/>
            <ac:picMk id="8" creationId="{D3D48745-0CEF-4151-327E-73A15BB5F16A}"/>
          </ac:picMkLst>
        </pc:picChg>
        <pc:picChg chg="del">
          <ac:chgData name="Daphne Economou" userId="d065a339-36cf-4937-af08-41751becbd81" providerId="ADAL" clId="{14545ECC-1A6B-4361-AEC6-CF9B25523479}" dt="2022-12-04T22:33:20.325" v="3576" actId="478"/>
          <ac:picMkLst>
            <pc:docMk/>
            <pc:sldMk cId="2419556634" sldId="892"/>
            <ac:picMk id="10" creationId="{F5669583-7FB1-FC4D-1EB4-ADE2F6182FA2}"/>
          </ac:picMkLst>
        </pc:picChg>
        <pc:picChg chg="add mod">
          <ac:chgData name="Daphne Economou" userId="d065a339-36cf-4937-af08-41751becbd81" providerId="ADAL" clId="{14545ECC-1A6B-4361-AEC6-CF9B25523479}" dt="2022-12-04T22:33:26.259" v="3579" actId="14100"/>
          <ac:picMkLst>
            <pc:docMk/>
            <pc:sldMk cId="2419556634" sldId="892"/>
            <ac:picMk id="11" creationId="{05E11A73-A90E-19E8-E918-890C66CC3D13}"/>
          </ac:picMkLst>
        </pc:picChg>
        <pc:picChg chg="del">
          <ac:chgData name="Daphne Economou" userId="d065a339-36cf-4937-af08-41751becbd81" providerId="ADAL" clId="{14545ECC-1A6B-4361-AEC6-CF9B25523479}" dt="2022-12-04T22:33:16.148" v="3574" actId="478"/>
          <ac:picMkLst>
            <pc:docMk/>
            <pc:sldMk cId="2419556634" sldId="892"/>
            <ac:picMk id="12" creationId="{8A0783CA-6A5F-E34F-EFC9-FE88D62D015F}"/>
          </ac:picMkLst>
        </pc:picChg>
      </pc:sldChg>
      <pc:sldChg chg="addSp delSp modSp add mod">
        <pc:chgData name="Daphne Economou" userId="d065a339-36cf-4937-af08-41751becbd81" providerId="ADAL" clId="{14545ECC-1A6B-4361-AEC6-CF9B25523479}" dt="2022-12-04T22:33:47.468" v="3596" actId="1035"/>
        <pc:sldMkLst>
          <pc:docMk/>
          <pc:sldMk cId="914659176" sldId="893"/>
        </pc:sldMkLst>
        <pc:spChg chg="mod">
          <ac:chgData name="Daphne Economou" userId="d065a339-36cf-4937-af08-41751becbd81" providerId="ADAL" clId="{14545ECC-1A6B-4361-AEC6-CF9B25523479}" dt="2022-12-04T22:33:47.468" v="3596" actId="1035"/>
          <ac:spMkLst>
            <pc:docMk/>
            <pc:sldMk cId="914659176" sldId="893"/>
            <ac:spMk id="2" creationId="{805E64AD-B4D6-C512-FDBC-483AFB65CB1B}"/>
          </ac:spMkLst>
        </pc:spChg>
        <pc:spChg chg="add del mod">
          <ac:chgData name="Daphne Economou" userId="d065a339-36cf-4937-af08-41751becbd81" providerId="ADAL" clId="{14545ECC-1A6B-4361-AEC6-CF9B25523479}" dt="2022-12-04T22:30:40.959" v="3561" actId="478"/>
          <ac:spMkLst>
            <pc:docMk/>
            <pc:sldMk cId="914659176" sldId="893"/>
            <ac:spMk id="7" creationId="{A39E462F-2EB2-4621-86AF-0D0DF134C783}"/>
          </ac:spMkLst>
        </pc:spChg>
        <pc:graphicFrameChg chg="del">
          <ac:chgData name="Daphne Economou" userId="d065a339-36cf-4937-af08-41751becbd81" providerId="ADAL" clId="{14545ECC-1A6B-4361-AEC6-CF9B25523479}" dt="2022-12-04T22:30:38.313" v="3560" actId="478"/>
          <ac:graphicFrameMkLst>
            <pc:docMk/>
            <pc:sldMk cId="914659176" sldId="893"/>
            <ac:graphicFrameMk id="6" creationId="{3174202E-43A0-75F8-1A2A-9F442FE778F2}"/>
          </ac:graphicFrameMkLst>
        </pc:graphicFrameChg>
        <pc:picChg chg="del">
          <ac:chgData name="Daphne Economou" userId="d065a339-36cf-4937-af08-41751becbd81" providerId="ADAL" clId="{14545ECC-1A6B-4361-AEC6-CF9B25523479}" dt="2022-12-04T22:30:42.711" v="3563" actId="478"/>
          <ac:picMkLst>
            <pc:docMk/>
            <pc:sldMk cId="914659176" sldId="893"/>
            <ac:picMk id="8" creationId="{D3D48745-0CEF-4151-327E-73A15BB5F16A}"/>
          </ac:picMkLst>
        </pc:picChg>
        <pc:picChg chg="del">
          <ac:chgData name="Daphne Economou" userId="d065a339-36cf-4937-af08-41751becbd81" providerId="ADAL" clId="{14545ECC-1A6B-4361-AEC6-CF9B25523479}" dt="2022-12-04T22:30:41.978" v="3562" actId="478"/>
          <ac:picMkLst>
            <pc:docMk/>
            <pc:sldMk cId="914659176" sldId="893"/>
            <ac:picMk id="10" creationId="{F5669583-7FB1-FC4D-1EB4-ADE2F6182FA2}"/>
          </ac:picMkLst>
        </pc:picChg>
        <pc:picChg chg="add mod">
          <ac:chgData name="Daphne Economou" userId="d065a339-36cf-4937-af08-41751becbd81" providerId="ADAL" clId="{14545ECC-1A6B-4361-AEC6-CF9B25523479}" dt="2022-12-04T22:31:51.851" v="3567" actId="1076"/>
          <ac:picMkLst>
            <pc:docMk/>
            <pc:sldMk cId="914659176" sldId="893"/>
            <ac:picMk id="11" creationId="{C247C2EA-3654-4596-9C14-B440EF16E71A}"/>
          </ac:picMkLst>
        </pc:picChg>
        <pc:picChg chg="del mod">
          <ac:chgData name="Daphne Economou" userId="d065a339-36cf-4937-af08-41751becbd81" providerId="ADAL" clId="{14545ECC-1A6B-4361-AEC6-CF9B25523479}" dt="2022-12-04T22:31:47.433" v="3564" actId="478"/>
          <ac:picMkLst>
            <pc:docMk/>
            <pc:sldMk cId="914659176" sldId="893"/>
            <ac:picMk id="12" creationId="{8A0783CA-6A5F-E34F-EFC9-FE88D62D015F}"/>
          </ac:picMkLst>
        </pc:picChg>
        <pc:picChg chg="add mod">
          <ac:chgData name="Daphne Economou" userId="d065a339-36cf-4937-af08-41751becbd81" providerId="ADAL" clId="{14545ECC-1A6B-4361-AEC6-CF9B25523479}" dt="2022-12-04T22:32:25.899" v="3572" actId="1076"/>
          <ac:picMkLst>
            <pc:docMk/>
            <pc:sldMk cId="914659176" sldId="893"/>
            <ac:picMk id="14" creationId="{434EA747-E01A-7040-674E-BFDB35E963B9}"/>
          </ac:picMkLst>
        </pc:picChg>
      </pc:sldChg>
      <pc:sldChg chg="addSp delSp modSp new mod">
        <pc:chgData name="Daphne Economou" userId="d065a339-36cf-4937-af08-41751becbd81" providerId="ADAL" clId="{14545ECC-1A6B-4361-AEC6-CF9B25523479}" dt="2022-12-04T22:57:21.796" v="3685" actId="1076"/>
        <pc:sldMkLst>
          <pc:docMk/>
          <pc:sldMk cId="600117647" sldId="894"/>
        </pc:sldMkLst>
        <pc:spChg chg="mod">
          <ac:chgData name="Daphne Economou" userId="d065a339-36cf-4937-af08-41751becbd81" providerId="ADAL" clId="{14545ECC-1A6B-4361-AEC6-CF9B25523479}" dt="2022-12-04T22:48:56.114" v="3675" actId="14100"/>
          <ac:spMkLst>
            <pc:docMk/>
            <pc:sldMk cId="600117647" sldId="894"/>
            <ac:spMk id="2" creationId="{7692E874-41A8-3A97-3DA2-5B14E0FA4146}"/>
          </ac:spMkLst>
        </pc:spChg>
        <pc:spChg chg="del">
          <ac:chgData name="Daphne Economou" userId="d065a339-36cf-4937-af08-41751becbd81" providerId="ADAL" clId="{14545ECC-1A6B-4361-AEC6-CF9B25523479}" dt="2022-12-04T22:46:22.638" v="3635"/>
          <ac:spMkLst>
            <pc:docMk/>
            <pc:sldMk cId="600117647" sldId="894"/>
            <ac:spMk id="3" creationId="{D17DFAFE-612F-7A35-7E06-4BF807107938}"/>
          </ac:spMkLst>
        </pc:spChg>
        <pc:graphicFrameChg chg="add mod modGraphic">
          <ac:chgData name="Daphne Economou" userId="d065a339-36cf-4937-af08-41751becbd81" providerId="ADAL" clId="{14545ECC-1A6B-4361-AEC6-CF9B25523479}" dt="2022-12-04T22:57:21.796" v="3685" actId="1076"/>
          <ac:graphicFrameMkLst>
            <pc:docMk/>
            <pc:sldMk cId="600117647" sldId="894"/>
            <ac:graphicFrameMk id="6" creationId="{5827C514-E411-ADC3-2085-96EF8C775F84}"/>
          </ac:graphicFrameMkLst>
        </pc:graphicFrameChg>
        <pc:picChg chg="add del mod">
          <ac:chgData name="Daphne Economou" userId="d065a339-36cf-4937-af08-41751becbd81" providerId="ADAL" clId="{14545ECC-1A6B-4361-AEC6-CF9B25523479}" dt="2022-12-04T22:57:19.289" v="3684" actId="478"/>
          <ac:picMkLst>
            <pc:docMk/>
            <pc:sldMk cId="600117647" sldId="894"/>
            <ac:picMk id="8" creationId="{F3AC22A7-DBF0-2684-3F9A-855EC00A2A4D}"/>
          </ac:picMkLst>
        </pc:picChg>
        <pc:picChg chg="add del mod">
          <ac:chgData name="Daphne Economou" userId="d065a339-36cf-4937-af08-41751becbd81" providerId="ADAL" clId="{14545ECC-1A6B-4361-AEC6-CF9B25523479}" dt="2022-12-04T22:57:18.537" v="3683" actId="478"/>
          <ac:picMkLst>
            <pc:docMk/>
            <pc:sldMk cId="600117647" sldId="894"/>
            <ac:picMk id="10" creationId="{6EC68A41-5B0B-DFE2-3DF6-15C4CE6CA3C8}"/>
          </ac:picMkLst>
        </pc:picChg>
      </pc:sldChg>
      <pc:sldChg chg="addSp delSp modSp add mod">
        <pc:chgData name="Daphne Economou" userId="d065a339-36cf-4937-af08-41751becbd81" providerId="ADAL" clId="{14545ECC-1A6B-4361-AEC6-CF9B25523479}" dt="2022-12-04T23:04:36.626" v="3756" actId="1076"/>
        <pc:sldMkLst>
          <pc:docMk/>
          <pc:sldMk cId="535836944" sldId="895"/>
        </pc:sldMkLst>
        <pc:spChg chg="add del mod">
          <ac:chgData name="Daphne Economou" userId="d065a339-36cf-4937-af08-41751becbd81" providerId="ADAL" clId="{14545ECC-1A6B-4361-AEC6-CF9B25523479}" dt="2022-12-04T23:04:32.520" v="3755" actId="478"/>
          <ac:spMkLst>
            <pc:docMk/>
            <pc:sldMk cId="535836944" sldId="895"/>
            <ac:spMk id="7" creationId="{3AF5C0D7-C370-E19A-722A-DAA78D6345F7}"/>
          </ac:spMkLst>
        </pc:spChg>
        <pc:graphicFrameChg chg="del">
          <ac:chgData name="Daphne Economou" userId="d065a339-36cf-4937-af08-41751becbd81" providerId="ADAL" clId="{14545ECC-1A6B-4361-AEC6-CF9B25523479}" dt="2022-12-04T22:57:25.611" v="3686" actId="478"/>
          <ac:graphicFrameMkLst>
            <pc:docMk/>
            <pc:sldMk cId="535836944" sldId="895"/>
            <ac:graphicFrameMk id="6" creationId="{5827C514-E411-ADC3-2085-96EF8C775F84}"/>
          </ac:graphicFrameMkLst>
        </pc:graphicFrameChg>
        <pc:picChg chg="mod">
          <ac:chgData name="Daphne Economou" userId="d065a339-36cf-4937-af08-41751becbd81" providerId="ADAL" clId="{14545ECC-1A6B-4361-AEC6-CF9B25523479}" dt="2022-12-04T23:04:36.626" v="3756" actId="1076"/>
          <ac:picMkLst>
            <pc:docMk/>
            <pc:sldMk cId="535836944" sldId="895"/>
            <ac:picMk id="10" creationId="{6EC68A41-5B0B-DFE2-3DF6-15C4CE6CA3C8}"/>
          </ac:picMkLst>
        </pc:picChg>
      </pc:sldChg>
      <pc:sldChg chg="modSp new mod">
        <pc:chgData name="Daphne Economou" userId="d065a339-36cf-4937-af08-41751becbd81" providerId="ADAL" clId="{14545ECC-1A6B-4361-AEC6-CF9B25523479}" dt="2022-12-04T22:59:35.311" v="3733" actId="27636"/>
        <pc:sldMkLst>
          <pc:docMk/>
          <pc:sldMk cId="4242284123" sldId="896"/>
        </pc:sldMkLst>
        <pc:spChg chg="mod">
          <ac:chgData name="Daphne Economou" userId="d065a339-36cf-4937-af08-41751becbd81" providerId="ADAL" clId="{14545ECC-1A6B-4361-AEC6-CF9B25523479}" dt="2022-12-04T22:58:20.315" v="3696" actId="1076"/>
          <ac:spMkLst>
            <pc:docMk/>
            <pc:sldMk cId="4242284123" sldId="896"/>
            <ac:spMk id="2" creationId="{8D9ED40E-3250-2054-172E-4FEA1CBFFB11}"/>
          </ac:spMkLst>
        </pc:spChg>
        <pc:spChg chg="mod">
          <ac:chgData name="Daphne Economou" userId="d065a339-36cf-4937-af08-41751becbd81" providerId="ADAL" clId="{14545ECC-1A6B-4361-AEC6-CF9B25523479}" dt="2022-12-04T22:59:35.311" v="3733" actId="27636"/>
          <ac:spMkLst>
            <pc:docMk/>
            <pc:sldMk cId="4242284123" sldId="896"/>
            <ac:spMk id="3" creationId="{12F8D443-3BA1-D28C-6EB4-305F7B564A95}"/>
          </ac:spMkLst>
        </pc:spChg>
      </pc:sldChg>
      <pc:sldChg chg="addSp modSp new mod">
        <pc:chgData name="Daphne Economou" userId="d065a339-36cf-4937-af08-41751becbd81" providerId="ADAL" clId="{14545ECC-1A6B-4361-AEC6-CF9B25523479}" dt="2022-12-04T23:06:32.040" v="3778" actId="14100"/>
        <pc:sldMkLst>
          <pc:docMk/>
          <pc:sldMk cId="1222877473" sldId="897"/>
        </pc:sldMkLst>
        <pc:spChg chg="mod">
          <ac:chgData name="Daphne Economou" userId="d065a339-36cf-4937-af08-41751becbd81" providerId="ADAL" clId="{14545ECC-1A6B-4361-AEC6-CF9B25523479}" dt="2022-12-04T23:06:32.040" v="3778" actId="14100"/>
          <ac:spMkLst>
            <pc:docMk/>
            <pc:sldMk cId="1222877473" sldId="897"/>
            <ac:spMk id="2" creationId="{C3CC4BD1-9B7F-72C3-B319-C8244EC8232A}"/>
          </ac:spMkLst>
        </pc:spChg>
        <pc:picChg chg="add mod">
          <ac:chgData name="Daphne Economou" userId="d065a339-36cf-4937-af08-41751becbd81" providerId="ADAL" clId="{14545ECC-1A6B-4361-AEC6-CF9B25523479}" dt="2022-12-04T23:02:36.299" v="3737" actId="1076"/>
          <ac:picMkLst>
            <pc:docMk/>
            <pc:sldMk cId="1222877473" sldId="897"/>
            <ac:picMk id="7" creationId="{DBA7865C-8208-D90C-9E34-E054DCE077F6}"/>
          </ac:picMkLst>
        </pc:picChg>
        <pc:picChg chg="add mod">
          <ac:chgData name="Daphne Economou" userId="d065a339-36cf-4937-af08-41751becbd81" providerId="ADAL" clId="{14545ECC-1A6B-4361-AEC6-CF9B25523479}" dt="2022-12-04T23:04:08.411" v="3751" actId="1076"/>
          <ac:picMkLst>
            <pc:docMk/>
            <pc:sldMk cId="1222877473" sldId="897"/>
            <ac:picMk id="9" creationId="{3FB2FB71-4D54-35A5-F558-67C641668C10}"/>
          </ac:picMkLst>
        </pc:picChg>
        <pc:picChg chg="add mod">
          <ac:chgData name="Daphne Economou" userId="d065a339-36cf-4937-af08-41751becbd81" providerId="ADAL" clId="{14545ECC-1A6B-4361-AEC6-CF9B25523479}" dt="2022-12-04T23:04:10.174" v="3752" actId="1076"/>
          <ac:picMkLst>
            <pc:docMk/>
            <pc:sldMk cId="1222877473" sldId="897"/>
            <ac:picMk id="11" creationId="{E5B5794B-8B3C-5F5B-97B5-043E8EE228DC}"/>
          </ac:picMkLst>
        </pc:picChg>
      </pc:sldChg>
      <pc:sldChg chg="addSp delSp modSp new mod">
        <pc:chgData name="Daphne Economou" userId="d065a339-36cf-4937-af08-41751becbd81" providerId="ADAL" clId="{14545ECC-1A6B-4361-AEC6-CF9B25523479}" dt="2022-12-04T23:09:16.556" v="3813" actId="1076"/>
        <pc:sldMkLst>
          <pc:docMk/>
          <pc:sldMk cId="3110124953" sldId="898"/>
        </pc:sldMkLst>
        <pc:spChg chg="del">
          <ac:chgData name="Daphne Economou" userId="d065a339-36cf-4937-af08-41751becbd81" providerId="ADAL" clId="{14545ECC-1A6B-4361-AEC6-CF9B25523479}" dt="2022-12-04T23:05:36.504" v="3764" actId="478"/>
          <ac:spMkLst>
            <pc:docMk/>
            <pc:sldMk cId="3110124953" sldId="898"/>
            <ac:spMk id="2" creationId="{A4B42372-021C-F0C6-AB43-596296541CA9}"/>
          </ac:spMkLst>
        </pc:spChg>
        <pc:spChg chg="add del mod">
          <ac:chgData name="Daphne Economou" userId="d065a339-36cf-4937-af08-41751becbd81" providerId="ADAL" clId="{14545ECC-1A6B-4361-AEC6-CF9B25523479}" dt="2022-12-04T23:06:37.647" v="3779" actId="478"/>
          <ac:spMkLst>
            <pc:docMk/>
            <pc:sldMk cId="3110124953" sldId="898"/>
            <ac:spMk id="8" creationId="{C20E317E-36E1-B8B1-F190-5212229A2725}"/>
          </ac:spMkLst>
        </pc:spChg>
        <pc:spChg chg="add mod">
          <ac:chgData name="Daphne Economou" userId="d065a339-36cf-4937-af08-41751becbd81" providerId="ADAL" clId="{14545ECC-1A6B-4361-AEC6-CF9B25523479}" dt="2022-12-04T23:06:58.094" v="3785" actId="14100"/>
          <ac:spMkLst>
            <pc:docMk/>
            <pc:sldMk cId="3110124953" sldId="898"/>
            <ac:spMk id="9" creationId="{68A6DA21-FFB4-97D5-1499-91A3B0D4859B}"/>
          </ac:spMkLst>
        </pc:spChg>
        <pc:spChg chg="add del mod">
          <ac:chgData name="Daphne Economou" userId="d065a339-36cf-4937-af08-41751becbd81" providerId="ADAL" clId="{14545ECC-1A6B-4361-AEC6-CF9B25523479}" dt="2022-12-04T23:07:41.763" v="3794" actId="478"/>
          <ac:spMkLst>
            <pc:docMk/>
            <pc:sldMk cId="3110124953" sldId="898"/>
            <ac:spMk id="10" creationId="{AD5C58B8-5C6D-5A92-F6E3-B347917AFE96}"/>
          </ac:spMkLst>
        </pc:spChg>
        <pc:spChg chg="add mod">
          <ac:chgData name="Daphne Economou" userId="d065a339-36cf-4937-af08-41751becbd81" providerId="ADAL" clId="{14545ECC-1A6B-4361-AEC6-CF9B25523479}" dt="2022-12-04T23:07:47.901" v="3796" actId="14100"/>
          <ac:spMkLst>
            <pc:docMk/>
            <pc:sldMk cId="3110124953" sldId="898"/>
            <ac:spMk id="11" creationId="{FA30C235-0B03-26B3-942E-DB1EACE2AFA9}"/>
          </ac:spMkLst>
        </pc:spChg>
        <pc:spChg chg="add mod">
          <ac:chgData name="Daphne Economou" userId="d065a339-36cf-4937-af08-41751becbd81" providerId="ADAL" clId="{14545ECC-1A6B-4361-AEC6-CF9B25523479}" dt="2022-12-04T23:07:58.625" v="3799" actId="14100"/>
          <ac:spMkLst>
            <pc:docMk/>
            <pc:sldMk cId="3110124953" sldId="898"/>
            <ac:spMk id="12" creationId="{7A6BA0BB-C27C-0D3D-45BF-FD3541D87580}"/>
          </ac:spMkLst>
        </pc:spChg>
        <pc:spChg chg="add mod">
          <ac:chgData name="Daphne Economou" userId="d065a339-36cf-4937-af08-41751becbd81" providerId="ADAL" clId="{14545ECC-1A6B-4361-AEC6-CF9B25523479}" dt="2022-12-04T23:09:16.556" v="3813" actId="1076"/>
          <ac:spMkLst>
            <pc:docMk/>
            <pc:sldMk cId="3110124953" sldId="898"/>
            <ac:spMk id="13" creationId="{6C006257-5E8B-B147-C533-AD297E33E48B}"/>
          </ac:spMkLst>
        </pc:spChg>
        <pc:picChg chg="add mod">
          <ac:chgData name="Daphne Economou" userId="d065a339-36cf-4937-af08-41751becbd81" providerId="ADAL" clId="{14545ECC-1A6B-4361-AEC6-CF9B25523479}" dt="2022-12-04T23:07:03.990" v="3787" actId="1076"/>
          <ac:picMkLst>
            <pc:docMk/>
            <pc:sldMk cId="3110124953" sldId="898"/>
            <ac:picMk id="7" creationId="{A22B9E9D-4BEC-57EE-A605-919C4F04346C}"/>
          </ac:picMkLst>
        </pc:picChg>
      </pc:sldChg>
      <pc:sldChg chg="modSp new mod">
        <pc:chgData name="Daphne Economou" userId="d065a339-36cf-4937-af08-41751becbd81" providerId="ADAL" clId="{14545ECC-1A6B-4361-AEC6-CF9B25523479}" dt="2022-12-04T23:14:56.939" v="3824" actId="404"/>
        <pc:sldMkLst>
          <pc:docMk/>
          <pc:sldMk cId="3900253098" sldId="899"/>
        </pc:sldMkLst>
        <pc:spChg chg="mod">
          <ac:chgData name="Daphne Economou" userId="d065a339-36cf-4937-af08-41751becbd81" providerId="ADAL" clId="{14545ECC-1A6B-4361-AEC6-CF9B25523479}" dt="2022-12-04T23:09:52.800" v="3818" actId="1076"/>
          <ac:spMkLst>
            <pc:docMk/>
            <pc:sldMk cId="3900253098" sldId="899"/>
            <ac:spMk id="2" creationId="{49537EC4-54D4-A86B-3FF0-7390DF76BE59}"/>
          </ac:spMkLst>
        </pc:spChg>
        <pc:spChg chg="mod">
          <ac:chgData name="Daphne Economou" userId="d065a339-36cf-4937-af08-41751becbd81" providerId="ADAL" clId="{14545ECC-1A6B-4361-AEC6-CF9B25523479}" dt="2022-12-04T23:14:56.939" v="3824" actId="404"/>
          <ac:spMkLst>
            <pc:docMk/>
            <pc:sldMk cId="3900253098" sldId="899"/>
            <ac:spMk id="3" creationId="{18D4103B-ED6A-06E5-288D-73A557DEA9DF}"/>
          </ac:spMkLst>
        </pc:spChg>
      </pc:sldChg>
      <pc:sldChg chg="addSp delSp modSp new mod">
        <pc:chgData name="Daphne Economou" userId="d065a339-36cf-4937-af08-41751becbd81" providerId="ADAL" clId="{14545ECC-1A6B-4361-AEC6-CF9B25523479}" dt="2022-12-04T23:17:18.748" v="3844" actId="1076"/>
        <pc:sldMkLst>
          <pc:docMk/>
          <pc:sldMk cId="2532550261" sldId="900"/>
        </pc:sldMkLst>
        <pc:spChg chg="mod">
          <ac:chgData name="Daphne Economou" userId="d065a339-36cf-4937-af08-41751becbd81" providerId="ADAL" clId="{14545ECC-1A6B-4361-AEC6-CF9B25523479}" dt="2022-12-04T23:17:18.748" v="3844" actId="1076"/>
          <ac:spMkLst>
            <pc:docMk/>
            <pc:sldMk cId="2532550261" sldId="900"/>
            <ac:spMk id="2" creationId="{8984E897-D368-BEF9-17EB-3F1DFF6ECEAC}"/>
          </ac:spMkLst>
        </pc:spChg>
        <pc:spChg chg="del">
          <ac:chgData name="Daphne Economou" userId="d065a339-36cf-4937-af08-41751becbd81" providerId="ADAL" clId="{14545ECC-1A6B-4361-AEC6-CF9B25523479}" dt="2022-12-04T23:15:07.297" v="3826"/>
          <ac:spMkLst>
            <pc:docMk/>
            <pc:sldMk cId="2532550261" sldId="900"/>
            <ac:spMk id="3" creationId="{91D7847B-7B84-B129-2B2F-0B524997CD9E}"/>
          </ac:spMkLst>
        </pc:spChg>
        <pc:graphicFrameChg chg="add mod modGraphic">
          <ac:chgData name="Daphne Economou" userId="d065a339-36cf-4937-af08-41751becbd81" providerId="ADAL" clId="{14545ECC-1A6B-4361-AEC6-CF9B25523479}" dt="2022-12-04T23:15:31.801" v="3835" actId="1076"/>
          <ac:graphicFrameMkLst>
            <pc:docMk/>
            <pc:sldMk cId="2532550261" sldId="900"/>
            <ac:graphicFrameMk id="6" creationId="{07465FC6-1E6C-07CC-1A70-D698299D865D}"/>
          </ac:graphicFrameMkLst>
        </pc:graphicFrameChg>
      </pc:sldChg>
      <pc:sldChg chg="addSp delSp modSp new mod">
        <pc:chgData name="Daphne Economou" userId="d065a339-36cf-4937-af08-41751becbd81" providerId="ADAL" clId="{14545ECC-1A6B-4361-AEC6-CF9B25523479}" dt="2022-12-04T23:17:31.340" v="3849" actId="1076"/>
        <pc:sldMkLst>
          <pc:docMk/>
          <pc:sldMk cId="4259966867" sldId="901"/>
        </pc:sldMkLst>
        <pc:spChg chg="del">
          <ac:chgData name="Daphne Economou" userId="d065a339-36cf-4937-af08-41751becbd81" providerId="ADAL" clId="{14545ECC-1A6B-4361-AEC6-CF9B25523479}" dt="2022-12-04T23:17:25.612" v="3845" actId="478"/>
          <ac:spMkLst>
            <pc:docMk/>
            <pc:sldMk cId="4259966867" sldId="901"/>
            <ac:spMk id="2" creationId="{17EA8C6A-E01B-F128-1A2C-BD9F26410552}"/>
          </ac:spMkLst>
        </pc:spChg>
        <pc:spChg chg="add mod">
          <ac:chgData name="Daphne Economou" userId="d065a339-36cf-4937-af08-41751becbd81" providerId="ADAL" clId="{14545ECC-1A6B-4361-AEC6-CF9B25523479}" dt="2022-12-04T23:17:25.964" v="3846"/>
          <ac:spMkLst>
            <pc:docMk/>
            <pc:sldMk cId="4259966867" sldId="901"/>
            <ac:spMk id="10" creationId="{F2CB1801-E00E-0AA6-860B-97512D3DDBE8}"/>
          </ac:spMkLst>
        </pc:spChg>
        <pc:picChg chg="add mod">
          <ac:chgData name="Daphne Economou" userId="d065a339-36cf-4937-af08-41751becbd81" providerId="ADAL" clId="{14545ECC-1A6B-4361-AEC6-CF9B25523479}" dt="2022-12-04T23:17:30.208" v="3848" actId="1076"/>
          <ac:picMkLst>
            <pc:docMk/>
            <pc:sldMk cId="4259966867" sldId="901"/>
            <ac:picMk id="7" creationId="{E0536669-37A3-A10A-B9B6-714EBD22FBBF}"/>
          </ac:picMkLst>
        </pc:picChg>
        <pc:picChg chg="add mod">
          <ac:chgData name="Daphne Economou" userId="d065a339-36cf-4937-af08-41751becbd81" providerId="ADAL" clId="{14545ECC-1A6B-4361-AEC6-CF9B25523479}" dt="2022-12-04T23:17:31.340" v="3849" actId="1076"/>
          <ac:picMkLst>
            <pc:docMk/>
            <pc:sldMk cId="4259966867" sldId="901"/>
            <ac:picMk id="9" creationId="{480E031C-B64C-45EF-3274-003C8F1A2F2E}"/>
          </ac:picMkLst>
        </pc:picChg>
      </pc:sldChg>
      <pc:sldChg chg="addSp delSp modSp new mod">
        <pc:chgData name="Daphne Economou" userId="d065a339-36cf-4937-af08-41751becbd81" providerId="ADAL" clId="{14545ECC-1A6B-4361-AEC6-CF9B25523479}" dt="2022-12-04T23:20:59.793" v="3860"/>
        <pc:sldMkLst>
          <pc:docMk/>
          <pc:sldMk cId="33712565" sldId="902"/>
        </pc:sldMkLst>
        <pc:spChg chg="del">
          <ac:chgData name="Daphne Economou" userId="d065a339-36cf-4937-af08-41751becbd81" providerId="ADAL" clId="{14545ECC-1A6B-4361-AEC6-CF9B25523479}" dt="2022-12-04T23:20:59.145" v="3859" actId="478"/>
          <ac:spMkLst>
            <pc:docMk/>
            <pc:sldMk cId="33712565" sldId="902"/>
            <ac:spMk id="2" creationId="{517F00DC-6F77-82F6-6DF0-FD998533503E}"/>
          </ac:spMkLst>
        </pc:spChg>
        <pc:spChg chg="add mod">
          <ac:chgData name="Daphne Economou" userId="d065a339-36cf-4937-af08-41751becbd81" providerId="ADAL" clId="{14545ECC-1A6B-4361-AEC6-CF9B25523479}" dt="2022-12-04T23:20:59.793" v="3860"/>
          <ac:spMkLst>
            <pc:docMk/>
            <pc:sldMk cId="33712565" sldId="902"/>
            <ac:spMk id="10" creationId="{AF662E9F-B881-5890-F9B5-7998DF5FBFC6}"/>
          </ac:spMkLst>
        </pc:spChg>
        <pc:picChg chg="add mod">
          <ac:chgData name="Daphne Economou" userId="d065a339-36cf-4937-af08-41751becbd81" providerId="ADAL" clId="{14545ECC-1A6B-4361-AEC6-CF9B25523479}" dt="2022-12-04T23:20:51.193" v="3857" actId="1076"/>
          <ac:picMkLst>
            <pc:docMk/>
            <pc:sldMk cId="33712565" sldId="902"/>
            <ac:picMk id="7" creationId="{1037BB4F-A373-7DC9-569B-18BDF8C53DA0}"/>
          </ac:picMkLst>
        </pc:picChg>
        <pc:picChg chg="add mod">
          <ac:chgData name="Daphne Economou" userId="d065a339-36cf-4937-af08-41751becbd81" providerId="ADAL" clId="{14545ECC-1A6B-4361-AEC6-CF9B25523479}" dt="2022-12-04T23:20:52.367" v="3858" actId="1076"/>
          <ac:picMkLst>
            <pc:docMk/>
            <pc:sldMk cId="33712565" sldId="902"/>
            <ac:picMk id="9" creationId="{1916BA04-9005-7041-C9B2-7D8B2F40D56C}"/>
          </ac:picMkLst>
        </pc:picChg>
      </pc:sldChg>
      <pc:sldChg chg="addSp delSp modSp new mod">
        <pc:chgData name="Daphne Economou" userId="d065a339-36cf-4937-af08-41751becbd81" providerId="ADAL" clId="{14545ECC-1A6B-4361-AEC6-CF9B25523479}" dt="2022-12-04T23:22:48.893" v="3881" actId="1076"/>
        <pc:sldMkLst>
          <pc:docMk/>
          <pc:sldMk cId="3328638597" sldId="903"/>
        </pc:sldMkLst>
        <pc:spChg chg="del">
          <ac:chgData name="Daphne Economou" userId="d065a339-36cf-4937-af08-41751becbd81" providerId="ADAL" clId="{14545ECC-1A6B-4361-AEC6-CF9B25523479}" dt="2022-12-04T23:21:36.135" v="3867" actId="478"/>
          <ac:spMkLst>
            <pc:docMk/>
            <pc:sldMk cId="3328638597" sldId="903"/>
            <ac:spMk id="2" creationId="{3358EEAA-00B1-891D-F953-A49B1348A1D0}"/>
          </ac:spMkLst>
        </pc:spChg>
        <pc:spChg chg="del">
          <ac:chgData name="Daphne Economou" userId="d065a339-36cf-4937-af08-41751becbd81" providerId="ADAL" clId="{14545ECC-1A6B-4361-AEC6-CF9B25523479}" dt="2022-12-04T23:21:40.997" v="3869" actId="478"/>
          <ac:spMkLst>
            <pc:docMk/>
            <pc:sldMk cId="3328638597" sldId="903"/>
            <ac:spMk id="3" creationId="{D01D84C8-F2BE-6F49-2B0C-C4B2D4DB4361}"/>
          </ac:spMkLst>
        </pc:spChg>
        <pc:spChg chg="add del mod">
          <ac:chgData name="Daphne Economou" userId="d065a339-36cf-4937-af08-41751becbd81" providerId="ADAL" clId="{14545ECC-1A6B-4361-AEC6-CF9B25523479}" dt="2022-12-04T23:21:34.943" v="3866" actId="478"/>
          <ac:spMkLst>
            <pc:docMk/>
            <pc:sldMk cId="3328638597" sldId="903"/>
            <ac:spMk id="8" creationId="{C4544174-AE35-A600-A713-83F46361AA67}"/>
          </ac:spMkLst>
        </pc:spChg>
        <pc:spChg chg="add mod">
          <ac:chgData name="Daphne Economou" userId="d065a339-36cf-4937-af08-41751becbd81" providerId="ADAL" clId="{14545ECC-1A6B-4361-AEC6-CF9B25523479}" dt="2022-12-04T23:21:37.302" v="3868"/>
          <ac:spMkLst>
            <pc:docMk/>
            <pc:sldMk cId="3328638597" sldId="903"/>
            <ac:spMk id="9" creationId="{1AD43A71-B406-FC81-AC32-003280261917}"/>
          </ac:spMkLst>
        </pc:spChg>
        <pc:spChg chg="add mod ord">
          <ac:chgData name="Daphne Economou" userId="d065a339-36cf-4937-af08-41751becbd81" providerId="ADAL" clId="{14545ECC-1A6B-4361-AEC6-CF9B25523479}" dt="2022-12-04T23:22:45.236" v="3880" actId="1076"/>
          <ac:spMkLst>
            <pc:docMk/>
            <pc:sldMk cId="3328638597" sldId="903"/>
            <ac:spMk id="10" creationId="{10D65974-A4D5-7815-7DC7-ABE86170740E}"/>
          </ac:spMkLst>
        </pc:spChg>
        <pc:picChg chg="add mod">
          <ac:chgData name="Daphne Economou" userId="d065a339-36cf-4937-af08-41751becbd81" providerId="ADAL" clId="{14545ECC-1A6B-4361-AEC6-CF9B25523479}" dt="2022-12-04T23:22:48.893" v="3881" actId="1076"/>
          <ac:picMkLst>
            <pc:docMk/>
            <pc:sldMk cId="3328638597" sldId="903"/>
            <ac:picMk id="7" creationId="{56D51FD9-4C7B-6BE3-8A86-096C714B1C97}"/>
          </ac:picMkLst>
        </pc:picChg>
      </pc:sldChg>
      <pc:sldChg chg="add del">
        <pc:chgData name="Daphne Economou" userId="d065a339-36cf-4937-af08-41751becbd81" providerId="ADAL" clId="{14545ECC-1A6B-4361-AEC6-CF9B25523479}" dt="2022-12-04T23:32:17.529" v="3899" actId="47"/>
        <pc:sldMkLst>
          <pc:docMk/>
          <pc:sldMk cId="3128408155" sldId="904"/>
        </pc:sldMkLst>
      </pc:sldChg>
    </pc:docChg>
  </pc:docChgLst>
  <pc:docChgLst>
    <pc:chgData name="Daphne Economou" userId="d065a339-36cf-4937-af08-41751becbd81" providerId="ADAL" clId="{D77DA4D0-DAE3-4492-81BC-56C23F50F860}"/>
    <pc:docChg chg="undo custSel addSld delSld modSld">
      <pc:chgData name="Daphne Economou" userId="d065a339-36cf-4937-af08-41751becbd81" providerId="ADAL" clId="{D77DA4D0-DAE3-4492-81BC-56C23F50F860}" dt="2023-11-24T11:05:40.815" v="1023" actId="962"/>
      <pc:docMkLst>
        <pc:docMk/>
      </pc:docMkLst>
      <pc:sldChg chg="modSp mod">
        <pc:chgData name="Daphne Economou" userId="d065a339-36cf-4937-af08-41751becbd81" providerId="ADAL" clId="{D77DA4D0-DAE3-4492-81BC-56C23F50F860}" dt="2023-11-24T00:14:27.346" v="0" actId="20577"/>
        <pc:sldMkLst>
          <pc:docMk/>
          <pc:sldMk cId="0" sldId="443"/>
        </pc:sldMkLst>
        <pc:spChg chg="mod">
          <ac:chgData name="Daphne Economou" userId="d065a339-36cf-4937-af08-41751becbd81" providerId="ADAL" clId="{D77DA4D0-DAE3-4492-81BC-56C23F50F860}" dt="2023-11-24T00:14:27.346" v="0" actId="20577"/>
          <ac:spMkLst>
            <pc:docMk/>
            <pc:sldMk cId="0" sldId="443"/>
            <ac:spMk id="3" creationId="{00000000-0000-0000-0000-000000000000}"/>
          </ac:spMkLst>
        </pc:spChg>
      </pc:sldChg>
      <pc:sldChg chg="modSp mod">
        <pc:chgData name="Daphne Economou" userId="d065a339-36cf-4937-af08-41751becbd81" providerId="ADAL" clId="{D77DA4D0-DAE3-4492-81BC-56C23F50F860}" dt="2023-11-24T08:23:44.838" v="8" actId="20577"/>
        <pc:sldMkLst>
          <pc:docMk/>
          <pc:sldMk cId="0" sldId="499"/>
        </pc:sldMkLst>
        <pc:spChg chg="mod">
          <ac:chgData name="Daphne Economou" userId="d065a339-36cf-4937-af08-41751becbd81" providerId="ADAL" clId="{D77DA4D0-DAE3-4492-81BC-56C23F50F860}" dt="2023-11-24T08:23:44.838" v="8" actId="20577"/>
          <ac:spMkLst>
            <pc:docMk/>
            <pc:sldMk cId="0" sldId="499"/>
            <ac:spMk id="157699" creationId="{00000000-0000-0000-0000-000000000000}"/>
          </ac:spMkLst>
        </pc:spChg>
      </pc:sldChg>
      <pc:sldChg chg="modSp add mod">
        <pc:chgData name="Daphne Economou" userId="d065a339-36cf-4937-af08-41751becbd81" providerId="ADAL" clId="{D77DA4D0-DAE3-4492-81BC-56C23F50F860}" dt="2023-11-24T08:25:14.738" v="12" actId="14100"/>
        <pc:sldMkLst>
          <pc:docMk/>
          <pc:sldMk cId="156445025" sldId="783"/>
        </pc:sldMkLst>
        <pc:inkChg chg="mod">
          <ac:chgData name="Daphne Economou" userId="d065a339-36cf-4937-af08-41751becbd81" providerId="ADAL" clId="{D77DA4D0-DAE3-4492-81BC-56C23F50F860}" dt="2023-11-24T08:25:14.738" v="12" actId="14100"/>
          <ac:inkMkLst>
            <pc:docMk/>
            <pc:sldMk cId="156445025" sldId="783"/>
            <ac:inkMk id="9" creationId="{3B97C949-4A46-E999-17D9-ADCB60C35BDB}"/>
          </ac:inkMkLst>
        </pc:inkChg>
      </pc:sldChg>
      <pc:sldChg chg="delSp add del mod">
        <pc:chgData name="Daphne Economou" userId="d065a339-36cf-4937-af08-41751becbd81" providerId="ADAL" clId="{D77DA4D0-DAE3-4492-81BC-56C23F50F860}" dt="2023-11-24T08:35:18.947" v="26" actId="478"/>
        <pc:sldMkLst>
          <pc:docMk/>
          <pc:sldMk cId="1874153522" sldId="831"/>
        </pc:sldMkLst>
        <pc:grpChg chg="del">
          <ac:chgData name="Daphne Economou" userId="d065a339-36cf-4937-af08-41751becbd81" providerId="ADAL" clId="{D77DA4D0-DAE3-4492-81BC-56C23F50F860}" dt="2023-11-24T08:35:15.787" v="24" actId="478"/>
          <ac:grpSpMkLst>
            <pc:docMk/>
            <pc:sldMk cId="1874153522" sldId="831"/>
            <ac:grpSpMk id="11" creationId="{9BC67052-ED63-06A1-4C93-0AC0B25E3880}"/>
          </ac:grpSpMkLst>
        </pc:grpChg>
        <pc:grpChg chg="del">
          <ac:chgData name="Daphne Economou" userId="d065a339-36cf-4937-af08-41751becbd81" providerId="ADAL" clId="{D77DA4D0-DAE3-4492-81BC-56C23F50F860}" dt="2023-11-24T08:35:18.947" v="26" actId="478"/>
          <ac:grpSpMkLst>
            <pc:docMk/>
            <pc:sldMk cId="1874153522" sldId="831"/>
            <ac:grpSpMk id="15" creationId="{22C87219-7F2F-7CB0-985F-52EE42E89992}"/>
          </ac:grpSpMkLst>
        </pc:grpChg>
        <pc:inkChg chg="del">
          <ac:chgData name="Daphne Economou" userId="d065a339-36cf-4937-af08-41751becbd81" providerId="ADAL" clId="{D77DA4D0-DAE3-4492-81BC-56C23F50F860}" dt="2023-11-24T08:35:17.607" v="25" actId="478"/>
          <ac:inkMkLst>
            <pc:docMk/>
            <pc:sldMk cId="1874153522" sldId="831"/>
            <ac:inkMk id="12" creationId="{B8898467-E37F-181F-605D-5F3544A1C29E}"/>
          </ac:inkMkLst>
        </pc:inkChg>
      </pc:sldChg>
      <pc:sldChg chg="delSp modSp mod">
        <pc:chgData name="Daphne Economou" userId="d065a339-36cf-4937-af08-41751becbd81" providerId="ADAL" clId="{D77DA4D0-DAE3-4492-81BC-56C23F50F860}" dt="2023-11-24T08:31:45.118" v="22" actId="6549"/>
        <pc:sldMkLst>
          <pc:docMk/>
          <pc:sldMk cId="2725514350" sldId="840"/>
        </pc:sldMkLst>
        <pc:spChg chg="mod">
          <ac:chgData name="Daphne Economou" userId="d065a339-36cf-4937-af08-41751becbd81" providerId="ADAL" clId="{D77DA4D0-DAE3-4492-81BC-56C23F50F860}" dt="2023-11-24T08:31:45.118" v="22" actId="6549"/>
          <ac:spMkLst>
            <pc:docMk/>
            <pc:sldMk cId="2725514350" sldId="840"/>
            <ac:spMk id="7" creationId="{FEFFDF17-29AF-45F0-8752-3B12DBFF2F43}"/>
          </ac:spMkLst>
        </pc:spChg>
        <pc:inkChg chg="del">
          <ac:chgData name="Daphne Economou" userId="d065a339-36cf-4937-af08-41751becbd81" providerId="ADAL" clId="{D77DA4D0-DAE3-4492-81BC-56C23F50F860}" dt="2023-11-24T08:29:58.593" v="14" actId="478"/>
          <ac:inkMkLst>
            <pc:docMk/>
            <pc:sldMk cId="2725514350" sldId="840"/>
            <ac:inkMk id="13" creationId="{31462D4E-AC11-C74E-553C-ED977DF96E07}"/>
          </ac:inkMkLst>
        </pc:inkChg>
      </pc:sldChg>
      <pc:sldChg chg="modSp mod">
        <pc:chgData name="Daphne Economou" userId="d065a339-36cf-4937-af08-41751becbd81" providerId="ADAL" clId="{D77DA4D0-DAE3-4492-81BC-56C23F50F860}" dt="2023-11-24T10:24:10.079" v="215" actId="1076"/>
        <pc:sldMkLst>
          <pc:docMk/>
          <pc:sldMk cId="2794772234" sldId="864"/>
        </pc:sldMkLst>
        <pc:graphicFrameChg chg="mod">
          <ac:chgData name="Daphne Economou" userId="d065a339-36cf-4937-af08-41751becbd81" providerId="ADAL" clId="{D77DA4D0-DAE3-4492-81BC-56C23F50F860}" dt="2023-11-24T10:24:10.079" v="215" actId="1076"/>
          <ac:graphicFrameMkLst>
            <pc:docMk/>
            <pc:sldMk cId="2794772234" sldId="864"/>
            <ac:graphicFrameMk id="6" creationId="{6C3EF072-13AA-F352-E24D-CC7ED6446FAB}"/>
          </ac:graphicFrameMkLst>
        </pc:graphicFrameChg>
      </pc:sldChg>
      <pc:sldChg chg="modSp mod">
        <pc:chgData name="Daphne Economou" userId="d065a339-36cf-4937-af08-41751becbd81" providerId="ADAL" clId="{D77DA4D0-DAE3-4492-81BC-56C23F50F860}" dt="2023-11-24T10:55:40.087" v="241" actId="962"/>
        <pc:sldMkLst>
          <pc:docMk/>
          <pc:sldMk cId="3475975972" sldId="871"/>
        </pc:sldMkLst>
        <pc:picChg chg="mod">
          <ac:chgData name="Daphne Economou" userId="d065a339-36cf-4937-af08-41751becbd81" providerId="ADAL" clId="{D77DA4D0-DAE3-4492-81BC-56C23F50F860}" dt="2023-11-24T10:55:40.087" v="241" actId="962"/>
          <ac:picMkLst>
            <pc:docMk/>
            <pc:sldMk cId="3475975972" sldId="871"/>
            <ac:picMk id="8" creationId="{F9D9192D-9BF1-6CFD-EBC6-FE92B73EABF3}"/>
          </ac:picMkLst>
        </pc:picChg>
      </pc:sldChg>
      <pc:sldChg chg="addSp delSp modSp mod">
        <pc:chgData name="Daphne Economou" userId="d065a339-36cf-4937-af08-41751becbd81" providerId="ADAL" clId="{D77DA4D0-DAE3-4492-81BC-56C23F50F860}" dt="2023-11-24T10:57:03.836" v="403" actId="962"/>
        <pc:sldMkLst>
          <pc:docMk/>
          <pc:sldMk cId="89070578" sldId="872"/>
        </pc:sldMkLst>
        <pc:picChg chg="mod">
          <ac:chgData name="Daphne Economou" userId="d065a339-36cf-4937-af08-41751becbd81" providerId="ADAL" clId="{D77DA4D0-DAE3-4492-81BC-56C23F50F860}" dt="2023-11-24T10:56:51.189" v="387" actId="962"/>
          <ac:picMkLst>
            <pc:docMk/>
            <pc:sldMk cId="89070578" sldId="872"/>
            <ac:picMk id="8" creationId="{F9D9192D-9BF1-6CFD-EBC6-FE92B73EABF3}"/>
          </ac:picMkLst>
        </pc:picChg>
        <pc:picChg chg="add del mod">
          <ac:chgData name="Daphne Economou" userId="d065a339-36cf-4937-af08-41751becbd81" providerId="ADAL" clId="{D77DA4D0-DAE3-4492-81BC-56C23F50F860}" dt="2023-11-24T09:07:00.563" v="45" actId="478"/>
          <ac:picMkLst>
            <pc:docMk/>
            <pc:sldMk cId="89070578" sldId="872"/>
            <ac:picMk id="11" creationId="{10E3976B-46A7-F207-4944-79A202A5EFB7}"/>
          </ac:picMkLst>
        </pc:picChg>
        <pc:picChg chg="mod">
          <ac:chgData name="Daphne Economou" userId="d065a339-36cf-4937-af08-41751becbd81" providerId="ADAL" clId="{D77DA4D0-DAE3-4492-81BC-56C23F50F860}" dt="2023-11-24T10:56:44.642" v="373" actId="962"/>
          <ac:picMkLst>
            <pc:docMk/>
            <pc:sldMk cId="89070578" sldId="872"/>
            <ac:picMk id="47" creationId="{E07DE7F0-C647-4092-4863-50E0C2FCD478}"/>
          </ac:picMkLst>
        </pc:picChg>
        <pc:picChg chg="mod">
          <ac:chgData name="Daphne Economou" userId="d065a339-36cf-4937-af08-41751becbd81" providerId="ADAL" clId="{D77DA4D0-DAE3-4492-81BC-56C23F50F860}" dt="2023-11-24T10:57:03.836" v="403" actId="962"/>
          <ac:picMkLst>
            <pc:docMk/>
            <pc:sldMk cId="89070578" sldId="872"/>
            <ac:picMk id="69" creationId="{9C042200-745E-5740-1242-B1D379CFBA73}"/>
          </ac:picMkLst>
        </pc:picChg>
        <pc:cxnChg chg="mod">
          <ac:chgData name="Daphne Economou" userId="d065a339-36cf-4937-af08-41751becbd81" providerId="ADAL" clId="{D77DA4D0-DAE3-4492-81BC-56C23F50F860}" dt="2023-11-24T09:03:54.349" v="30" actId="14100"/>
          <ac:cxnSpMkLst>
            <pc:docMk/>
            <pc:sldMk cId="89070578" sldId="872"/>
            <ac:cxnSpMk id="23" creationId="{134E1BEF-412A-F544-1BC9-24C6D2E5CEF8}"/>
          </ac:cxnSpMkLst>
        </pc:cxnChg>
        <pc:cxnChg chg="mod">
          <ac:chgData name="Daphne Economou" userId="d065a339-36cf-4937-af08-41751becbd81" providerId="ADAL" clId="{D77DA4D0-DAE3-4492-81BC-56C23F50F860}" dt="2023-11-24T09:03:44.524" v="28" actId="14100"/>
          <ac:cxnSpMkLst>
            <pc:docMk/>
            <pc:sldMk cId="89070578" sldId="872"/>
            <ac:cxnSpMk id="24" creationId="{EB012C8F-7107-6583-F357-DB34AFAD514A}"/>
          </ac:cxnSpMkLst>
        </pc:cxnChg>
        <pc:cxnChg chg="mod">
          <ac:chgData name="Daphne Economou" userId="d065a339-36cf-4937-af08-41751becbd81" providerId="ADAL" clId="{D77DA4D0-DAE3-4492-81BC-56C23F50F860}" dt="2023-11-24T09:03:48.282" v="29" actId="14100"/>
          <ac:cxnSpMkLst>
            <pc:docMk/>
            <pc:sldMk cId="89070578" sldId="872"/>
            <ac:cxnSpMk id="54" creationId="{778E9683-F0A3-69C0-3B0D-E406D3D29E38}"/>
          </ac:cxnSpMkLst>
        </pc:cxnChg>
        <pc:cxnChg chg="mod">
          <ac:chgData name="Daphne Economou" userId="d065a339-36cf-4937-af08-41751becbd81" providerId="ADAL" clId="{D77DA4D0-DAE3-4492-81BC-56C23F50F860}" dt="2023-11-24T09:03:57.595" v="31" actId="14100"/>
          <ac:cxnSpMkLst>
            <pc:docMk/>
            <pc:sldMk cId="89070578" sldId="872"/>
            <ac:cxnSpMk id="57" creationId="{BF1B30F7-8602-96ED-20FD-897856F8703E}"/>
          </ac:cxnSpMkLst>
        </pc:cxnChg>
      </pc:sldChg>
      <pc:sldChg chg="modSp mod">
        <pc:chgData name="Daphne Economou" userId="d065a339-36cf-4937-af08-41751becbd81" providerId="ADAL" clId="{D77DA4D0-DAE3-4492-81BC-56C23F50F860}" dt="2023-11-24T10:56:16.020" v="327" actId="962"/>
        <pc:sldMkLst>
          <pc:docMk/>
          <pc:sldMk cId="131873511" sldId="873"/>
        </pc:sldMkLst>
        <pc:picChg chg="mod">
          <ac:chgData name="Daphne Economou" userId="d065a339-36cf-4937-af08-41751becbd81" providerId="ADAL" clId="{D77DA4D0-DAE3-4492-81BC-56C23F50F860}" dt="2023-11-24T10:56:16.020" v="327" actId="962"/>
          <ac:picMkLst>
            <pc:docMk/>
            <pc:sldMk cId="131873511" sldId="873"/>
            <ac:picMk id="22" creationId="{C585C09D-3988-E1C4-2D69-37BBCB040027}"/>
          </ac:picMkLst>
        </pc:picChg>
        <pc:picChg chg="mod">
          <ac:chgData name="Daphne Economou" userId="d065a339-36cf-4937-af08-41751becbd81" providerId="ADAL" clId="{D77DA4D0-DAE3-4492-81BC-56C23F50F860}" dt="2023-11-24T10:55:58.967" v="307" actId="962"/>
          <ac:picMkLst>
            <pc:docMk/>
            <pc:sldMk cId="131873511" sldId="873"/>
            <ac:picMk id="24" creationId="{82DCB93C-C731-831F-3954-BE3EEA276708}"/>
          </ac:picMkLst>
        </pc:picChg>
      </pc:sldChg>
      <pc:sldChg chg="modSp mod">
        <pc:chgData name="Daphne Economou" userId="d065a339-36cf-4937-af08-41751becbd81" providerId="ADAL" clId="{D77DA4D0-DAE3-4492-81BC-56C23F50F860}" dt="2023-11-24T10:56:35.547" v="353" actId="962"/>
        <pc:sldMkLst>
          <pc:docMk/>
          <pc:sldMk cId="715104072" sldId="874"/>
        </pc:sldMkLst>
        <pc:picChg chg="mod">
          <ac:chgData name="Daphne Economou" userId="d065a339-36cf-4937-af08-41751becbd81" providerId="ADAL" clId="{D77DA4D0-DAE3-4492-81BC-56C23F50F860}" dt="2023-11-24T10:56:30.110" v="351" actId="962"/>
          <ac:picMkLst>
            <pc:docMk/>
            <pc:sldMk cId="715104072" sldId="874"/>
            <ac:picMk id="10" creationId="{8E553D25-ECFF-16D7-A337-B4092B41EEDF}"/>
          </ac:picMkLst>
        </pc:picChg>
        <pc:picChg chg="mod">
          <ac:chgData name="Daphne Economou" userId="d065a339-36cf-4937-af08-41751becbd81" providerId="ADAL" clId="{D77DA4D0-DAE3-4492-81BC-56C23F50F860}" dt="2023-11-24T10:56:22.587" v="335" actId="962"/>
          <ac:picMkLst>
            <pc:docMk/>
            <pc:sldMk cId="715104072" sldId="874"/>
            <ac:picMk id="16" creationId="{0DF0A21E-DB37-5A01-C4C4-561B5075AFFD}"/>
          </ac:picMkLst>
        </pc:picChg>
        <pc:picChg chg="mod">
          <ac:chgData name="Daphne Economou" userId="d065a339-36cf-4937-af08-41751becbd81" providerId="ADAL" clId="{D77DA4D0-DAE3-4492-81BC-56C23F50F860}" dt="2023-11-24T10:56:26.376" v="343" actId="962"/>
          <ac:picMkLst>
            <pc:docMk/>
            <pc:sldMk cId="715104072" sldId="874"/>
            <ac:picMk id="19" creationId="{7AA84389-7E5A-58AD-8F4E-E6E90D0E4EF4}"/>
          </ac:picMkLst>
        </pc:picChg>
        <pc:picChg chg="mod">
          <ac:chgData name="Daphne Economou" userId="d065a339-36cf-4937-af08-41751becbd81" providerId="ADAL" clId="{D77DA4D0-DAE3-4492-81BC-56C23F50F860}" dt="2023-11-24T10:56:35.547" v="353" actId="962"/>
          <ac:picMkLst>
            <pc:docMk/>
            <pc:sldMk cId="715104072" sldId="874"/>
            <ac:picMk id="20" creationId="{598DD61F-716F-4E2E-8F2B-C392A984ED70}"/>
          </ac:picMkLst>
        </pc:picChg>
      </pc:sldChg>
      <pc:sldChg chg="addSp modSp mod">
        <pc:chgData name="Daphne Economou" userId="d065a339-36cf-4937-af08-41751becbd81" providerId="ADAL" clId="{D77DA4D0-DAE3-4492-81BC-56C23F50F860}" dt="2023-11-24T10:57:29.021" v="425" actId="962"/>
        <pc:sldMkLst>
          <pc:docMk/>
          <pc:sldMk cId="2854848702" sldId="880"/>
        </pc:sldMkLst>
        <pc:spChg chg="mod ord">
          <ac:chgData name="Daphne Economou" userId="d065a339-36cf-4937-af08-41751becbd81" providerId="ADAL" clId="{D77DA4D0-DAE3-4492-81BC-56C23F50F860}" dt="2023-11-24T09:12:38.696" v="62" actId="167"/>
          <ac:spMkLst>
            <pc:docMk/>
            <pc:sldMk cId="2854848702" sldId="880"/>
            <ac:spMk id="78" creationId="{8BB6F307-2CB2-E468-849B-192889AE00E7}"/>
          </ac:spMkLst>
        </pc:spChg>
        <pc:picChg chg="mod">
          <ac:chgData name="Daphne Economou" userId="d065a339-36cf-4937-af08-41751becbd81" providerId="ADAL" clId="{D77DA4D0-DAE3-4492-81BC-56C23F50F860}" dt="2023-11-24T10:57:29.021" v="425" actId="962"/>
          <ac:picMkLst>
            <pc:docMk/>
            <pc:sldMk cId="2854848702" sldId="880"/>
            <ac:picMk id="3" creationId="{BA1A0E7E-E5A3-3104-4FE4-53523106FBDA}"/>
          </ac:picMkLst>
        </pc:picChg>
        <pc:picChg chg="add mod ord">
          <ac:chgData name="Daphne Economou" userId="d065a339-36cf-4937-af08-41751becbd81" providerId="ADAL" clId="{D77DA4D0-DAE3-4492-81BC-56C23F50F860}" dt="2023-11-24T09:12:49.532" v="66" actId="1076"/>
          <ac:picMkLst>
            <pc:docMk/>
            <pc:sldMk cId="2854848702" sldId="880"/>
            <ac:picMk id="6" creationId="{2544B178-7A50-B2E2-1CB2-42ED77258FD8}"/>
          </ac:picMkLst>
        </pc:picChg>
        <pc:picChg chg="mod">
          <ac:chgData name="Daphne Economou" userId="d065a339-36cf-4937-af08-41751becbd81" providerId="ADAL" clId="{D77DA4D0-DAE3-4492-81BC-56C23F50F860}" dt="2023-11-24T10:57:21.839" v="423" actId="962"/>
          <ac:picMkLst>
            <pc:docMk/>
            <pc:sldMk cId="2854848702" sldId="880"/>
            <ac:picMk id="8" creationId="{F9D9192D-9BF1-6CFD-EBC6-FE92B73EABF3}"/>
          </ac:picMkLst>
        </pc:picChg>
        <pc:picChg chg="mod">
          <ac:chgData name="Daphne Economou" userId="d065a339-36cf-4937-af08-41751becbd81" providerId="ADAL" clId="{D77DA4D0-DAE3-4492-81BC-56C23F50F860}" dt="2023-11-24T10:57:16.073" v="405" actId="962"/>
          <ac:picMkLst>
            <pc:docMk/>
            <pc:sldMk cId="2854848702" sldId="880"/>
            <ac:picMk id="69" creationId="{9C042200-745E-5740-1242-B1D379CFBA73}"/>
          </ac:picMkLst>
        </pc:picChg>
      </pc:sldChg>
      <pc:sldChg chg="modSp mod">
        <pc:chgData name="Daphne Economou" userId="d065a339-36cf-4937-af08-41751becbd81" providerId="ADAL" clId="{D77DA4D0-DAE3-4492-81BC-56C23F50F860}" dt="2023-11-24T10:57:52.197" v="511" actId="962"/>
        <pc:sldMkLst>
          <pc:docMk/>
          <pc:sldMk cId="3321286803" sldId="881"/>
        </pc:sldMkLst>
        <pc:picChg chg="mod">
          <ac:chgData name="Daphne Economou" userId="d065a339-36cf-4937-af08-41751becbd81" providerId="ADAL" clId="{D77DA4D0-DAE3-4492-81BC-56C23F50F860}" dt="2023-11-24T10:57:52.197" v="511" actId="962"/>
          <ac:picMkLst>
            <pc:docMk/>
            <pc:sldMk cId="3321286803" sldId="881"/>
            <ac:picMk id="8" creationId="{6982E6C9-E2B8-8A39-D2D7-9C98A12CD93C}"/>
          </ac:picMkLst>
        </pc:picChg>
        <pc:picChg chg="mod">
          <ac:chgData name="Daphne Economou" userId="d065a339-36cf-4937-af08-41751becbd81" providerId="ADAL" clId="{D77DA4D0-DAE3-4492-81BC-56C23F50F860}" dt="2023-11-24T10:57:45.648" v="483" actId="962"/>
          <ac:picMkLst>
            <pc:docMk/>
            <pc:sldMk cId="3321286803" sldId="881"/>
            <ac:picMk id="10" creationId="{AE54450C-37E4-538E-FB13-C629FD4CE82A}"/>
          </ac:picMkLst>
        </pc:picChg>
      </pc:sldChg>
      <pc:sldChg chg="addSp modSp mod">
        <pc:chgData name="Daphne Economou" userId="d065a339-36cf-4937-af08-41751becbd81" providerId="ADAL" clId="{D77DA4D0-DAE3-4492-81BC-56C23F50F860}" dt="2023-11-24T10:58:09.050" v="529" actId="962"/>
        <pc:sldMkLst>
          <pc:docMk/>
          <pc:sldMk cId="1452827211" sldId="882"/>
        </pc:sldMkLst>
        <pc:spChg chg="add mod">
          <ac:chgData name="Daphne Economou" userId="d065a339-36cf-4937-af08-41751becbd81" providerId="ADAL" clId="{D77DA4D0-DAE3-4492-81BC-56C23F50F860}" dt="2023-11-24T09:19:43.852" v="94" actId="14100"/>
          <ac:spMkLst>
            <pc:docMk/>
            <pc:sldMk cId="1452827211" sldId="882"/>
            <ac:spMk id="10" creationId="{F26E5159-AFE2-3817-08AF-EDE4833B9EE8}"/>
          </ac:spMkLst>
        </pc:spChg>
        <pc:spChg chg="mod">
          <ac:chgData name="Daphne Economou" userId="d065a339-36cf-4937-af08-41751becbd81" providerId="ADAL" clId="{D77DA4D0-DAE3-4492-81BC-56C23F50F860}" dt="2023-11-24T09:18:43.938" v="88" actId="404"/>
          <ac:spMkLst>
            <pc:docMk/>
            <pc:sldMk cId="1452827211" sldId="882"/>
            <ac:spMk id="12" creationId="{1B832D79-012A-555E-9490-C7F098AAA325}"/>
          </ac:spMkLst>
        </pc:spChg>
        <pc:spChg chg="add mod">
          <ac:chgData name="Daphne Economou" userId="d065a339-36cf-4937-af08-41751becbd81" providerId="ADAL" clId="{D77DA4D0-DAE3-4492-81BC-56C23F50F860}" dt="2023-11-24T09:19:53.439" v="98" actId="14100"/>
          <ac:spMkLst>
            <pc:docMk/>
            <pc:sldMk cId="1452827211" sldId="882"/>
            <ac:spMk id="13" creationId="{BB3BBCD6-942E-B0DC-8A1E-F0D78F5ADEE9}"/>
          </ac:spMkLst>
        </pc:spChg>
        <pc:picChg chg="mod">
          <ac:chgData name="Daphne Economou" userId="d065a339-36cf-4937-af08-41751becbd81" providerId="ADAL" clId="{D77DA4D0-DAE3-4492-81BC-56C23F50F860}" dt="2023-11-24T10:58:04.218" v="527" actId="962"/>
          <ac:picMkLst>
            <pc:docMk/>
            <pc:sldMk cId="1452827211" sldId="882"/>
            <ac:picMk id="14" creationId="{655A3DF7-BB02-3A2A-69E5-201FB0116C44}"/>
          </ac:picMkLst>
        </pc:picChg>
        <pc:picChg chg="mod">
          <ac:chgData name="Daphne Economou" userId="d065a339-36cf-4937-af08-41751becbd81" providerId="ADAL" clId="{D77DA4D0-DAE3-4492-81BC-56C23F50F860}" dt="2023-11-24T10:58:09.050" v="529" actId="962"/>
          <ac:picMkLst>
            <pc:docMk/>
            <pc:sldMk cId="1452827211" sldId="882"/>
            <ac:picMk id="16" creationId="{6B8495CE-2F29-3C6A-5DA3-76FF1AF00AD5}"/>
          </ac:picMkLst>
        </pc:picChg>
        <pc:cxnChg chg="add mod">
          <ac:chgData name="Daphne Economou" userId="d065a339-36cf-4937-af08-41751becbd81" providerId="ADAL" clId="{D77DA4D0-DAE3-4492-81BC-56C23F50F860}" dt="2023-11-24T09:19:33.990" v="92" actId="14100"/>
          <ac:cxnSpMkLst>
            <pc:docMk/>
            <pc:sldMk cId="1452827211" sldId="882"/>
            <ac:cxnSpMk id="7" creationId="{0988F509-E29A-3E2F-B18A-76B1557DB282}"/>
          </ac:cxnSpMkLst>
        </pc:cxnChg>
        <pc:cxnChg chg="add">
          <ac:chgData name="Daphne Economou" userId="d065a339-36cf-4937-af08-41751becbd81" providerId="ADAL" clId="{D77DA4D0-DAE3-4492-81BC-56C23F50F860}" dt="2023-11-24T09:20:04.719" v="99" actId="11529"/>
          <ac:cxnSpMkLst>
            <pc:docMk/>
            <pc:sldMk cId="1452827211" sldId="882"/>
            <ac:cxnSpMk id="17" creationId="{40EF4885-DDEE-5A05-7F34-27B48E17E143}"/>
          </ac:cxnSpMkLst>
        </pc:cxnChg>
      </pc:sldChg>
      <pc:sldChg chg="modSp mod">
        <pc:chgData name="Daphne Economou" userId="d065a339-36cf-4937-af08-41751becbd81" providerId="ADAL" clId="{D77DA4D0-DAE3-4492-81BC-56C23F50F860}" dt="2023-11-24T10:58:24.623" v="555" actId="962"/>
        <pc:sldMkLst>
          <pc:docMk/>
          <pc:sldMk cId="2280340621" sldId="883"/>
        </pc:sldMkLst>
        <pc:picChg chg="mod">
          <ac:chgData name="Daphne Economou" userId="d065a339-36cf-4937-af08-41751becbd81" providerId="ADAL" clId="{D77DA4D0-DAE3-4492-81BC-56C23F50F860}" dt="2023-11-24T10:58:20.004" v="543" actId="962"/>
          <ac:picMkLst>
            <pc:docMk/>
            <pc:sldMk cId="2280340621" sldId="883"/>
            <ac:picMk id="7" creationId="{28FCB3A9-E2B2-56D9-D9D9-F1659C0609CD}"/>
          </ac:picMkLst>
        </pc:picChg>
        <pc:picChg chg="mod">
          <ac:chgData name="Daphne Economou" userId="d065a339-36cf-4937-af08-41751becbd81" providerId="ADAL" clId="{D77DA4D0-DAE3-4492-81BC-56C23F50F860}" dt="2023-11-24T10:58:24.623" v="555" actId="962"/>
          <ac:picMkLst>
            <pc:docMk/>
            <pc:sldMk cId="2280340621" sldId="883"/>
            <ac:picMk id="8" creationId="{F9D9192D-9BF1-6CFD-EBC6-FE92B73EABF3}"/>
          </ac:picMkLst>
        </pc:picChg>
        <pc:picChg chg="mod">
          <ac:chgData name="Daphne Economou" userId="d065a339-36cf-4937-af08-41751becbd81" providerId="ADAL" clId="{D77DA4D0-DAE3-4492-81BC-56C23F50F860}" dt="2023-11-24T10:58:13.758" v="531" actId="962"/>
          <ac:picMkLst>
            <pc:docMk/>
            <pc:sldMk cId="2280340621" sldId="883"/>
            <ac:picMk id="13" creationId="{80D44A41-3900-C55F-8870-E487E88BABC4}"/>
          </ac:picMkLst>
        </pc:picChg>
      </pc:sldChg>
      <pc:sldChg chg="addSp delSp modSp mod">
        <pc:chgData name="Daphne Economou" userId="d065a339-36cf-4937-af08-41751becbd81" providerId="ADAL" clId="{D77DA4D0-DAE3-4492-81BC-56C23F50F860}" dt="2023-11-24T10:58:41.451" v="557" actId="962"/>
        <pc:sldMkLst>
          <pc:docMk/>
          <pc:sldMk cId="3735955467" sldId="886"/>
        </pc:sldMkLst>
        <pc:spChg chg="mod">
          <ac:chgData name="Daphne Economou" userId="d065a339-36cf-4937-af08-41751becbd81" providerId="ADAL" clId="{D77DA4D0-DAE3-4492-81BC-56C23F50F860}" dt="2023-11-24T10:10:10.954" v="178" actId="14100"/>
          <ac:spMkLst>
            <pc:docMk/>
            <pc:sldMk cId="3735955467" sldId="886"/>
            <ac:spMk id="8" creationId="{0019EE97-7D65-682C-A41E-E6524010C2EC}"/>
          </ac:spMkLst>
        </pc:spChg>
        <pc:picChg chg="add del mod">
          <ac:chgData name="Daphne Economou" userId="d065a339-36cf-4937-af08-41751becbd81" providerId="ADAL" clId="{D77DA4D0-DAE3-4492-81BC-56C23F50F860}" dt="2023-11-24T10:09:52.227" v="170" actId="478"/>
          <ac:picMkLst>
            <pc:docMk/>
            <pc:sldMk cId="3735955467" sldId="886"/>
            <ac:picMk id="6" creationId="{78856218-423C-1D65-B287-F97806402518}"/>
          </ac:picMkLst>
        </pc:picChg>
        <pc:picChg chg="add mod">
          <ac:chgData name="Daphne Economou" userId="d065a339-36cf-4937-af08-41751becbd81" providerId="ADAL" clId="{D77DA4D0-DAE3-4492-81BC-56C23F50F860}" dt="2023-11-24T10:58:41.451" v="557" actId="962"/>
          <ac:picMkLst>
            <pc:docMk/>
            <pc:sldMk cId="3735955467" sldId="886"/>
            <ac:picMk id="9" creationId="{377DD656-26EE-E508-B0C2-C67F99A3F066}"/>
          </ac:picMkLst>
        </pc:picChg>
      </pc:sldChg>
      <pc:sldChg chg="modSp mod">
        <pc:chgData name="Daphne Economou" userId="d065a339-36cf-4937-af08-41751becbd81" providerId="ADAL" clId="{D77DA4D0-DAE3-4492-81BC-56C23F50F860}" dt="2023-11-24T10:58:53.242" v="607" actId="962"/>
        <pc:sldMkLst>
          <pc:docMk/>
          <pc:sldMk cId="3192264349" sldId="887"/>
        </pc:sldMkLst>
        <pc:picChg chg="mod">
          <ac:chgData name="Daphne Economou" userId="d065a339-36cf-4937-af08-41751becbd81" providerId="ADAL" clId="{D77DA4D0-DAE3-4492-81BC-56C23F50F860}" dt="2023-11-24T10:58:53.242" v="607" actId="962"/>
          <ac:picMkLst>
            <pc:docMk/>
            <pc:sldMk cId="3192264349" sldId="887"/>
            <ac:picMk id="12" creationId="{3712CC2B-BB2E-DB06-DF37-44F016FA35C0}"/>
          </ac:picMkLst>
        </pc:picChg>
      </pc:sldChg>
      <pc:sldChg chg="modSp mod">
        <pc:chgData name="Daphne Economou" userId="d065a339-36cf-4937-af08-41751becbd81" providerId="ADAL" clId="{D77DA4D0-DAE3-4492-81BC-56C23F50F860}" dt="2023-11-24T10:59:23.792" v="665" actId="962"/>
        <pc:sldMkLst>
          <pc:docMk/>
          <pc:sldMk cId="2786570283" sldId="888"/>
        </pc:sldMkLst>
        <pc:picChg chg="mod">
          <ac:chgData name="Daphne Economou" userId="d065a339-36cf-4937-af08-41751becbd81" providerId="ADAL" clId="{D77DA4D0-DAE3-4492-81BC-56C23F50F860}" dt="2023-11-24T10:59:17.698" v="641" actId="962"/>
          <ac:picMkLst>
            <pc:docMk/>
            <pc:sldMk cId="2786570283" sldId="888"/>
            <ac:picMk id="7" creationId="{89B9C8E6-7495-117B-BA14-988F85F4C413}"/>
          </ac:picMkLst>
        </pc:picChg>
        <pc:picChg chg="mod">
          <ac:chgData name="Daphne Economou" userId="d065a339-36cf-4937-af08-41751becbd81" providerId="ADAL" clId="{D77DA4D0-DAE3-4492-81BC-56C23F50F860}" dt="2023-11-24T10:59:23.792" v="665" actId="962"/>
          <ac:picMkLst>
            <pc:docMk/>
            <pc:sldMk cId="2786570283" sldId="888"/>
            <ac:picMk id="9" creationId="{878EC9B2-8293-2D6C-E0FB-CA4C3BBF1E17}"/>
          </ac:picMkLst>
        </pc:picChg>
        <pc:picChg chg="mod">
          <ac:chgData name="Daphne Economou" userId="d065a339-36cf-4937-af08-41751becbd81" providerId="ADAL" clId="{D77DA4D0-DAE3-4492-81BC-56C23F50F860}" dt="2023-11-24T10:59:08.679" v="631" actId="962"/>
          <ac:picMkLst>
            <pc:docMk/>
            <pc:sldMk cId="2786570283" sldId="888"/>
            <ac:picMk id="11" creationId="{82D4D75F-A7C0-2065-67B2-272486E74827}"/>
          </ac:picMkLst>
        </pc:picChg>
        <pc:picChg chg="mod">
          <ac:chgData name="Daphne Economou" userId="d065a339-36cf-4937-af08-41751becbd81" providerId="ADAL" clId="{D77DA4D0-DAE3-4492-81BC-56C23F50F860}" dt="2023-11-24T10:59:11.787" v="633" actId="962"/>
          <ac:picMkLst>
            <pc:docMk/>
            <pc:sldMk cId="2786570283" sldId="888"/>
            <ac:picMk id="13" creationId="{7E7284FD-3B70-E98B-0B51-A850EDEDBFC0}"/>
          </ac:picMkLst>
        </pc:picChg>
      </pc:sldChg>
      <pc:sldChg chg="modSp mod">
        <pc:chgData name="Daphne Economou" userId="d065a339-36cf-4937-af08-41751becbd81" providerId="ADAL" clId="{D77DA4D0-DAE3-4492-81BC-56C23F50F860}" dt="2023-11-24T10:59:38.997" v="713" actId="962"/>
        <pc:sldMkLst>
          <pc:docMk/>
          <pc:sldMk cId="3020082783" sldId="889"/>
        </pc:sldMkLst>
        <pc:spChg chg="mod">
          <ac:chgData name="Daphne Economou" userId="d065a339-36cf-4937-af08-41751becbd81" providerId="ADAL" clId="{D77DA4D0-DAE3-4492-81BC-56C23F50F860}" dt="2023-11-24T10:11:42.082" v="185" actId="20577"/>
          <ac:spMkLst>
            <pc:docMk/>
            <pc:sldMk cId="3020082783" sldId="889"/>
            <ac:spMk id="18" creationId="{0FF0B17A-5B61-5D18-71A8-2F7D59721F66}"/>
          </ac:spMkLst>
        </pc:spChg>
        <pc:grpChg chg="mod">
          <ac:chgData name="Daphne Economou" userId="d065a339-36cf-4937-af08-41751becbd81" providerId="ADAL" clId="{D77DA4D0-DAE3-4492-81BC-56C23F50F860}" dt="2023-11-24T10:59:32.816" v="689" actId="962"/>
          <ac:grpSpMkLst>
            <pc:docMk/>
            <pc:sldMk cId="3020082783" sldId="889"/>
            <ac:grpSpMk id="19" creationId="{CBDF2A1F-8094-E1AB-4823-4B182BC6A940}"/>
          </ac:grpSpMkLst>
        </pc:grpChg>
        <pc:picChg chg="mod">
          <ac:chgData name="Daphne Economou" userId="d065a339-36cf-4937-af08-41751becbd81" providerId="ADAL" clId="{D77DA4D0-DAE3-4492-81BC-56C23F50F860}" dt="2023-11-24T10:59:38.997" v="713" actId="962"/>
          <ac:picMkLst>
            <pc:docMk/>
            <pc:sldMk cId="3020082783" sldId="889"/>
            <ac:picMk id="12" creationId="{651433BF-53E0-F500-AB07-B78CFFA97953}"/>
          </ac:picMkLst>
        </pc:picChg>
      </pc:sldChg>
      <pc:sldChg chg="addSp modSp mod">
        <pc:chgData name="Daphne Economou" userId="d065a339-36cf-4937-af08-41751becbd81" providerId="ADAL" clId="{D77DA4D0-DAE3-4492-81BC-56C23F50F860}" dt="2023-11-24T10:59:53.390" v="715" actId="962"/>
        <pc:sldMkLst>
          <pc:docMk/>
          <pc:sldMk cId="3020162391" sldId="890"/>
        </pc:sldMkLst>
        <pc:spChg chg="mod">
          <ac:chgData name="Daphne Economou" userId="d065a339-36cf-4937-af08-41751becbd81" providerId="ADAL" clId="{D77DA4D0-DAE3-4492-81BC-56C23F50F860}" dt="2023-11-24T10:14:11.978" v="193" actId="113"/>
          <ac:spMkLst>
            <pc:docMk/>
            <pc:sldMk cId="3020162391" sldId="890"/>
            <ac:spMk id="8" creationId="{0019EE97-7D65-682C-A41E-E6524010C2EC}"/>
          </ac:spMkLst>
        </pc:spChg>
        <pc:picChg chg="add mod">
          <ac:chgData name="Daphne Economou" userId="d065a339-36cf-4937-af08-41751becbd81" providerId="ADAL" clId="{D77DA4D0-DAE3-4492-81BC-56C23F50F860}" dt="2023-11-24T10:59:53.390" v="715" actId="962"/>
          <ac:picMkLst>
            <pc:docMk/>
            <pc:sldMk cId="3020162391" sldId="890"/>
            <ac:picMk id="6" creationId="{1CE69181-DE66-1859-8BF2-7993793E2D7E}"/>
          </ac:picMkLst>
        </pc:picChg>
      </pc:sldChg>
      <pc:sldChg chg="modSp mod">
        <pc:chgData name="Daphne Economou" userId="d065a339-36cf-4937-af08-41751becbd81" providerId="ADAL" clId="{D77DA4D0-DAE3-4492-81BC-56C23F50F860}" dt="2023-11-24T11:00:09.534" v="789" actId="962"/>
        <pc:sldMkLst>
          <pc:docMk/>
          <pc:sldMk cId="1343098168" sldId="891"/>
        </pc:sldMkLst>
        <pc:picChg chg="mod">
          <ac:chgData name="Daphne Economou" userId="d065a339-36cf-4937-af08-41751becbd81" providerId="ADAL" clId="{D77DA4D0-DAE3-4492-81BC-56C23F50F860}" dt="2023-11-24T11:00:09.534" v="789" actId="962"/>
          <ac:picMkLst>
            <pc:docMk/>
            <pc:sldMk cId="1343098168" sldId="891"/>
            <ac:picMk id="8" creationId="{D3D48745-0CEF-4151-327E-73A15BB5F16A}"/>
          </ac:picMkLst>
        </pc:picChg>
        <pc:picChg chg="mod">
          <ac:chgData name="Daphne Economou" userId="d065a339-36cf-4937-af08-41751becbd81" providerId="ADAL" clId="{D77DA4D0-DAE3-4492-81BC-56C23F50F860}" dt="2023-11-24T11:00:02.906" v="761" actId="962"/>
          <ac:picMkLst>
            <pc:docMk/>
            <pc:sldMk cId="1343098168" sldId="891"/>
            <ac:picMk id="10" creationId="{F5669583-7FB1-FC4D-1EB4-ADE2F6182FA2}"/>
          </ac:picMkLst>
        </pc:picChg>
      </pc:sldChg>
      <pc:sldChg chg="modSp mod">
        <pc:chgData name="Daphne Economou" userId="d065a339-36cf-4937-af08-41751becbd81" providerId="ADAL" clId="{D77DA4D0-DAE3-4492-81BC-56C23F50F860}" dt="2023-11-24T11:04:07.078" v="819" actId="962"/>
        <pc:sldMkLst>
          <pc:docMk/>
          <pc:sldMk cId="2419556634" sldId="892"/>
        </pc:sldMkLst>
        <pc:picChg chg="mod">
          <ac:chgData name="Daphne Economou" userId="d065a339-36cf-4937-af08-41751becbd81" providerId="ADAL" clId="{D77DA4D0-DAE3-4492-81BC-56C23F50F860}" dt="2023-11-24T11:04:07.078" v="819" actId="962"/>
          <ac:picMkLst>
            <pc:docMk/>
            <pc:sldMk cId="2419556634" sldId="892"/>
            <ac:picMk id="11" creationId="{05E11A73-A90E-19E8-E918-890C66CC3D13}"/>
          </ac:picMkLst>
        </pc:picChg>
      </pc:sldChg>
      <pc:sldChg chg="modSp mod">
        <pc:chgData name="Daphne Economou" userId="d065a339-36cf-4937-af08-41751becbd81" providerId="ADAL" clId="{D77DA4D0-DAE3-4492-81BC-56C23F50F860}" dt="2023-11-24T11:03:55.929" v="793" actId="962"/>
        <pc:sldMkLst>
          <pc:docMk/>
          <pc:sldMk cId="914659176" sldId="893"/>
        </pc:sldMkLst>
        <pc:picChg chg="mod">
          <ac:chgData name="Daphne Economou" userId="d065a339-36cf-4937-af08-41751becbd81" providerId="ADAL" clId="{D77DA4D0-DAE3-4492-81BC-56C23F50F860}" dt="2023-11-24T11:03:54.009" v="791" actId="962"/>
          <ac:picMkLst>
            <pc:docMk/>
            <pc:sldMk cId="914659176" sldId="893"/>
            <ac:picMk id="11" creationId="{C247C2EA-3654-4596-9C14-B440EF16E71A}"/>
          </ac:picMkLst>
        </pc:picChg>
        <pc:picChg chg="mod">
          <ac:chgData name="Daphne Economou" userId="d065a339-36cf-4937-af08-41751becbd81" providerId="ADAL" clId="{D77DA4D0-DAE3-4492-81BC-56C23F50F860}" dt="2023-11-24T11:03:55.929" v="793" actId="962"/>
          <ac:picMkLst>
            <pc:docMk/>
            <pc:sldMk cId="914659176" sldId="893"/>
            <ac:picMk id="14" creationId="{434EA747-E01A-7040-674E-BFDB35E963B9}"/>
          </ac:picMkLst>
        </pc:picChg>
      </pc:sldChg>
      <pc:sldChg chg="modSp mod">
        <pc:chgData name="Daphne Economou" userId="d065a339-36cf-4937-af08-41751becbd81" providerId="ADAL" clId="{D77DA4D0-DAE3-4492-81BC-56C23F50F860}" dt="2023-11-24T11:04:28.244" v="865" actId="962"/>
        <pc:sldMkLst>
          <pc:docMk/>
          <pc:sldMk cId="600117647" sldId="894"/>
        </pc:sldMkLst>
        <pc:graphicFrameChg chg="mod">
          <ac:chgData name="Daphne Economou" userId="d065a339-36cf-4937-af08-41751becbd81" providerId="ADAL" clId="{D77DA4D0-DAE3-4492-81BC-56C23F50F860}" dt="2023-11-24T11:04:28.244" v="865" actId="962"/>
          <ac:graphicFrameMkLst>
            <pc:docMk/>
            <pc:sldMk cId="600117647" sldId="894"/>
            <ac:graphicFrameMk id="6" creationId="{5827C514-E411-ADC3-2085-96EF8C775F84}"/>
          </ac:graphicFrameMkLst>
        </pc:graphicFrameChg>
      </pc:sldChg>
      <pc:sldChg chg="modSp mod">
        <pc:chgData name="Daphne Economou" userId="d065a339-36cf-4937-af08-41751becbd81" providerId="ADAL" clId="{D77DA4D0-DAE3-4492-81BC-56C23F50F860}" dt="2023-11-24T11:04:38.122" v="867" actId="962"/>
        <pc:sldMkLst>
          <pc:docMk/>
          <pc:sldMk cId="535836944" sldId="895"/>
        </pc:sldMkLst>
        <pc:picChg chg="mod">
          <ac:chgData name="Daphne Economou" userId="d065a339-36cf-4937-af08-41751becbd81" providerId="ADAL" clId="{D77DA4D0-DAE3-4492-81BC-56C23F50F860}" dt="2023-11-24T11:04:38.122" v="867" actId="962"/>
          <ac:picMkLst>
            <pc:docMk/>
            <pc:sldMk cId="535836944" sldId="895"/>
            <ac:picMk id="10" creationId="{6EC68A41-5B0B-DFE2-3DF6-15C4CE6CA3C8}"/>
          </ac:picMkLst>
        </pc:picChg>
      </pc:sldChg>
      <pc:sldChg chg="addSp delSp modSp mod">
        <pc:chgData name="Daphne Economou" userId="d065a339-36cf-4937-af08-41751becbd81" providerId="ADAL" clId="{D77DA4D0-DAE3-4492-81BC-56C23F50F860}" dt="2023-11-24T11:04:19.592" v="821" actId="962"/>
        <pc:sldMkLst>
          <pc:docMk/>
          <pc:sldMk cId="4242284123" sldId="896"/>
        </pc:sldMkLst>
        <pc:spChg chg="mod">
          <ac:chgData name="Daphne Economou" userId="d065a339-36cf-4937-af08-41751becbd81" providerId="ADAL" clId="{D77DA4D0-DAE3-4492-81BC-56C23F50F860}" dt="2023-11-24T10:21:25.847" v="204" actId="14100"/>
          <ac:spMkLst>
            <pc:docMk/>
            <pc:sldMk cId="4242284123" sldId="896"/>
            <ac:spMk id="3" creationId="{12F8D443-3BA1-D28C-6EB4-305F7B564A95}"/>
          </ac:spMkLst>
        </pc:spChg>
        <pc:picChg chg="add del mod">
          <ac:chgData name="Daphne Economou" userId="d065a339-36cf-4937-af08-41751becbd81" providerId="ADAL" clId="{D77DA4D0-DAE3-4492-81BC-56C23F50F860}" dt="2023-11-24T10:21:19.005" v="200" actId="478"/>
          <ac:picMkLst>
            <pc:docMk/>
            <pc:sldMk cId="4242284123" sldId="896"/>
            <ac:picMk id="7" creationId="{3BE0C4F1-35BC-9933-21B0-75E46DB926FF}"/>
          </ac:picMkLst>
        </pc:picChg>
        <pc:picChg chg="add mod">
          <ac:chgData name="Daphne Economou" userId="d065a339-36cf-4937-af08-41751becbd81" providerId="ADAL" clId="{D77DA4D0-DAE3-4492-81BC-56C23F50F860}" dt="2023-11-24T11:04:19.592" v="821" actId="962"/>
          <ac:picMkLst>
            <pc:docMk/>
            <pc:sldMk cId="4242284123" sldId="896"/>
            <ac:picMk id="9" creationId="{48256ABB-5FFC-3242-2872-DADDA837CDB1}"/>
          </ac:picMkLst>
        </pc:picChg>
      </pc:sldChg>
      <pc:sldChg chg="modSp mod">
        <pc:chgData name="Daphne Economou" userId="d065a339-36cf-4937-af08-41751becbd81" providerId="ADAL" clId="{D77DA4D0-DAE3-4492-81BC-56C23F50F860}" dt="2023-11-24T11:04:55.079" v="907" actId="962"/>
        <pc:sldMkLst>
          <pc:docMk/>
          <pc:sldMk cId="1222877473" sldId="897"/>
        </pc:sldMkLst>
        <pc:picChg chg="mod">
          <ac:chgData name="Daphne Economou" userId="d065a339-36cf-4937-af08-41751becbd81" providerId="ADAL" clId="{D77DA4D0-DAE3-4492-81BC-56C23F50F860}" dt="2023-11-24T11:04:47.015" v="887" actId="962"/>
          <ac:picMkLst>
            <pc:docMk/>
            <pc:sldMk cId="1222877473" sldId="897"/>
            <ac:picMk id="7" creationId="{DBA7865C-8208-D90C-9E34-E054DCE077F6}"/>
          </ac:picMkLst>
        </pc:picChg>
        <pc:picChg chg="mod">
          <ac:chgData name="Daphne Economou" userId="d065a339-36cf-4937-af08-41751becbd81" providerId="ADAL" clId="{D77DA4D0-DAE3-4492-81BC-56C23F50F860}" dt="2023-11-24T11:04:51.522" v="899" actId="962"/>
          <ac:picMkLst>
            <pc:docMk/>
            <pc:sldMk cId="1222877473" sldId="897"/>
            <ac:picMk id="9" creationId="{3FB2FB71-4D54-35A5-F558-67C641668C10}"/>
          </ac:picMkLst>
        </pc:picChg>
        <pc:picChg chg="mod">
          <ac:chgData name="Daphne Economou" userId="d065a339-36cf-4937-af08-41751becbd81" providerId="ADAL" clId="{D77DA4D0-DAE3-4492-81BC-56C23F50F860}" dt="2023-11-24T11:04:55.079" v="907" actId="962"/>
          <ac:picMkLst>
            <pc:docMk/>
            <pc:sldMk cId="1222877473" sldId="897"/>
            <ac:picMk id="11" creationId="{E5B5794B-8B3C-5F5B-97B5-043E8EE228DC}"/>
          </ac:picMkLst>
        </pc:picChg>
      </pc:sldChg>
      <pc:sldChg chg="modSp mod">
        <pc:chgData name="Daphne Economou" userId="d065a339-36cf-4937-af08-41751becbd81" providerId="ADAL" clId="{D77DA4D0-DAE3-4492-81BC-56C23F50F860}" dt="2023-11-24T11:05:04.223" v="931" actId="962"/>
        <pc:sldMkLst>
          <pc:docMk/>
          <pc:sldMk cId="3110124953" sldId="898"/>
        </pc:sldMkLst>
        <pc:picChg chg="mod">
          <ac:chgData name="Daphne Economou" userId="d065a339-36cf-4937-af08-41751becbd81" providerId="ADAL" clId="{D77DA4D0-DAE3-4492-81BC-56C23F50F860}" dt="2023-11-24T11:05:04.223" v="931" actId="962"/>
          <ac:picMkLst>
            <pc:docMk/>
            <pc:sldMk cId="3110124953" sldId="898"/>
            <ac:picMk id="7" creationId="{A22B9E9D-4BEC-57EE-A605-919C4F04346C}"/>
          </ac:picMkLst>
        </pc:picChg>
      </pc:sldChg>
      <pc:sldChg chg="addSp modSp mod">
        <pc:chgData name="Daphne Economou" userId="d065a339-36cf-4937-af08-41751becbd81" providerId="ADAL" clId="{D77DA4D0-DAE3-4492-81BC-56C23F50F860}" dt="2023-11-24T11:05:11.081" v="933" actId="962"/>
        <pc:sldMkLst>
          <pc:docMk/>
          <pc:sldMk cId="3900253098" sldId="899"/>
        </pc:sldMkLst>
        <pc:spChg chg="mod">
          <ac:chgData name="Daphne Economou" userId="d065a339-36cf-4937-af08-41751becbd81" providerId="ADAL" clId="{D77DA4D0-DAE3-4492-81BC-56C23F50F860}" dt="2023-11-24T10:23:10.407" v="212" actId="27636"/>
          <ac:spMkLst>
            <pc:docMk/>
            <pc:sldMk cId="3900253098" sldId="899"/>
            <ac:spMk id="3" creationId="{18D4103B-ED6A-06E5-288D-73A557DEA9DF}"/>
          </ac:spMkLst>
        </pc:spChg>
        <pc:picChg chg="add mod">
          <ac:chgData name="Daphne Economou" userId="d065a339-36cf-4937-af08-41751becbd81" providerId="ADAL" clId="{D77DA4D0-DAE3-4492-81BC-56C23F50F860}" dt="2023-11-24T11:05:11.081" v="933" actId="962"/>
          <ac:picMkLst>
            <pc:docMk/>
            <pc:sldMk cId="3900253098" sldId="899"/>
            <ac:picMk id="7" creationId="{C2521D5C-34DA-7C2D-C00D-F4405B6446C9}"/>
          </ac:picMkLst>
        </pc:picChg>
      </pc:sldChg>
      <pc:sldChg chg="modSp mod">
        <pc:chgData name="Daphne Economou" userId="d065a339-36cf-4937-af08-41751becbd81" providerId="ADAL" clId="{D77DA4D0-DAE3-4492-81BC-56C23F50F860}" dt="2023-11-24T11:05:24.811" v="983" actId="962"/>
        <pc:sldMkLst>
          <pc:docMk/>
          <pc:sldMk cId="4259966867" sldId="901"/>
        </pc:sldMkLst>
        <pc:picChg chg="mod">
          <ac:chgData name="Daphne Economou" userId="d065a339-36cf-4937-af08-41751becbd81" providerId="ADAL" clId="{D77DA4D0-DAE3-4492-81BC-56C23F50F860}" dt="2023-11-24T11:05:24.811" v="983" actId="962"/>
          <ac:picMkLst>
            <pc:docMk/>
            <pc:sldMk cId="4259966867" sldId="901"/>
            <ac:picMk id="7" creationId="{E0536669-37A3-A10A-B9B6-714EBD22FBBF}"/>
          </ac:picMkLst>
        </pc:picChg>
        <pc:picChg chg="mod">
          <ac:chgData name="Daphne Economou" userId="d065a339-36cf-4937-af08-41751becbd81" providerId="ADAL" clId="{D77DA4D0-DAE3-4492-81BC-56C23F50F860}" dt="2023-11-24T11:05:24.811" v="983" actId="962"/>
          <ac:picMkLst>
            <pc:docMk/>
            <pc:sldMk cId="4259966867" sldId="901"/>
            <ac:picMk id="9" creationId="{480E031C-B64C-45EF-3274-003C8F1A2F2E}"/>
          </ac:picMkLst>
        </pc:picChg>
      </pc:sldChg>
      <pc:sldChg chg="modSp mod">
        <pc:chgData name="Daphne Economou" userId="d065a339-36cf-4937-af08-41751becbd81" providerId="ADAL" clId="{D77DA4D0-DAE3-4492-81BC-56C23F50F860}" dt="2023-11-24T11:05:33.843" v="999" actId="962"/>
        <pc:sldMkLst>
          <pc:docMk/>
          <pc:sldMk cId="33712565" sldId="902"/>
        </pc:sldMkLst>
        <pc:picChg chg="mod">
          <ac:chgData name="Daphne Economou" userId="d065a339-36cf-4937-af08-41751becbd81" providerId="ADAL" clId="{D77DA4D0-DAE3-4492-81BC-56C23F50F860}" dt="2023-11-24T11:05:30.119" v="991" actId="962"/>
          <ac:picMkLst>
            <pc:docMk/>
            <pc:sldMk cId="33712565" sldId="902"/>
            <ac:picMk id="7" creationId="{1037BB4F-A373-7DC9-569B-18BDF8C53DA0}"/>
          </ac:picMkLst>
        </pc:picChg>
        <pc:picChg chg="mod">
          <ac:chgData name="Daphne Economou" userId="d065a339-36cf-4937-af08-41751becbd81" providerId="ADAL" clId="{D77DA4D0-DAE3-4492-81BC-56C23F50F860}" dt="2023-11-24T11:05:33.843" v="999" actId="962"/>
          <ac:picMkLst>
            <pc:docMk/>
            <pc:sldMk cId="33712565" sldId="902"/>
            <ac:picMk id="9" creationId="{1916BA04-9005-7041-C9B2-7D8B2F40D56C}"/>
          </ac:picMkLst>
        </pc:picChg>
      </pc:sldChg>
      <pc:sldChg chg="modSp mod">
        <pc:chgData name="Daphne Economou" userId="d065a339-36cf-4937-af08-41751becbd81" providerId="ADAL" clId="{D77DA4D0-DAE3-4492-81BC-56C23F50F860}" dt="2023-11-24T11:05:40.815" v="1023" actId="962"/>
        <pc:sldMkLst>
          <pc:docMk/>
          <pc:sldMk cId="3328638597" sldId="903"/>
        </pc:sldMkLst>
        <pc:picChg chg="mod">
          <ac:chgData name="Daphne Economou" userId="d065a339-36cf-4937-af08-41751becbd81" providerId="ADAL" clId="{D77DA4D0-DAE3-4492-81BC-56C23F50F860}" dt="2023-11-24T11:05:40.815" v="1023" actId="962"/>
          <ac:picMkLst>
            <pc:docMk/>
            <pc:sldMk cId="3328638597" sldId="903"/>
            <ac:picMk id="7" creationId="{56D51FD9-4C7B-6BE3-8A86-096C714B1C97}"/>
          </ac:picMkLst>
        </pc:picChg>
      </pc:sldChg>
      <pc:sldChg chg="add del">
        <pc:chgData name="Daphne Economou" userId="d065a339-36cf-4937-af08-41751becbd81" providerId="ADAL" clId="{D77DA4D0-DAE3-4492-81BC-56C23F50F860}" dt="2023-11-24T09:06:50.072" v="43" actId="47"/>
        <pc:sldMkLst>
          <pc:docMk/>
          <pc:sldMk cId="1237559167" sldId="90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67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4678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4678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4678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1858BF7-4513-4683-AD80-9D4F922AEB1E}" type="slidenum">
              <a:rPr lang="en-US"/>
              <a:pPr/>
              <a:t>‹#›</a:t>
            </a:fld>
            <a:endParaRPr lang="en-US"/>
          </a:p>
        </p:txBody>
      </p:sp>
    </p:spTree>
    <p:extLst>
      <p:ext uri="{BB962C8B-B14F-4D97-AF65-F5344CB8AC3E}">
        <p14:creationId xmlns:p14="http://schemas.microsoft.com/office/powerpoint/2010/main" val="267734596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00:38:40.113"/>
    </inkml:context>
    <inkml:brush xml:id="br0">
      <inkml:brushProperty name="width" value="0.2" units="cm"/>
      <inkml:brushProperty name="height" value="0.2" units="cm"/>
      <inkml:brushProperty name="color" value="#66CC00"/>
      <inkml:brushProperty name="transparency" value="89"/>
    </inkml:brush>
  </inkml:definitions>
  <inkml:trace contextRef="#ctx0" brushRef="#br0">660 715 24575,'0'262'964,"0"131"-6231,0-27 2786,15-147 2608,0-18-4034,-10 307 1237,-8 256 8442,1-108-4863,2-283-5812,0-1 4477,0 67 4536,0 0 3662,-1-434-7772,1 0 0,0-2 0,1 1 0,-1 4 0,1-6 0,0 3 0,1 0 0,-1 0 0,1 0 0,0-1 0,5 6 0,-5-7 0,1-1 0,0 0 0,-1 1 0,1-1 0,0 1 0,1-3 0,-1 2 0,0 1 0,0-1 0,1-2 0,-1 2 0,1-2 0,0 0 0,-1 3 0,1-3 0,0 0 0,0 0 0,5 2 0,33-2 0,0 0 0,0-2 0,71-10 0,-22 2 0,71-5-1199,217-2-9736,-243 15 11749,53 0-334,94-11 6340,-57 4-2838,8-1-3972,68 0-742,-99 5-5061,451-21 1198,35 1 1389,487 25 3206,-484-36 8227,-127 0-2138,58 16-9598,244-9-6192,-288 24 6566,2699 5 5669,-2210 0-449,533 0 8528,-740 29-10893,-369-7-8013,353 17 1429,-421-17 7845,1 5 3852,-35-8 3705,-135-7-6302,-15-5-1748,121-7-9552,-88-2 2745,-91 7 6138,46 5 857,47 4-66,826-14-783,-854 12 73,-21 0-624,454-9 7753,-319-6-2778,-318 6-2377,60 7-1,22 2-2113,-14-12 240,-59 0 0,-1 2 0,71 8 0,-56-3 11,67 3-1,171-10-10326,-143-3 5472,-86 3 6010,94 0 2498,-145 5-2434,-20-5-816,0 0 1,0 3-1,0-3 1,-1 0-1,1 0 1,0 0-1,7 0 0,-10 0-240,1 0-1,-1 0 0,0-3 1,0 3-1,0 0 0,0 0 1,0-2-1,0 2 0,0 0 0,0 0 1,0-3-1,0 3 0,0 0 1,0-2-1,-1 2 0,1-2 0,0 2 1,-1 0-1,1-3 0,-1 3 1,1-2-1,-1 2 0,0-3 0,1 3 1,-1-2-1,0 2 0,0 0 1,0-3-1,1-9-83,-1 3 0,0-1 0,-1 0 0,0 0 0,0 1 0,-2-1 0,1 0 0,-7-12 0,-41-75-215,41 80 178,-42-82-3591,5-1-1,-59-210 1,54 162 2674,-5-17-142,-13-260-2331,29 177 6843,-2-31-1938,-3-51-3420,1 12 98,36 245 1829,-16-264 735,17 184-1888,-16-78 4200,-7-169 977,30 99-9486,0 2 5561,1-176 8858,-1 239-13889,0-315 13221,0 546-8364,1 3 0,-1-1 0,0-1 0,-1 1 0,1-2 0,-1 3 0,0-1 0,0-1 0,0 1 0,0 1 0,-1-3 0,1 2 0,-1 1 0,0 0 0,0-3 0,-1 2 0,-3-2 0,2 3 0,0 0 0,-1-1 0,1 1 0,-1-1 0,0 1 0,0 2 0,0-3 0,1 3 0,-1 0 0,-1-2 0,1 2 0,0 0 0,-9 0 0,-29 0 286,-72 7-1,-123 32-4395,55-7 904,-70 4 3145,-136 20 629,-3-12 4996,-207 4-4890,220-24-9,-190 20-6645,-229 17-3397,-211-39 8528,312-15 2541,303 3 34,-621 26 3245,658-19-6337,-749 32-6499,519-40 10955,-293-11 6538,244-1-6001,-390 6-6460,-1112-6-5968,936-45 8759,-87-27-167,194 43 209,1026 32 0,-710-39 2025,2-31 1209,170 12-2615,376 41-2583,-119 4 4286,-236 11 3465,489 2-5887,-509-39 100,18 0 0,145 47-10752,149 6 9647,-100-9 6178,365 0-4767,0-3 0,-55 15 0,53-7 480,0-5 1,-32 5-1,-21 4 3094,58-9-4749,-46 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3T21:34:31.142"/>
    </inkml:context>
    <inkml:brush xml:id="br0">
      <inkml:brushProperty name="width" value="0.1" units="cm"/>
      <inkml:brushProperty name="height" value="0.1" units="cm"/>
      <inkml:brushProperty name="color" value="#66CC00"/>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15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B225748-449B-4E6E-B2FD-9A517E5C9785}" type="slidenum">
              <a:rPr lang="en-US"/>
              <a:pPr/>
              <a:t>‹#›</a:t>
            </a:fld>
            <a:endParaRPr lang="en-US"/>
          </a:p>
        </p:txBody>
      </p:sp>
    </p:spTree>
    <p:extLst>
      <p:ext uri="{BB962C8B-B14F-4D97-AF65-F5344CB8AC3E}">
        <p14:creationId xmlns:p14="http://schemas.microsoft.com/office/powerpoint/2010/main" val="63007278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earning.oreilly.com/library/view/research-methods-in/9780128093436/xhtml/chp004.xhtml#f0020"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1</a:t>
            </a:fld>
            <a:endParaRPr lang="en-US"/>
          </a:p>
        </p:txBody>
      </p:sp>
    </p:spTree>
    <p:extLst>
      <p:ext uri="{BB962C8B-B14F-4D97-AF65-F5344CB8AC3E}">
        <p14:creationId xmlns:p14="http://schemas.microsoft.com/office/powerpoint/2010/main" val="2342540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9D6AF-32C6-4AF7-B073-0154B1D38C5E}" type="slidenum">
              <a:rPr lang="en-US"/>
              <a:pPr/>
              <a:t>2</a:t>
            </a:fld>
            <a:endParaRPr lang="en-US" dirty="0"/>
          </a:p>
        </p:txBody>
      </p:sp>
      <p:sp>
        <p:nvSpPr>
          <p:cNvPr id="1587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D3B49"/>
                </a:solidFill>
                <a:effectLst/>
                <a:latin typeface="Noto serif" panose="02020600060500020200" pitchFamily="18" charset="0"/>
              </a:rPr>
              <a:t>All the analysis methods discussed in the previous sections are parametric tests that require several general assumptions. First, the data needs to be collected from a population that is normally distributed. Usually we consider this assumption as being met if the population has an approximately normal distribution. Second, the variables should be at least scaled by intervals. That is, the distance between any two adjacent data units should be equal. For example, when examining the age variable, the distances between 1 and 2, 2 and 3, and 80 and 81 are all equal to each other. And third, for tests that compare means of different groups, the variance in the data collected from different groups should be approximately equal.</a:t>
            </a:r>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5</a:t>
            </a:fld>
            <a:endParaRPr lang="en-US"/>
          </a:p>
        </p:txBody>
      </p:sp>
    </p:spTree>
    <p:extLst>
      <p:ext uri="{BB962C8B-B14F-4D97-AF65-F5344CB8AC3E}">
        <p14:creationId xmlns:p14="http://schemas.microsoft.com/office/powerpoint/2010/main" val="2019779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b="0" i="0" dirty="0">
                <a:solidFill>
                  <a:srgbClr val="3D3B49"/>
                </a:solidFill>
                <a:effectLst/>
              </a:rPr>
              <a:t>Some hypotheses may have to be measured through categorical variables (e.g., race or gender) or ordinal variables (e.g., ranking scales) where different items are compared directly with each other. In these cases, the intervals between the values are not equally spaced. For example, when collecting subjective satisfaction about an application, you may use a Likert scale question, as shown in </a:t>
            </a:r>
            <a:r>
              <a:rPr lang="en-GB" b="0" i="0" u="sng" dirty="0">
                <a:solidFill>
                  <a:srgbClr val="D3002D"/>
                </a:solidFill>
                <a:effectLst/>
                <a:hlinkClick r:id="rId3"/>
              </a:rPr>
              <a:t>Figure 4.3</a:t>
            </a:r>
            <a:r>
              <a:rPr lang="en-GB" b="0" i="0" dirty="0">
                <a:solidFill>
                  <a:srgbClr val="3D3B49"/>
                </a:solidFill>
                <a:effectLst/>
              </a:rPr>
              <a:t>. In this case, the distance between the two adjacent data points can be unequal. The same problem exists for questions that require “yes” or “no” answers or ask participants to rank a number of options.</a:t>
            </a:r>
            <a:endParaRPr lang="en-GB" sz="1400" dirty="0"/>
          </a:p>
          <a:p>
            <a:endParaRPr lang="en-GB" dirty="0"/>
          </a:p>
        </p:txBody>
      </p:sp>
      <p:sp>
        <p:nvSpPr>
          <p:cNvPr id="4" name="Slide Number Placeholder 3"/>
          <p:cNvSpPr>
            <a:spLocks noGrp="1"/>
          </p:cNvSpPr>
          <p:nvPr>
            <p:ph type="sldNum" sz="quarter" idx="5"/>
          </p:nvPr>
        </p:nvSpPr>
        <p:spPr/>
        <p:txBody>
          <a:bodyPr/>
          <a:lstStyle/>
          <a:p>
            <a:fld id="{3B225748-449B-4E6E-B2FD-9A517E5C9785}" type="slidenum">
              <a:rPr lang="en-US" smtClean="0"/>
              <a:pPr/>
              <a:t>6</a:t>
            </a:fld>
            <a:endParaRPr lang="en-US"/>
          </a:p>
        </p:txBody>
      </p:sp>
    </p:spTree>
    <p:extLst>
      <p:ext uri="{BB962C8B-B14F-4D97-AF65-F5344CB8AC3E}">
        <p14:creationId xmlns:p14="http://schemas.microsoft.com/office/powerpoint/2010/main" val="604014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Every parametric test has the equivalent non parametric test</a:t>
            </a:r>
          </a:p>
        </p:txBody>
      </p:sp>
      <p:sp>
        <p:nvSpPr>
          <p:cNvPr id="4" name="Slide Number Placeholder 3"/>
          <p:cNvSpPr>
            <a:spLocks noGrp="1"/>
          </p:cNvSpPr>
          <p:nvPr>
            <p:ph type="sldNum" sz="quarter" idx="5"/>
          </p:nvPr>
        </p:nvSpPr>
        <p:spPr/>
        <p:txBody>
          <a:bodyPr/>
          <a:lstStyle/>
          <a:p>
            <a:fld id="{3B225748-449B-4E6E-B2FD-9A517E5C9785}" type="slidenum">
              <a:rPr lang="en-US" smtClean="0"/>
              <a:pPr/>
              <a:t>9</a:t>
            </a:fld>
            <a:endParaRPr lang="en-US"/>
          </a:p>
        </p:txBody>
      </p:sp>
    </p:spTree>
    <p:extLst>
      <p:ext uri="{BB962C8B-B14F-4D97-AF65-F5344CB8AC3E}">
        <p14:creationId xmlns:p14="http://schemas.microsoft.com/office/powerpoint/2010/main" val="2997343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Every parametric test has the equivalent non parametric test</a:t>
            </a:r>
          </a:p>
        </p:txBody>
      </p:sp>
      <p:sp>
        <p:nvSpPr>
          <p:cNvPr id="4" name="Slide Number Placeholder 3"/>
          <p:cNvSpPr>
            <a:spLocks noGrp="1"/>
          </p:cNvSpPr>
          <p:nvPr>
            <p:ph type="sldNum" sz="quarter" idx="5"/>
          </p:nvPr>
        </p:nvSpPr>
        <p:spPr/>
        <p:txBody>
          <a:bodyPr/>
          <a:lstStyle/>
          <a:p>
            <a:fld id="{3B225748-449B-4E6E-B2FD-9A517E5C9785}" type="slidenum">
              <a:rPr lang="en-US" smtClean="0"/>
              <a:pPr/>
              <a:t>21</a:t>
            </a:fld>
            <a:endParaRPr lang="en-US"/>
          </a:p>
        </p:txBody>
      </p:sp>
    </p:spTree>
    <p:extLst>
      <p:ext uri="{BB962C8B-B14F-4D97-AF65-F5344CB8AC3E}">
        <p14:creationId xmlns:p14="http://schemas.microsoft.com/office/powerpoint/2010/main" val="2675046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2B902E-4209-4753-85C8-43F32B6EDEB1}" type="slidenum">
              <a:rPr lang="en-US"/>
              <a:pPr/>
              <a:t>42</a:t>
            </a:fld>
            <a:endParaRPr lang="en-US"/>
          </a:p>
        </p:txBody>
      </p:sp>
      <p:sp>
        <p:nvSpPr>
          <p:cNvPr id="224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24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17" name="Footer Placeholder 16"/>
          <p:cNvSpPr>
            <a:spLocks noGrp="1"/>
          </p:cNvSpPr>
          <p:nvPr>
            <p:ph type="ftr" sz="quarter" idx="11"/>
          </p:nvPr>
        </p:nvSpPr>
        <p:spPr>
          <a:xfrm>
            <a:off x="2085392" y="349231"/>
            <a:ext cx="6272821" cy="365125"/>
          </a:xfrm>
        </p:spPr>
        <p:txBody>
          <a:bodyPr/>
          <a:lstStyle>
            <a:lvl1pPr algn="r">
              <a:defRPr>
                <a:solidFill>
                  <a:schemeClr val="tx2"/>
                </a:solidFill>
                <a:latin typeface="+mj-lt"/>
              </a:defRPr>
            </a:lvl1pPr>
          </a:lstStyle>
          <a:p>
            <a:pPr algn="l"/>
            <a:r>
              <a:rPr lang="pt-BR" dirty="0"/>
              <a:t>© Dr Daphne Economou – 6MMCS009W1 Usability Testing &amp; Evaluation</a:t>
            </a:r>
            <a:endParaRPr lang="en-US" dirty="0"/>
          </a:p>
        </p:txBody>
      </p:sp>
      <p:sp>
        <p:nvSpPr>
          <p:cNvPr id="29" name="Slide Number Placeholder 28"/>
          <p:cNvSpPr>
            <a:spLocks noGrp="1"/>
          </p:cNvSpPr>
          <p:nvPr>
            <p:ph type="sldNum" sz="quarter" idx="12"/>
          </p:nvPr>
        </p:nvSpPr>
        <p:spPr>
          <a:xfrm>
            <a:off x="0" y="1285860"/>
            <a:ext cx="1052490" cy="414318"/>
          </a:xfrm>
        </p:spPr>
        <p:txBody>
          <a:bodyPr/>
          <a:lstStyle>
            <a:lvl1pPr>
              <a:defRPr sz="1400">
                <a:solidFill>
                  <a:schemeClr val="tx2"/>
                </a:solidFill>
                <a:latin typeface="+mj-lt"/>
              </a:defRPr>
            </a:lvl1pPr>
          </a:lstStyle>
          <a:p>
            <a:fld id="{C060DF7E-57CF-4468-B64C-3049F1FBC5EB}" type="slidenum">
              <a:rPr lang="en-US" smtClean="0"/>
              <a:pPr/>
              <a:t>‹#›</a:t>
            </a:fld>
            <a:r>
              <a:rPr lang="en-GB" dirty="0"/>
              <a:t>/40</a:t>
            </a:r>
            <a:endParaRPr lang="en-US" dirty="0"/>
          </a:p>
        </p:txBody>
      </p:sp>
      <p:sp>
        <p:nvSpPr>
          <p:cNvPr id="4" name="Date Placeholder 13">
            <a:extLst>
              <a:ext uri="{FF2B5EF4-FFF2-40B4-BE49-F238E27FC236}">
                <a16:creationId xmlns:a16="http://schemas.microsoft.com/office/drawing/2014/main" id="{505F4DBC-7B7B-7024-51BD-08D314F7D815}"/>
              </a:ext>
            </a:extLst>
          </p:cNvPr>
          <p:cNvSpPr>
            <a:spLocks noGrp="1"/>
          </p:cNvSpPr>
          <p:nvPr>
            <p:ph type="dt" sz="half" idx="2"/>
          </p:nvPr>
        </p:nvSpPr>
        <p:spPr>
          <a:xfrm>
            <a:off x="323528" y="6238442"/>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9"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0"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/40</a:t>
            </a:r>
            <a:endParaRPr lang="en-US" dirty="0"/>
          </a:p>
        </p:txBody>
      </p:sp>
      <p:sp>
        <p:nvSpPr>
          <p:cNvPr id="3" name="Date Placeholder 13">
            <a:extLst>
              <a:ext uri="{FF2B5EF4-FFF2-40B4-BE49-F238E27FC236}">
                <a16:creationId xmlns:a16="http://schemas.microsoft.com/office/drawing/2014/main" id="{1C28E422-E181-274C-5795-E63E940FA286}"/>
              </a:ext>
            </a:extLst>
          </p:cNvPr>
          <p:cNvSpPr txBox="1">
            <a:spLocks/>
          </p:cNvSpPr>
          <p:nvPr userDrawn="1"/>
        </p:nvSpPr>
        <p:spPr>
          <a:xfrm>
            <a:off x="6228184" y="6228734"/>
            <a:ext cx="2667000" cy="365125"/>
          </a:xfrm>
          <a:prstGeom prst="rect">
            <a:avLst/>
          </a:prstGeom>
        </p:spPr>
        <p:txBody>
          <a:bodyPr vert="horz" anchor="ctr" anchorCtr="0"/>
          <a:lstStyle>
            <a:defPPr>
              <a:defRPr lang="en-US"/>
            </a:defPPr>
            <a:lvl1pPr algn="l" rtl="0" eaLnBrk="1" fontAlgn="base" latinLnBrk="0" hangingPunct="1">
              <a:spcBef>
                <a:spcPct val="0"/>
              </a:spcBef>
              <a:spcAft>
                <a:spcPct val="0"/>
              </a:spcAft>
              <a:defRPr kumimoji="0" sz="1400" kern="1200">
                <a:solidFill>
                  <a:schemeClr val="tx2"/>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fld id="{0006284B-447C-4E67-90E1-8079BB5D4D3E}" type="datetime1">
              <a:rPr lang="en-US" smtClean="0"/>
              <a:pPr/>
              <a:t>11/24/2023</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4F96EDF4-259A-48E8-B98E-8CB70E21F623}" type="slidenum">
              <a:rPr lang="en-US" smtClean="0"/>
              <a:pPr/>
              <a:t>‹#›</a:t>
            </a:fld>
            <a:r>
              <a:rPr lang="en-GB" dirty="0"/>
              <a:t>/40</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DF49813A-CF85-0E51-CD55-194092BE8122}"/>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/40</a:t>
            </a:r>
            <a:endParaRPr lang="en-US" dirty="0"/>
          </a:p>
        </p:txBody>
      </p:sp>
      <p:sp>
        <p:nvSpPr>
          <p:cNvPr id="4" name="Date Placeholder 13">
            <a:extLst>
              <a:ext uri="{FF2B5EF4-FFF2-40B4-BE49-F238E27FC236}">
                <a16:creationId xmlns:a16="http://schemas.microsoft.com/office/drawing/2014/main" id="{2136187F-639C-D01A-2A55-D4374DA2033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8" name="Footer Placeholder 2"/>
          <p:cNvSpPr>
            <a:spLocks noGrp="1"/>
          </p:cNvSpPr>
          <p:nvPr>
            <p:ph type="ftr" sz="quarter" idx="11"/>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9" name="Slide Number Placeholder 22"/>
          <p:cNvSpPr>
            <a:spLocks noGrp="1"/>
          </p:cNvSpPr>
          <p:nvPr>
            <p:ph type="sldNum" sz="quarter" idx="12"/>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/40</a:t>
            </a:r>
            <a:endParaRPr lang="en-US" dirty="0"/>
          </a:p>
        </p:txBody>
      </p:sp>
      <p:sp>
        <p:nvSpPr>
          <p:cNvPr id="4" name="Date Placeholder 13">
            <a:extLst>
              <a:ext uri="{FF2B5EF4-FFF2-40B4-BE49-F238E27FC236}">
                <a16:creationId xmlns:a16="http://schemas.microsoft.com/office/drawing/2014/main" id="{5A299AE0-851E-10DA-F04E-7D912871F4D0}"/>
              </a:ext>
            </a:extLst>
          </p:cNvPr>
          <p:cNvSpPr>
            <a:spLocks noGrp="1"/>
          </p:cNvSpPr>
          <p:nvPr>
            <p:ph type="dt" sz="half" idx="13"/>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7"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8"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/40</a:t>
            </a:r>
            <a:endParaRPr lang="en-US" dirty="0"/>
          </a:p>
        </p:txBody>
      </p:sp>
      <p:sp>
        <p:nvSpPr>
          <p:cNvPr id="4" name="Date Placeholder 13">
            <a:extLst>
              <a:ext uri="{FF2B5EF4-FFF2-40B4-BE49-F238E27FC236}">
                <a16:creationId xmlns:a16="http://schemas.microsoft.com/office/drawing/2014/main" id="{A569ABFA-F887-3557-9114-B5097679A40E}"/>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1214422"/>
            <a:ext cx="533400" cy="381000"/>
          </a:xfrm>
        </p:spPr>
        <p:txBody>
          <a:bodyPr/>
          <a:lstStyle>
            <a:lvl1pPr>
              <a:defRPr>
                <a:solidFill>
                  <a:schemeClr val="tx2"/>
                </a:solidFill>
              </a:defRPr>
            </a:lvl1pPr>
          </a:lstStyle>
          <a:p>
            <a:fld id="{9C3E9F5B-33E4-4C48-838B-3AF7363C1F62}" type="slidenum">
              <a:rPr lang="en-US" smtClean="0"/>
              <a:pPr/>
              <a:t>‹#›</a:t>
            </a:fld>
            <a:r>
              <a:rPr lang="en-GB" dirty="0"/>
              <a:t>/46</a:t>
            </a:r>
            <a:endParaRPr lang="en-US" dirty="0"/>
          </a:p>
        </p:txBody>
      </p:sp>
      <p:sp>
        <p:nvSpPr>
          <p:cNvPr id="6"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3" name="Date Placeholder 13">
            <a:extLst>
              <a:ext uri="{FF2B5EF4-FFF2-40B4-BE49-F238E27FC236}">
                <a16:creationId xmlns:a16="http://schemas.microsoft.com/office/drawing/2014/main" id="{FF47C467-4A81-7199-5745-116D3C16FFAC}"/>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11"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/40</a:t>
            </a:r>
            <a:endParaRPr lang="en-US" dirty="0"/>
          </a:p>
        </p:txBody>
      </p:sp>
      <p:sp>
        <p:nvSpPr>
          <p:cNvPr id="5" name="Date Placeholder 13">
            <a:extLst>
              <a:ext uri="{FF2B5EF4-FFF2-40B4-BE49-F238E27FC236}">
                <a16:creationId xmlns:a16="http://schemas.microsoft.com/office/drawing/2014/main" id="{B6F449C1-9F9E-4629-CE2B-668CF8D131D1}"/>
              </a:ext>
            </a:extLst>
          </p:cNvPr>
          <p:cNvSpPr>
            <a:spLocks noGrp="1"/>
          </p:cNvSpPr>
          <p:nvPr>
            <p:ph type="dt" sz="half" idx="10"/>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4BE7CD94-2C2C-4A46-B8C9-91A99E3E7349}" type="slidenum">
              <a:rPr lang="en-US" smtClean="0"/>
              <a:pPr/>
              <a:t>‹#›</a:t>
            </a:fld>
            <a:r>
              <a:rPr lang="en-GB" dirty="0"/>
              <a:t>/40</a:t>
            </a: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
        <p:nvSpPr>
          <p:cNvPr id="16" name="Footer Placeholder 2"/>
          <p:cNvSpPr>
            <a:spLocks noGrp="1"/>
          </p:cNvSpPr>
          <p:nvPr>
            <p:ph type="ftr" sz="quarter" idx="3"/>
          </p:nvPr>
        </p:nvSpPr>
        <p:spPr>
          <a:xfrm>
            <a:off x="1643042"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6" name="Date Placeholder 13">
            <a:extLst>
              <a:ext uri="{FF2B5EF4-FFF2-40B4-BE49-F238E27FC236}">
                <a16:creationId xmlns:a16="http://schemas.microsoft.com/office/drawing/2014/main" id="{54C2D1FA-3632-85BA-BEC2-19932D273BB5}"/>
              </a:ext>
            </a:extLst>
          </p:cNvPr>
          <p:cNvSpPr>
            <a:spLocks noGrp="1"/>
          </p:cNvSpPr>
          <p:nvPr>
            <p:ph type="dt" sz="half" idx="12"/>
          </p:nvPr>
        </p:nvSpPr>
        <p:spPr>
          <a:xfrm>
            <a:off x="7158782" y="6248400"/>
            <a:ext cx="1604217"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9"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/40</a:t>
            </a:r>
            <a:endParaRPr lang="en-US" dirty="0"/>
          </a:p>
        </p:txBody>
      </p:sp>
      <p:sp>
        <p:nvSpPr>
          <p:cNvPr id="5" name="Date Placeholder 13">
            <a:extLst>
              <a:ext uri="{FF2B5EF4-FFF2-40B4-BE49-F238E27FC236}">
                <a16:creationId xmlns:a16="http://schemas.microsoft.com/office/drawing/2014/main" id="{26E20360-0348-0174-7D4F-DFE9FC9D0787}"/>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7C3E6EAB-590E-420F-8972-D0079F9FDAE3}" type="slidenum">
              <a:rPr lang="en-US" smtClean="0"/>
              <a:pPr/>
              <a:t>‹#›</a:t>
            </a:fld>
            <a:r>
              <a:rPr lang="en-GB" dirty="0"/>
              <a:t>/40</a:t>
            </a:r>
            <a:endParaRPr lang="en-US" dirty="0"/>
          </a:p>
        </p:txBody>
      </p:sp>
      <p:sp>
        <p:nvSpPr>
          <p:cNvPr id="11"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dirty="0"/>
              <a:t>© Dr Daphne Economou – 6MMCS009W1 Usability Testing &amp; Evaluation</a:t>
            </a:r>
            <a:endParaRPr lang="en-US" dirty="0"/>
          </a:p>
        </p:txBody>
      </p:sp>
      <p:sp>
        <p:nvSpPr>
          <p:cNvPr id="5" name="Date Placeholder 13">
            <a:extLst>
              <a:ext uri="{FF2B5EF4-FFF2-40B4-BE49-F238E27FC236}">
                <a16:creationId xmlns:a16="http://schemas.microsoft.com/office/drawing/2014/main" id="{AD15077A-B0B4-1511-1954-EB8D31D59042}"/>
              </a:ext>
            </a:extLst>
          </p:cNvPr>
          <p:cNvSpPr>
            <a:spLocks noGrp="1"/>
          </p:cNvSpPr>
          <p:nvPr>
            <p:ph type="dt" sz="half" idx="2"/>
          </p:nvPr>
        </p:nvSpPr>
        <p:spPr>
          <a:xfrm>
            <a:off x="6553200" y="6248400"/>
            <a:ext cx="22098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latin typeface="+mn-lt"/>
              </a:defRPr>
            </a:lvl1pPr>
          </a:lstStyle>
          <a:p>
            <a:pPr algn="l"/>
            <a:r>
              <a:rPr lang="en-GB"/>
              <a:t>© Dr Daphne Economou – 6MMCS009W1 Usability Testing &amp; Evaluation</a:t>
            </a:r>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Autofit/>
          </a:bodyPr>
          <a:lstStyle>
            <a:lvl1pPr algn="ctr" eaLnBrk="1" latinLnBrk="0" hangingPunct="1">
              <a:defRPr kumimoji="0" sz="1000" b="1">
                <a:solidFill>
                  <a:srgbClr val="FFFFFF"/>
                </a:solidFill>
                <a:latin typeface="+mn-lt"/>
              </a:defRPr>
            </a:lvl1pPr>
          </a:lstStyle>
          <a:p>
            <a:fld id="{9FD7ECCF-50E7-4327-B945-FA93FF7B2BEF}" type="slidenum">
              <a:rPr lang="en-US" smtClean="0"/>
              <a:pPr/>
              <a:t>‹#›</a:t>
            </a:fld>
            <a:r>
              <a:rPr lang="en-GB" dirty="0"/>
              <a:t>/46</a:t>
            </a:r>
            <a:endParaRPr lang="en-US" dirty="0"/>
          </a:p>
        </p:txBody>
      </p:sp>
      <p:sp>
        <p:nvSpPr>
          <p:cNvPr id="10" name="Line 27"/>
          <p:cNvSpPr>
            <a:spLocks noChangeShapeType="1"/>
          </p:cNvSpPr>
          <p:nvPr userDrawn="1"/>
        </p:nvSpPr>
        <p:spPr bwMode="auto">
          <a:xfrm>
            <a:off x="381000" y="914400"/>
            <a:ext cx="8534400" cy="0"/>
          </a:xfrm>
          <a:prstGeom prst="line">
            <a:avLst/>
          </a:prstGeom>
          <a:noFill/>
          <a:ln w="19050">
            <a:solidFill>
              <a:schemeClr val="tx1"/>
            </a:solidFill>
            <a:prstDash val="sysDot"/>
            <a:round/>
            <a:headEnd/>
            <a:tailEnd/>
          </a:ln>
          <a:effectLst/>
        </p:spPr>
        <p:txBody>
          <a:bodyPr wrap="none"/>
          <a:lstStyle/>
          <a:p>
            <a:endParaRPr lang="en-GB"/>
          </a:p>
        </p:txBody>
      </p:sp>
      <p:sp>
        <p:nvSpPr>
          <p:cNvPr id="5" name="Date Placeholder 13">
            <a:extLst>
              <a:ext uri="{FF2B5EF4-FFF2-40B4-BE49-F238E27FC236}">
                <a16:creationId xmlns:a16="http://schemas.microsoft.com/office/drawing/2014/main" id="{2F762C04-DF6A-24BE-2A9C-262AF820BD94}"/>
              </a:ext>
            </a:extLst>
          </p:cNvPr>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mn-lt"/>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hyperlink" Target="https://people.smp.uq.edu.au/YoniNazarathy/stat_models_B_course_spring_07/distributions/chisqtab.pdf" TargetMode="External"/><Relationship Id="rId5" Type="http://schemas.openxmlformats.org/officeDocument/2006/relationships/image" Target="../media/image14.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people.smp.uq.edu.au/YoniNazarathy/stat_models_B_course_spring_07/distributions/chisqtab.pdf" TargetMode="External"/><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scribbr.com/statistics/chi-square-distribution-tabl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62200" y="1700178"/>
            <a:ext cx="6477000" cy="4167222"/>
          </a:xfrm>
        </p:spPr>
        <p:txBody>
          <a:bodyPr>
            <a:normAutofit/>
          </a:bodyPr>
          <a:lstStyle/>
          <a:p>
            <a:r>
              <a:rPr lang="en-US" dirty="0"/>
              <a:t>Hypothesis Testing Process</a:t>
            </a:r>
            <a:br>
              <a:rPr lang="en-US" dirty="0"/>
            </a:br>
            <a:br>
              <a:rPr lang="en-US" dirty="0"/>
            </a:br>
            <a:r>
              <a:rPr lang="en-US" dirty="0"/>
              <a:t>Non Parametric tests</a:t>
            </a:r>
            <a:br>
              <a:rPr lang="en-US" dirty="0"/>
            </a:br>
            <a:endParaRPr lang="en-GB" dirty="0"/>
          </a:p>
        </p:txBody>
      </p:sp>
      <p:sp>
        <p:nvSpPr>
          <p:cNvPr id="3" name="Subtitle 2"/>
          <p:cNvSpPr>
            <a:spLocks noGrp="1"/>
          </p:cNvSpPr>
          <p:nvPr>
            <p:ph type="subTitle" idx="1"/>
          </p:nvPr>
        </p:nvSpPr>
        <p:spPr/>
        <p:txBody>
          <a:bodyPr>
            <a:normAutofit/>
          </a:bodyPr>
          <a:lstStyle/>
          <a:p>
            <a:r>
              <a:rPr lang="en-GB" dirty="0"/>
              <a:t>Week 10</a:t>
            </a:r>
          </a:p>
        </p:txBody>
      </p:sp>
      <p:sp>
        <p:nvSpPr>
          <p:cNvPr id="7" name="Footer Placeholder 6">
            <a:extLst>
              <a:ext uri="{FF2B5EF4-FFF2-40B4-BE49-F238E27FC236}">
                <a16:creationId xmlns:a16="http://schemas.microsoft.com/office/drawing/2014/main" id="{28D10EF2-9C4A-8E62-6946-77A94C1B8C93}"/>
              </a:ext>
            </a:extLst>
          </p:cNvPr>
          <p:cNvSpPr>
            <a:spLocks noGrp="1"/>
          </p:cNvSpPr>
          <p:nvPr>
            <p:ph type="ftr" sz="quarter" idx="11"/>
          </p:nvPr>
        </p:nvSpPr>
        <p:spPr/>
        <p:txBody>
          <a:bodyPr/>
          <a:lstStyle/>
          <a:p>
            <a:pPr algn="l"/>
            <a:r>
              <a:rPr lang="pt-BR"/>
              <a:t>© Dr Daphne Economou – 6MMCS009W1 Usability Testing &amp; Evaluation</a:t>
            </a:r>
            <a:endParaRPr lang="en-US" dirty="0"/>
          </a:p>
        </p:txBody>
      </p:sp>
      <p:sp>
        <p:nvSpPr>
          <p:cNvPr id="8" name="Slide Number Placeholder 7">
            <a:extLst>
              <a:ext uri="{FF2B5EF4-FFF2-40B4-BE49-F238E27FC236}">
                <a16:creationId xmlns:a16="http://schemas.microsoft.com/office/drawing/2014/main" id="{BC482992-C6CA-3F8A-F92E-AAD1284FAB15}"/>
              </a:ext>
            </a:extLst>
          </p:cNvPr>
          <p:cNvSpPr>
            <a:spLocks noGrp="1"/>
          </p:cNvSpPr>
          <p:nvPr>
            <p:ph type="sldNum" sz="quarter" idx="12"/>
          </p:nvPr>
        </p:nvSpPr>
        <p:spPr/>
        <p:txBody>
          <a:bodyPr/>
          <a:lstStyle/>
          <a:p>
            <a:fld id="{C060DF7E-57CF-4468-B64C-3049F1FBC5EB}" type="slidenum">
              <a:rPr lang="en-US" smtClean="0"/>
              <a:pPr/>
              <a:t>1</a:t>
            </a:fld>
            <a:r>
              <a:rPr lang="en-GB" dirty="0"/>
              <a:t>/40</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noAutofit/>
          </a:bodyPr>
          <a:lstStyle/>
          <a:p>
            <a:r>
              <a:rPr lang="en-GB" dirty="0"/>
              <a:t>Recap</a:t>
            </a:r>
            <a:endParaRPr lang="en-US" dirty="0"/>
          </a:p>
        </p:txBody>
      </p:sp>
      <p:sp>
        <p:nvSpPr>
          <p:cNvPr id="157699" name="Rectangle 3"/>
          <p:cNvSpPr>
            <a:spLocks noGrp="1" noChangeArrowheads="1"/>
          </p:cNvSpPr>
          <p:nvPr>
            <p:ph sz="quarter" idx="1"/>
          </p:nvPr>
        </p:nvSpPr>
        <p:spPr>
          <a:xfrm>
            <a:off x="612648" y="1600200"/>
            <a:ext cx="8153400" cy="4781128"/>
          </a:xfrm>
        </p:spPr>
        <p:txBody>
          <a:bodyPr>
            <a:normAutofit/>
          </a:bodyPr>
          <a:lstStyle/>
          <a:p>
            <a:pPr>
              <a:lnSpc>
                <a:spcPct val="110000"/>
              </a:lnSpc>
              <a:spcBef>
                <a:spcPts val="600"/>
              </a:spcBef>
              <a:spcAft>
                <a:spcPts val="600"/>
              </a:spcAft>
            </a:pPr>
            <a:r>
              <a:rPr lang="en-GB" sz="2800" dirty="0">
                <a:solidFill>
                  <a:schemeClr val="tx2">
                    <a:lumMod val="50000"/>
                  </a:schemeClr>
                </a:solidFill>
              </a:rPr>
              <a:t>In Week 9</a:t>
            </a:r>
          </a:p>
          <a:p>
            <a:pPr marL="623888" lvl="1" indent="-268288">
              <a:lnSpc>
                <a:spcPct val="110000"/>
              </a:lnSpc>
              <a:spcBef>
                <a:spcPts val="600"/>
              </a:spcBef>
              <a:spcAft>
                <a:spcPts val="600"/>
              </a:spcAft>
            </a:pPr>
            <a:r>
              <a:rPr lang="en-GB" sz="2400" dirty="0">
                <a:solidFill>
                  <a:schemeClr val="tx2">
                    <a:lumMod val="50000"/>
                  </a:schemeClr>
                </a:solidFill>
              </a:rPr>
              <a:t>Hypothesis testing process</a:t>
            </a:r>
          </a:p>
          <a:p>
            <a:pPr marL="623888" lvl="1" indent="-268288">
              <a:lnSpc>
                <a:spcPct val="110000"/>
              </a:lnSpc>
              <a:spcBef>
                <a:spcPts val="600"/>
              </a:spcBef>
              <a:spcAft>
                <a:spcPts val="600"/>
              </a:spcAft>
            </a:pPr>
            <a:r>
              <a:rPr lang="en-GB" sz="2400" dirty="0">
                <a:solidFill>
                  <a:schemeClr val="tx2">
                    <a:lumMod val="50000"/>
                  </a:schemeClr>
                </a:solidFill>
              </a:rPr>
              <a:t>Parametric Tests ANOVAS</a:t>
            </a:r>
          </a:p>
          <a:p>
            <a:pPr marL="623888" lvl="1" indent="-268288">
              <a:lnSpc>
                <a:spcPct val="110000"/>
              </a:lnSpc>
              <a:spcBef>
                <a:spcPts val="600"/>
              </a:spcBef>
              <a:spcAft>
                <a:spcPts val="600"/>
              </a:spcAft>
            </a:pPr>
            <a:r>
              <a:rPr lang="en-GB" sz="2400" dirty="0">
                <a:solidFill>
                  <a:schemeClr val="tx2">
                    <a:lumMod val="50000"/>
                  </a:schemeClr>
                </a:solidFill>
              </a:rPr>
              <a:t>Correlations</a:t>
            </a:r>
          </a:p>
          <a:p>
            <a:pPr>
              <a:lnSpc>
                <a:spcPct val="110000"/>
              </a:lnSpc>
              <a:spcBef>
                <a:spcPts val="600"/>
              </a:spcBef>
              <a:spcAft>
                <a:spcPts val="600"/>
              </a:spcAft>
            </a:pPr>
            <a:r>
              <a:rPr lang="en-GB" sz="2800" dirty="0">
                <a:solidFill>
                  <a:schemeClr val="tx2">
                    <a:lumMod val="50000"/>
                  </a:schemeClr>
                </a:solidFill>
              </a:rPr>
              <a:t>This week</a:t>
            </a:r>
          </a:p>
          <a:p>
            <a:pPr marL="623888" lvl="1" indent="-268288">
              <a:lnSpc>
                <a:spcPct val="110000"/>
              </a:lnSpc>
              <a:spcBef>
                <a:spcPts val="600"/>
              </a:spcBef>
              <a:spcAft>
                <a:spcPts val="600"/>
              </a:spcAft>
            </a:pPr>
            <a:r>
              <a:rPr lang="en-GB" sz="2400" dirty="0">
                <a:solidFill>
                  <a:schemeClr val="tx2">
                    <a:lumMod val="50000"/>
                  </a:schemeClr>
                </a:solidFill>
              </a:rPr>
              <a:t>Non </a:t>
            </a:r>
            <a:r>
              <a:rPr lang="en-GB" sz="2400" dirty="0" err="1">
                <a:solidFill>
                  <a:schemeClr val="tx2">
                    <a:lumMod val="50000"/>
                  </a:schemeClr>
                </a:solidFill>
              </a:rPr>
              <a:t>Parametrics</a:t>
            </a:r>
            <a:r>
              <a:rPr lang="en-GB" sz="2400" dirty="0">
                <a:solidFill>
                  <a:schemeClr val="tx2">
                    <a:lumMod val="50000"/>
                  </a:schemeClr>
                </a:solidFill>
              </a:rPr>
              <a:t> test</a:t>
            </a: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500" dirty="0">
              <a:solidFill>
                <a:schemeClr val="tx2">
                  <a:lumMod val="50000"/>
                </a:schemeClr>
              </a:solidFill>
            </a:endParaRPr>
          </a:p>
          <a:p>
            <a:pPr lvl="1">
              <a:lnSpc>
                <a:spcPct val="110000"/>
              </a:lnSpc>
              <a:spcBef>
                <a:spcPts val="600"/>
              </a:spcBef>
              <a:spcAft>
                <a:spcPts val="600"/>
              </a:spcAft>
            </a:pPr>
            <a:endParaRPr lang="en-GB" sz="2100" dirty="0">
              <a:solidFill>
                <a:schemeClr val="tx2">
                  <a:lumMod val="50000"/>
                </a:schemeClr>
              </a:solidFill>
            </a:endParaRPr>
          </a:p>
        </p:txBody>
      </p:sp>
      <p:sp>
        <p:nvSpPr>
          <p:cNvPr id="2" name="Footer Placeholder 1">
            <a:extLst>
              <a:ext uri="{FF2B5EF4-FFF2-40B4-BE49-F238E27FC236}">
                <a16:creationId xmlns:a16="http://schemas.microsoft.com/office/drawing/2014/main" id="{2D8497E1-6078-64B2-FEEC-235FAA92191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3" name="Slide Number Placeholder 2">
            <a:extLst>
              <a:ext uri="{FF2B5EF4-FFF2-40B4-BE49-F238E27FC236}">
                <a16:creationId xmlns:a16="http://schemas.microsoft.com/office/drawing/2014/main" id="{5B3368DC-31C3-7270-C7A6-04030020D495}"/>
              </a:ext>
            </a:extLst>
          </p:cNvPr>
          <p:cNvSpPr>
            <a:spLocks noGrp="1"/>
          </p:cNvSpPr>
          <p:nvPr>
            <p:ph type="sldNum" sz="quarter" idx="4"/>
          </p:nvPr>
        </p:nvSpPr>
        <p:spPr/>
        <p:txBody>
          <a:bodyPr/>
          <a:lstStyle/>
          <a:p>
            <a:fld id="{9FD7ECCF-50E7-4327-B945-FA93FF7B2BEF}" type="slidenum">
              <a:rPr lang="en-US" smtClean="0"/>
              <a:pPr/>
              <a:t>2</a:t>
            </a:fld>
            <a:r>
              <a:rPr lang="en-GB"/>
              <a:t>/40</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3410-D729-37F4-E8CF-ADD12E762EBA}"/>
              </a:ext>
            </a:extLst>
          </p:cNvPr>
          <p:cNvSpPr>
            <a:spLocks noGrp="1"/>
          </p:cNvSpPr>
          <p:nvPr>
            <p:ph type="title"/>
          </p:nvPr>
        </p:nvSpPr>
        <p:spPr>
          <a:xfrm>
            <a:off x="4031940" y="228600"/>
            <a:ext cx="5112060" cy="990600"/>
          </a:xfrm>
        </p:spPr>
        <p:txBody>
          <a:bodyPr>
            <a:normAutofit fontScale="90000"/>
          </a:bodyPr>
          <a:lstStyle/>
          <a:p>
            <a:r>
              <a:rPr lang="en-GB" dirty="0"/>
              <a:t>Types of statistical test</a:t>
            </a:r>
          </a:p>
        </p:txBody>
      </p:sp>
      <p:graphicFrame>
        <p:nvGraphicFramePr>
          <p:cNvPr id="8" name="Table 8">
            <a:extLst>
              <a:ext uri="{FF2B5EF4-FFF2-40B4-BE49-F238E27FC236}">
                <a16:creationId xmlns:a16="http://schemas.microsoft.com/office/drawing/2014/main" id="{6E6516DE-5206-D468-90BB-18C7FE18575A}"/>
              </a:ext>
            </a:extLst>
          </p:cNvPr>
          <p:cNvGraphicFramePr>
            <a:graphicFrameLocks noGrp="1"/>
          </p:cNvGraphicFramePr>
          <p:nvPr>
            <p:ph sz="quarter" idx="1"/>
          </p:nvPr>
        </p:nvGraphicFramePr>
        <p:xfrm>
          <a:off x="827584" y="1700808"/>
          <a:ext cx="7938465" cy="4076066"/>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1291783787"/>
                    </a:ext>
                  </a:extLst>
                </a:gridCol>
                <a:gridCol w="1152128">
                  <a:extLst>
                    <a:ext uri="{9D8B030D-6E8A-4147-A177-3AD203B41FA5}">
                      <a16:colId xmlns:a16="http://schemas.microsoft.com/office/drawing/2014/main" val="3231912141"/>
                    </a:ext>
                  </a:extLst>
                </a:gridCol>
                <a:gridCol w="936104">
                  <a:extLst>
                    <a:ext uri="{9D8B030D-6E8A-4147-A177-3AD203B41FA5}">
                      <a16:colId xmlns:a16="http://schemas.microsoft.com/office/drawing/2014/main" val="4036426565"/>
                    </a:ext>
                  </a:extLst>
                </a:gridCol>
                <a:gridCol w="1080120">
                  <a:extLst>
                    <a:ext uri="{9D8B030D-6E8A-4147-A177-3AD203B41FA5}">
                      <a16:colId xmlns:a16="http://schemas.microsoft.com/office/drawing/2014/main" val="781572535"/>
                    </a:ext>
                  </a:extLst>
                </a:gridCol>
                <a:gridCol w="936104">
                  <a:extLst>
                    <a:ext uri="{9D8B030D-6E8A-4147-A177-3AD203B41FA5}">
                      <a16:colId xmlns:a16="http://schemas.microsoft.com/office/drawing/2014/main" val="2722359463"/>
                    </a:ext>
                  </a:extLst>
                </a:gridCol>
                <a:gridCol w="936104">
                  <a:extLst>
                    <a:ext uri="{9D8B030D-6E8A-4147-A177-3AD203B41FA5}">
                      <a16:colId xmlns:a16="http://schemas.microsoft.com/office/drawing/2014/main" val="3486322763"/>
                    </a:ext>
                  </a:extLst>
                </a:gridCol>
                <a:gridCol w="1313729">
                  <a:extLst>
                    <a:ext uri="{9D8B030D-6E8A-4147-A177-3AD203B41FA5}">
                      <a16:colId xmlns:a16="http://schemas.microsoft.com/office/drawing/2014/main" val="1014836555"/>
                    </a:ext>
                  </a:extLst>
                </a:gridCol>
              </a:tblGrid>
              <a:tr h="525978">
                <a:tc>
                  <a:txBody>
                    <a:bodyPr/>
                    <a:lstStyle/>
                    <a:p>
                      <a:r>
                        <a:rPr lang="en-GB" sz="1400" dirty="0"/>
                        <a:t>Data</a:t>
                      </a:r>
                    </a:p>
                  </a:txBody>
                  <a:tcPr/>
                </a:tc>
                <a:tc>
                  <a:txBody>
                    <a:bodyPr/>
                    <a:lstStyle/>
                    <a:p>
                      <a:r>
                        <a:rPr lang="en-GB" sz="1400" dirty="0"/>
                        <a:t>Test type</a:t>
                      </a:r>
                    </a:p>
                  </a:txBody>
                  <a:tcPr/>
                </a:tc>
                <a:tc>
                  <a:txBody>
                    <a:bodyPr/>
                    <a:lstStyle/>
                    <a:p>
                      <a:r>
                        <a:rPr lang="en-GB" sz="1400" dirty="0"/>
                        <a:t>Sample size</a:t>
                      </a:r>
                    </a:p>
                  </a:txBody>
                  <a:tcPr/>
                </a:tc>
                <a:tc>
                  <a:txBody>
                    <a:bodyPr/>
                    <a:lstStyle/>
                    <a:p>
                      <a:r>
                        <a:rPr lang="en-GB" sz="1400" dirty="0"/>
                        <a:t>Data distribution</a:t>
                      </a:r>
                    </a:p>
                  </a:txBody>
                  <a:tcPr/>
                </a:tc>
                <a:tc>
                  <a:txBody>
                    <a:bodyPr/>
                    <a:lstStyle/>
                    <a:p>
                      <a:r>
                        <a:rPr lang="en-GB" sz="1400" dirty="0"/>
                        <a:t>Variance</a:t>
                      </a:r>
                    </a:p>
                  </a:txBody>
                  <a:tcPr/>
                </a:tc>
                <a:tc>
                  <a:txBody>
                    <a:bodyPr/>
                    <a:lstStyle/>
                    <a:p>
                      <a:r>
                        <a:rPr lang="en-GB" sz="1400" dirty="0"/>
                        <a:t>Outliers</a:t>
                      </a:r>
                    </a:p>
                  </a:txBody>
                  <a:tcPr/>
                </a:tc>
                <a:tc>
                  <a:txBody>
                    <a:bodyPr/>
                    <a:lstStyle/>
                    <a:p>
                      <a:r>
                        <a:rPr lang="en-GB" sz="1400" dirty="0"/>
                        <a:t>Statistical tests</a:t>
                      </a:r>
                    </a:p>
                  </a:txBody>
                  <a:tcPr/>
                </a:tc>
                <a:extLst>
                  <a:ext uri="{0D108BD9-81ED-4DB2-BD59-A6C34878D82A}">
                    <a16:rowId xmlns:a16="http://schemas.microsoft.com/office/drawing/2014/main" val="982953"/>
                  </a:ext>
                </a:extLst>
              </a:tr>
              <a:tr h="666268">
                <a:tc rowSpan="2">
                  <a:txBody>
                    <a:bodyPr/>
                    <a:lstStyle/>
                    <a:p>
                      <a:r>
                        <a:rPr lang="en-GB" sz="1400" b="1" dirty="0"/>
                        <a:t>Interval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Scale without a fundamental zero</a:t>
                      </a:r>
                    </a:p>
                  </a:txBody>
                  <a:tcPr anchor="ctr">
                    <a:solidFill>
                      <a:schemeClr val="accent1">
                        <a:lumMod val="20000"/>
                        <a:lumOff val="80000"/>
                      </a:schemeClr>
                    </a:solidFill>
                  </a:tcPr>
                </a:tc>
                <a:tc rowSpan="4">
                  <a:txBody>
                    <a:bodyPr/>
                    <a:lstStyle/>
                    <a:p>
                      <a:r>
                        <a:rPr kumimoji="0" lang="en-GB" sz="1400" b="1" i="0" kern="1200" dirty="0">
                          <a:solidFill>
                            <a:schemeClr val="dk1"/>
                          </a:solidFill>
                          <a:effectLst/>
                          <a:latin typeface="+mn-lt"/>
                          <a:ea typeface="+mn-ea"/>
                          <a:cs typeface="+mn-cs"/>
                        </a:rPr>
                        <a:t>Parametric </a:t>
                      </a:r>
                      <a:r>
                        <a:rPr kumimoji="0" lang="en-GB" sz="1400" b="0" i="0" kern="1200" dirty="0">
                          <a:solidFill>
                            <a:schemeClr val="dk1"/>
                          </a:solidFill>
                          <a:effectLst/>
                          <a:latin typeface="+mn-lt"/>
                          <a:ea typeface="+mn-ea"/>
                          <a:cs typeface="+mn-cs"/>
                        </a:rPr>
                        <a:t>statistical test</a:t>
                      </a:r>
                      <a:endParaRPr lang="en-GB" sz="1400" b="0" dirty="0"/>
                    </a:p>
                  </a:txBody>
                  <a:tcPr anchor="ctr">
                    <a:solidFill>
                      <a:schemeClr val="accent1">
                        <a:lumMod val="20000"/>
                        <a:lumOff val="80000"/>
                      </a:schemeClr>
                    </a:solidFill>
                  </a:tcPr>
                </a:tc>
                <a:tc rowSpan="4">
                  <a:txBody>
                    <a:bodyPr/>
                    <a:lstStyle/>
                    <a:p>
                      <a:r>
                        <a:rPr lang="en-GB" sz="1400" b="1" dirty="0"/>
                        <a:t>Large sample</a:t>
                      </a:r>
                    </a:p>
                  </a:txBody>
                  <a:tcPr anchor="ctr">
                    <a:solidFill>
                      <a:schemeClr val="accent1">
                        <a:lumMod val="20000"/>
                        <a:lumOff val="80000"/>
                      </a:schemeClr>
                    </a:solidFill>
                  </a:tcPr>
                </a:tc>
                <a:tc rowSpan="4">
                  <a:txBody>
                    <a:bodyPr/>
                    <a:lstStyle/>
                    <a:p>
                      <a:r>
                        <a:rPr kumimoji="0" lang="en-GB" sz="1400" b="0" i="0" kern="1200" dirty="0">
                          <a:solidFill>
                            <a:schemeClr val="dk1"/>
                          </a:solidFill>
                          <a:effectLst/>
                          <a:latin typeface="+mn-lt"/>
                          <a:ea typeface="+mn-ea"/>
                          <a:cs typeface="+mn-cs"/>
                        </a:rPr>
                        <a:t>data is </a:t>
                      </a:r>
                      <a:r>
                        <a:rPr kumimoji="0" lang="en-GB" sz="1400" b="1" i="0" kern="1200" dirty="0">
                          <a:solidFill>
                            <a:schemeClr val="dk1"/>
                          </a:solidFill>
                          <a:effectLst/>
                          <a:latin typeface="+mn-lt"/>
                          <a:ea typeface="+mn-ea"/>
                          <a:cs typeface="+mn-cs"/>
                        </a:rPr>
                        <a:t>normally distributed</a:t>
                      </a:r>
                      <a:endParaRPr lang="en-GB" sz="1400" b="1" dirty="0"/>
                    </a:p>
                  </a:txBody>
                  <a:tcPr anchor="ctr">
                    <a:solidFill>
                      <a:schemeClr val="accent1">
                        <a:lumMod val="20000"/>
                        <a:lumOff val="80000"/>
                      </a:schemeClr>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Equal variances</a:t>
                      </a:r>
                    </a:p>
                    <a:p>
                      <a:endParaRPr lang="en-GB" sz="1400" b="1" dirty="0"/>
                    </a:p>
                  </a:txBody>
                  <a:tcPr anchor="ctr">
                    <a:solidFill>
                      <a:schemeClr val="accent1">
                        <a:lumMod val="20000"/>
                        <a:lumOff val="80000"/>
                      </a:schemeClr>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No</a:t>
                      </a:r>
                      <a:r>
                        <a:rPr lang="en-GB" sz="1400" dirty="0"/>
                        <a:t> </a:t>
                      </a:r>
                      <a:r>
                        <a:rPr lang="en-GB" sz="1400" b="1" dirty="0"/>
                        <a:t>Outliers</a:t>
                      </a:r>
                    </a:p>
                    <a:p>
                      <a:endParaRPr lang="en-GB" sz="1400" b="1" dirty="0"/>
                    </a:p>
                  </a:txBody>
                  <a:tcPr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1" kern="1200" dirty="0">
                          <a:solidFill>
                            <a:schemeClr val="dk1"/>
                          </a:solidFill>
                          <a:effectLst/>
                          <a:latin typeface="+mn-lt"/>
                          <a:ea typeface="+mn-ea"/>
                          <a:cs typeface="+mn-cs"/>
                        </a:rPr>
                        <a:t>z-</a:t>
                      </a:r>
                      <a:r>
                        <a:rPr kumimoji="0" lang="en-GB" sz="1400" b="1" i="0" kern="1200" dirty="0">
                          <a:solidFill>
                            <a:schemeClr val="dk1"/>
                          </a:solidFill>
                          <a:effectLst/>
                          <a:latin typeface="+mn-lt"/>
                          <a:ea typeface="+mn-ea"/>
                          <a:cs typeface="+mn-cs"/>
                        </a:rPr>
                        <a:t>Tests</a:t>
                      </a:r>
                      <a:r>
                        <a:rPr kumimoji="0" lang="en-GB" sz="1400" b="0" i="1" kern="1200" dirty="0">
                          <a:solidFill>
                            <a:schemeClr val="dk1"/>
                          </a:solidFill>
                          <a:effectLst/>
                          <a:latin typeface="+mn-lt"/>
                          <a:ea typeface="+mn-ea"/>
                          <a:cs typeface="+mn-cs"/>
                        </a:rPr>
                        <a:t> </a:t>
                      </a:r>
                      <a:endParaRPr lang="en-GB" sz="1400" i="1" dirty="0"/>
                    </a:p>
                  </a:txBody>
                  <a:tcPr anchor="ctr">
                    <a:solidFill>
                      <a:schemeClr val="accent1">
                        <a:lumMod val="20000"/>
                        <a:lumOff val="80000"/>
                      </a:schemeClr>
                    </a:solidFill>
                  </a:tcPr>
                </a:tc>
                <a:extLst>
                  <a:ext uri="{0D108BD9-81ED-4DB2-BD59-A6C34878D82A}">
                    <a16:rowId xmlns:a16="http://schemas.microsoft.com/office/drawing/2014/main" val="1978487260"/>
                  </a:ext>
                </a:extLst>
              </a:tr>
              <a:tr h="247914">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rowSpan="2">
                  <a:txBody>
                    <a:bodyPr/>
                    <a:lstStyle/>
                    <a:p>
                      <a:r>
                        <a:rPr kumimoji="0" lang="en-GB" sz="1400" b="1" i="1" kern="1200" dirty="0">
                          <a:solidFill>
                            <a:schemeClr val="dk1"/>
                          </a:solidFill>
                          <a:effectLst/>
                          <a:latin typeface="+mn-lt"/>
                          <a:ea typeface="+mn-ea"/>
                          <a:cs typeface="+mn-cs"/>
                        </a:rPr>
                        <a:t>t-</a:t>
                      </a:r>
                      <a:r>
                        <a:rPr kumimoji="0" lang="en-GB" sz="1400" b="1" i="0" kern="1200" dirty="0">
                          <a:solidFill>
                            <a:schemeClr val="dk1"/>
                          </a:solidFill>
                          <a:effectLst/>
                          <a:latin typeface="+mn-lt"/>
                          <a:ea typeface="+mn-ea"/>
                          <a:cs typeface="+mn-cs"/>
                        </a:rPr>
                        <a:t>Tests</a:t>
                      </a:r>
                      <a:endParaRPr lang="en-GB" sz="1400" i="0" dirty="0"/>
                    </a:p>
                  </a:txBody>
                  <a:tcPr anchor="ctr">
                    <a:solidFill>
                      <a:schemeClr val="accent1">
                        <a:lumMod val="20000"/>
                        <a:lumOff val="80000"/>
                      </a:schemeClr>
                    </a:solidFill>
                  </a:tcPr>
                </a:tc>
                <a:extLst>
                  <a:ext uri="{0D108BD9-81ED-4DB2-BD59-A6C34878D82A}">
                    <a16:rowId xmlns:a16="http://schemas.microsoft.com/office/drawing/2014/main" val="259000529"/>
                  </a:ext>
                </a:extLst>
              </a:tr>
              <a:tr h="238438">
                <a:tc rowSpan="2">
                  <a:txBody>
                    <a:bodyPr/>
                    <a:lstStyle/>
                    <a:p>
                      <a:r>
                        <a:rPr lang="en-GB" sz="1400" b="1" dirty="0"/>
                        <a:t>Ratio</a:t>
                      </a:r>
                    </a:p>
                    <a:p>
                      <a:r>
                        <a:rPr lang="en-GB" sz="1400" dirty="0"/>
                        <a:t>Scale with a fundamental zero</a:t>
                      </a:r>
                    </a:p>
                  </a:txBody>
                  <a:tcPr anchor="ctr">
                    <a:solidFill>
                      <a:schemeClr val="accent1">
                        <a:lumMod val="20000"/>
                        <a:lumOff val="80000"/>
                      </a:schemeClr>
                    </a:solid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000248952"/>
                  </a:ext>
                </a:extLst>
              </a:tr>
              <a:tr h="517750">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r>
                        <a:rPr kumimoji="0" lang="en-GB" sz="1400" b="1" i="1" kern="1200" dirty="0">
                          <a:solidFill>
                            <a:schemeClr val="dk1"/>
                          </a:solidFill>
                          <a:effectLst/>
                          <a:latin typeface="+mn-lt"/>
                          <a:ea typeface="+mn-ea"/>
                          <a:cs typeface="+mn-cs"/>
                        </a:rPr>
                        <a:t>ANOVA</a:t>
                      </a:r>
                      <a:endParaRPr lang="en-GB" sz="1400" i="1" dirty="0"/>
                    </a:p>
                  </a:txBody>
                  <a:tcPr anchor="ctr">
                    <a:solidFill>
                      <a:schemeClr val="accent1">
                        <a:lumMod val="20000"/>
                        <a:lumOff val="80000"/>
                      </a:schemeClr>
                    </a:solidFill>
                  </a:tcPr>
                </a:tc>
                <a:extLst>
                  <a:ext uri="{0D108BD9-81ED-4DB2-BD59-A6C34878D82A}">
                    <a16:rowId xmlns:a16="http://schemas.microsoft.com/office/drawing/2014/main" val="190432995"/>
                  </a:ext>
                </a:extLst>
              </a:tr>
              <a:tr h="972004">
                <a:tc>
                  <a:txBody>
                    <a:bodyPr/>
                    <a:lstStyle/>
                    <a:p>
                      <a:r>
                        <a:rPr lang="en-GB" sz="1400" b="1" dirty="0"/>
                        <a:t>Nominal</a:t>
                      </a:r>
                    </a:p>
                    <a:p>
                      <a:r>
                        <a:rPr lang="en-GB" sz="1400" dirty="0"/>
                        <a:t>categorical</a:t>
                      </a:r>
                    </a:p>
                  </a:txBody>
                  <a:tcPr anchor="ctr">
                    <a:solidFill>
                      <a:schemeClr val="bg2"/>
                    </a:solidFill>
                  </a:tcPr>
                </a:tc>
                <a:tc rowSpan="2">
                  <a:txBody>
                    <a:bodyPr/>
                    <a:lstStyle/>
                    <a:p>
                      <a:r>
                        <a:rPr kumimoji="0" lang="en-GB" sz="1400" b="1" i="0" kern="1200" dirty="0">
                          <a:solidFill>
                            <a:schemeClr val="dk1"/>
                          </a:solidFill>
                          <a:effectLst/>
                          <a:latin typeface="+mn-lt"/>
                          <a:ea typeface="+mn-ea"/>
                          <a:cs typeface="+mn-cs"/>
                        </a:rPr>
                        <a:t>Non parametric </a:t>
                      </a:r>
                      <a:r>
                        <a:rPr kumimoji="0" lang="en-GB" sz="1400" b="0" i="0" kern="1200" dirty="0">
                          <a:solidFill>
                            <a:schemeClr val="dk1"/>
                          </a:solidFill>
                          <a:effectLst/>
                          <a:latin typeface="+mn-lt"/>
                          <a:ea typeface="+mn-ea"/>
                          <a:cs typeface="+mn-cs"/>
                        </a:rPr>
                        <a:t>statistical test</a:t>
                      </a:r>
                      <a:endParaRPr lang="en-GB" sz="1400" b="0" dirty="0"/>
                    </a:p>
                  </a:txBody>
                  <a:tcPr anchor="ctr">
                    <a:solidFill>
                      <a:schemeClr val="bg2"/>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Small sample</a:t>
                      </a:r>
                    </a:p>
                    <a:p>
                      <a:endParaRPr lang="en-GB" sz="1400" b="1" dirty="0"/>
                    </a:p>
                  </a:txBody>
                  <a:tcPr anchor="ctr">
                    <a:solidFill>
                      <a:schemeClr val="bg2"/>
                    </a:solidFill>
                  </a:tcPr>
                </a:tc>
                <a:tc rowSpan="2">
                  <a:txBody>
                    <a:bodyPr/>
                    <a:lstStyle/>
                    <a:p>
                      <a:r>
                        <a:rPr kumimoji="0" lang="en-GB" sz="1400" b="0" i="0" kern="1200" dirty="0">
                          <a:solidFill>
                            <a:schemeClr val="dk1"/>
                          </a:solidFill>
                          <a:effectLst/>
                          <a:latin typeface="+mn-lt"/>
                          <a:ea typeface="+mn-ea"/>
                          <a:cs typeface="+mn-cs"/>
                        </a:rPr>
                        <a:t>data is </a:t>
                      </a:r>
                      <a:r>
                        <a:rPr kumimoji="0" lang="en-GB" sz="1400" b="1" i="0" kern="1200" dirty="0">
                          <a:solidFill>
                            <a:schemeClr val="dk1"/>
                          </a:solidFill>
                          <a:effectLst/>
                          <a:latin typeface="+mn-lt"/>
                          <a:ea typeface="+mn-ea"/>
                          <a:cs typeface="+mn-cs"/>
                        </a:rPr>
                        <a:t>NOT normally distributed</a:t>
                      </a:r>
                      <a:endParaRPr lang="en-GB" sz="1400" b="1" dirty="0"/>
                    </a:p>
                  </a:txBody>
                  <a:tcPr anchor="ctr">
                    <a:solidFill>
                      <a:schemeClr val="bg2"/>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Unequal variances</a:t>
                      </a:r>
                    </a:p>
                    <a:p>
                      <a:endParaRPr lang="en-GB" sz="1400" b="1" dirty="0"/>
                    </a:p>
                  </a:txBody>
                  <a:tcPr anchor="ctr">
                    <a:solidFill>
                      <a:schemeClr val="bg2"/>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Outlies</a:t>
                      </a:r>
                    </a:p>
                    <a:p>
                      <a:endParaRPr lang="en-GB" sz="1400" b="1" dirty="0"/>
                    </a:p>
                  </a:txBody>
                  <a:tcPr anchor="ctr">
                    <a:solidFill>
                      <a:schemeClr val="bg2"/>
                    </a:solidFill>
                  </a:tcPr>
                </a:tc>
                <a:tc rowSpan="2">
                  <a:txBody>
                    <a:bodyPr/>
                    <a:lstStyle/>
                    <a:p>
                      <a:r>
                        <a:rPr kumimoji="0" lang="en-GB" sz="1400" b="1" i="1" kern="1200" dirty="0">
                          <a:solidFill>
                            <a:schemeClr val="dk1"/>
                          </a:solidFill>
                          <a:effectLst/>
                          <a:latin typeface="+mn-lt"/>
                          <a:ea typeface="+mn-ea"/>
                          <a:cs typeface="+mn-cs"/>
                        </a:rPr>
                        <a:t>Chi-square </a:t>
                      </a:r>
                      <a:r>
                        <a:rPr kumimoji="0" lang="en-GB" sz="1400" b="1" i="0" kern="1200" dirty="0">
                          <a:solidFill>
                            <a:schemeClr val="dk1"/>
                          </a:solidFill>
                          <a:effectLst/>
                          <a:latin typeface="+mn-lt"/>
                          <a:ea typeface="+mn-ea"/>
                          <a:cs typeface="+mn-cs"/>
                        </a:rPr>
                        <a:t>Test</a:t>
                      </a:r>
                      <a:endParaRPr lang="en-GB" sz="1400" i="0" dirty="0"/>
                    </a:p>
                  </a:txBody>
                  <a:tcPr anchor="ctr">
                    <a:solidFill>
                      <a:schemeClr val="bg2"/>
                    </a:solidFill>
                  </a:tcPr>
                </a:tc>
                <a:extLst>
                  <a:ext uri="{0D108BD9-81ED-4DB2-BD59-A6C34878D82A}">
                    <a16:rowId xmlns:a16="http://schemas.microsoft.com/office/drawing/2014/main" val="2811778578"/>
                  </a:ext>
                </a:extLst>
              </a:tr>
              <a:tr h="907714">
                <a:tc>
                  <a:txBody>
                    <a:bodyPr/>
                    <a:lstStyle/>
                    <a:p>
                      <a:r>
                        <a:rPr lang="en-GB" sz="1400" b="1" dirty="0"/>
                        <a:t>Ordinal</a:t>
                      </a:r>
                    </a:p>
                    <a:p>
                      <a:r>
                        <a:rPr lang="en-GB" sz="1400" dirty="0"/>
                        <a:t>Rank or order </a:t>
                      </a:r>
                    </a:p>
                  </a:txBody>
                  <a:tcPr anchor="ctr">
                    <a:solidFill>
                      <a:schemeClr val="bg2"/>
                    </a:solid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268280890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3B97C949-4A46-E999-17D9-ADCB60C35BDB}"/>
                  </a:ext>
                </a:extLst>
              </p14:cNvPr>
              <p14:cNvContentPartPr/>
              <p14:nvPr/>
            </p14:nvContentPartPr>
            <p14:xfrm>
              <a:off x="333000" y="3789040"/>
              <a:ext cx="8811000" cy="2088232"/>
            </p14:xfrm>
          </p:contentPart>
        </mc:Choice>
        <mc:Fallback xmlns="">
          <p:pic>
            <p:nvPicPr>
              <p:cNvPr id="9" name="Ink 8">
                <a:extLst>
                  <a:ext uri="{FF2B5EF4-FFF2-40B4-BE49-F238E27FC236}">
                    <a16:creationId xmlns:a16="http://schemas.microsoft.com/office/drawing/2014/main" id="{3B97C949-4A46-E999-17D9-ADCB60C35BDB}"/>
                  </a:ext>
                </a:extLst>
              </p:cNvPr>
              <p:cNvPicPr/>
              <p:nvPr/>
            </p:nvPicPr>
            <p:blipFill>
              <a:blip r:embed="rId3"/>
              <a:stretch>
                <a:fillRect/>
              </a:stretch>
            </p:blipFill>
            <p:spPr>
              <a:xfrm>
                <a:off x="297000" y="3753036"/>
                <a:ext cx="8882640" cy="2159880"/>
              </a:xfrm>
              <a:prstGeom prst="rect">
                <a:avLst/>
              </a:prstGeom>
            </p:spPr>
          </p:pic>
        </mc:Fallback>
      </mc:AlternateContent>
      <p:sp>
        <p:nvSpPr>
          <p:cNvPr id="10" name="Rectangle: Rounded Corners 9">
            <a:extLst>
              <a:ext uri="{FF2B5EF4-FFF2-40B4-BE49-F238E27FC236}">
                <a16:creationId xmlns:a16="http://schemas.microsoft.com/office/drawing/2014/main" id="{FF238E43-5929-3076-121A-96FE07C438B6}"/>
              </a:ext>
            </a:extLst>
          </p:cNvPr>
          <p:cNvSpPr/>
          <p:nvPr/>
        </p:nvSpPr>
        <p:spPr>
          <a:xfrm>
            <a:off x="971600" y="546037"/>
            <a:ext cx="2664296"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Choose the statistical test</a:t>
            </a:r>
          </a:p>
        </p:txBody>
      </p:sp>
      <p:sp>
        <p:nvSpPr>
          <p:cNvPr id="11" name="Rectangle: Rounded Corners 10">
            <a:extLst>
              <a:ext uri="{FF2B5EF4-FFF2-40B4-BE49-F238E27FC236}">
                <a16:creationId xmlns:a16="http://schemas.microsoft.com/office/drawing/2014/main" id="{52384960-6AD5-874D-8441-C441450ED346}"/>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4</a:t>
            </a:r>
          </a:p>
        </p:txBody>
      </p:sp>
      <p:sp>
        <p:nvSpPr>
          <p:cNvPr id="3" name="Footer Placeholder 2">
            <a:extLst>
              <a:ext uri="{FF2B5EF4-FFF2-40B4-BE49-F238E27FC236}">
                <a16:creationId xmlns:a16="http://schemas.microsoft.com/office/drawing/2014/main" id="{575D00F0-23C3-7B25-C9F5-7FBDDCD75F8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6" name="Slide Number Placeholder 5">
            <a:extLst>
              <a:ext uri="{FF2B5EF4-FFF2-40B4-BE49-F238E27FC236}">
                <a16:creationId xmlns:a16="http://schemas.microsoft.com/office/drawing/2014/main" id="{93FA6B16-5B97-2A69-615B-D58969EAC6D0}"/>
              </a:ext>
            </a:extLst>
          </p:cNvPr>
          <p:cNvSpPr>
            <a:spLocks noGrp="1"/>
          </p:cNvSpPr>
          <p:nvPr>
            <p:ph type="sldNum" sz="quarter" idx="4"/>
          </p:nvPr>
        </p:nvSpPr>
        <p:spPr/>
        <p:txBody>
          <a:bodyPr/>
          <a:lstStyle/>
          <a:p>
            <a:fld id="{9FD7ECCF-50E7-4327-B945-FA93FF7B2BEF}" type="slidenum">
              <a:rPr lang="en-US" smtClean="0"/>
              <a:pPr/>
              <a:t>3</a:t>
            </a:fld>
            <a:r>
              <a:rPr lang="en-GB"/>
              <a:t>/54</a:t>
            </a:r>
            <a:endParaRPr lang="en-US" dirty="0"/>
          </a:p>
        </p:txBody>
      </p:sp>
    </p:spTree>
    <p:extLst>
      <p:ext uri="{BB962C8B-B14F-4D97-AF65-F5344CB8AC3E}">
        <p14:creationId xmlns:p14="http://schemas.microsoft.com/office/powerpoint/2010/main" val="15644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11D9-B182-6869-2D8F-1FE852D79304}"/>
              </a:ext>
            </a:extLst>
          </p:cNvPr>
          <p:cNvSpPr>
            <a:spLocks noGrp="1"/>
          </p:cNvSpPr>
          <p:nvPr>
            <p:ph type="title"/>
          </p:nvPr>
        </p:nvSpPr>
        <p:spPr>
          <a:xfrm>
            <a:off x="3635896" y="116632"/>
            <a:ext cx="5130152" cy="990600"/>
          </a:xfrm>
        </p:spPr>
        <p:txBody>
          <a:bodyPr>
            <a:normAutofit fontScale="90000"/>
          </a:bodyPr>
          <a:lstStyle/>
          <a:p>
            <a:pPr>
              <a:lnSpc>
                <a:spcPts val="3500"/>
              </a:lnSpc>
            </a:pPr>
            <a:r>
              <a:rPr lang="en-GB" dirty="0"/>
              <a:t>Commonly used test in usability testing</a:t>
            </a:r>
          </a:p>
        </p:txBody>
      </p:sp>
      <p:graphicFrame>
        <p:nvGraphicFramePr>
          <p:cNvPr id="4" name="Table 3">
            <a:extLst>
              <a:ext uri="{FF2B5EF4-FFF2-40B4-BE49-F238E27FC236}">
                <a16:creationId xmlns:a16="http://schemas.microsoft.com/office/drawing/2014/main" id="{C9A722A0-CFAB-52EE-2528-2D94F33C1FB5}"/>
              </a:ext>
            </a:extLst>
          </p:cNvPr>
          <p:cNvGraphicFramePr>
            <a:graphicFrameLocks noGrp="1"/>
          </p:cNvGraphicFramePr>
          <p:nvPr/>
        </p:nvGraphicFramePr>
        <p:xfrm>
          <a:off x="609600" y="1628800"/>
          <a:ext cx="7922840" cy="4425674"/>
        </p:xfrm>
        <a:graphic>
          <a:graphicData uri="http://schemas.openxmlformats.org/drawingml/2006/table">
            <a:tbl>
              <a:tblPr/>
              <a:tblGrid>
                <a:gridCol w="2234208">
                  <a:extLst>
                    <a:ext uri="{9D8B030D-6E8A-4147-A177-3AD203B41FA5}">
                      <a16:colId xmlns:a16="http://schemas.microsoft.com/office/drawing/2014/main" val="297016493"/>
                    </a:ext>
                  </a:extLst>
                </a:gridCol>
                <a:gridCol w="1872208">
                  <a:extLst>
                    <a:ext uri="{9D8B030D-6E8A-4147-A177-3AD203B41FA5}">
                      <a16:colId xmlns:a16="http://schemas.microsoft.com/office/drawing/2014/main" val="3429390598"/>
                    </a:ext>
                  </a:extLst>
                </a:gridCol>
                <a:gridCol w="1728192">
                  <a:extLst>
                    <a:ext uri="{9D8B030D-6E8A-4147-A177-3AD203B41FA5}">
                      <a16:colId xmlns:a16="http://schemas.microsoft.com/office/drawing/2014/main" val="1410257675"/>
                    </a:ext>
                  </a:extLst>
                </a:gridCol>
                <a:gridCol w="2088232">
                  <a:extLst>
                    <a:ext uri="{9D8B030D-6E8A-4147-A177-3AD203B41FA5}">
                      <a16:colId xmlns:a16="http://schemas.microsoft.com/office/drawing/2014/main" val="2762137548"/>
                    </a:ext>
                  </a:extLst>
                </a:gridCol>
              </a:tblGrid>
              <a:tr h="288032">
                <a:tc gridSpan="4">
                  <a:txBody>
                    <a:bodyPr/>
                    <a:lstStyle/>
                    <a:p>
                      <a:r>
                        <a:rPr lang="en-GB" sz="1400" b="1" dirty="0">
                          <a:latin typeface="+mn-lt"/>
                        </a:rPr>
                        <a:t>Commonly Used Significance Tests for Comparing Means and Their Application Context</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432674083"/>
                  </a:ext>
                </a:extLst>
              </a:tr>
              <a:tr h="475735">
                <a:tc>
                  <a:txBody>
                    <a:bodyPr/>
                    <a:lstStyle/>
                    <a:p>
                      <a:pPr algn="l" fontAlgn="ctr"/>
                      <a:r>
                        <a:rPr lang="en-GB" sz="1400" b="1" i="0" dirty="0">
                          <a:effectLst/>
                          <a:latin typeface="+mn-lt"/>
                        </a:rPr>
                        <a:t>Experiment Design</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GB" sz="1400" b="1" i="0" dirty="0">
                          <a:effectLst/>
                          <a:latin typeface="+mn-lt"/>
                        </a:rPr>
                        <a:t>Independent Variables (IV)</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GB" sz="1400" b="1" i="0" dirty="0">
                          <a:effectLst/>
                          <a:latin typeface="+mn-lt"/>
                        </a:rPr>
                        <a:t>Conditions for each IV</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a:r>
                        <a:rPr lang="en-GB" sz="1400" b="1" i="0" dirty="0">
                          <a:effectLst/>
                          <a:latin typeface="+mn-lt"/>
                        </a:rPr>
                        <a:t>Types of Test</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16447470"/>
                  </a:ext>
                </a:extLst>
              </a:tr>
              <a:tr h="710278">
                <a:tc rowSpan="3">
                  <a:txBody>
                    <a:bodyPr/>
                    <a:lstStyle/>
                    <a:p>
                      <a:pPr algn="l" fontAlgn="ctr"/>
                      <a:r>
                        <a:rPr lang="en-GB" sz="1400" b="0" i="0" dirty="0">
                          <a:effectLst/>
                          <a:latin typeface="+mn-lt"/>
                        </a:rPr>
                        <a:t>Between-group</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t"/>
                      <a:r>
                        <a:rPr lang="en-GB" sz="1400" b="0" dirty="0">
                          <a:effectLst/>
                          <a:latin typeface="+mn-lt"/>
                        </a:rPr>
                        <a:t>1</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t"/>
                      <a:r>
                        <a:rPr lang="en-GB" sz="1400" b="0">
                          <a:effectLst/>
                          <a:latin typeface="+mn-lt"/>
                        </a:rPr>
                        <a:t>2</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t"/>
                      <a:r>
                        <a:rPr lang="en-GB" sz="1400" b="0" dirty="0">
                          <a:effectLst/>
                          <a:latin typeface="+mn-lt"/>
                        </a:rPr>
                        <a:t>Independent-samples </a:t>
                      </a:r>
                      <a:r>
                        <a:rPr lang="en-GB" sz="1400" b="0" i="1" dirty="0">
                          <a:effectLst/>
                          <a:latin typeface="+mn-lt"/>
                        </a:rPr>
                        <a:t>t</a:t>
                      </a:r>
                      <a:r>
                        <a:rPr lang="en-GB" sz="1400" b="0" dirty="0">
                          <a:effectLst/>
                          <a:latin typeface="+mn-lt"/>
                        </a:rPr>
                        <a:t> test</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10477614"/>
                  </a:ext>
                </a:extLst>
              </a:tr>
              <a:tr h="381552">
                <a:tc vMerge="1">
                  <a:txBody>
                    <a:bodyPr/>
                    <a:lstStyle/>
                    <a:p>
                      <a:endParaRPr lang="en-GB"/>
                    </a:p>
                  </a:txBody>
                  <a:tcPr/>
                </a:tc>
                <a:tc>
                  <a:txBody>
                    <a:bodyPr/>
                    <a:lstStyle/>
                    <a:p>
                      <a:pPr algn="ctr" fontAlgn="t"/>
                      <a:r>
                        <a:rPr lang="en-GB" sz="1400" b="0" dirty="0">
                          <a:effectLst/>
                          <a:latin typeface="+mn-lt"/>
                        </a:rPr>
                        <a:t>1</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t"/>
                      <a:r>
                        <a:rPr lang="en-GB" sz="1400" b="0" dirty="0">
                          <a:effectLst/>
                          <a:latin typeface="+mn-lt"/>
                        </a:rPr>
                        <a:t>3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t"/>
                      <a:r>
                        <a:rPr lang="en-GB" sz="1400" b="0" dirty="0">
                          <a:effectLst/>
                          <a:latin typeface="+mn-lt"/>
                        </a:rPr>
                        <a:t>One-way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68102198"/>
                  </a:ext>
                </a:extLst>
              </a:tr>
              <a:tr h="381552">
                <a:tc vMerge="1">
                  <a:txBody>
                    <a:bodyPr/>
                    <a:lstStyle/>
                    <a:p>
                      <a:endParaRPr lang="en-GB"/>
                    </a:p>
                  </a:txBody>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t"/>
                      <a:r>
                        <a:rPr lang="en-GB" sz="1400" b="0" dirty="0">
                          <a:effectLst/>
                          <a:latin typeface="+mn-lt"/>
                        </a:rPr>
                        <a:t>Factorial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53798149"/>
                  </a:ext>
                </a:extLst>
              </a:tr>
              <a:tr h="545915">
                <a:tc rowSpan="3">
                  <a:txBody>
                    <a:bodyPr/>
                    <a:lstStyle/>
                    <a:p>
                      <a:pPr algn="l" fontAlgn="ctr"/>
                      <a:r>
                        <a:rPr lang="en-GB" sz="1400" b="0" i="0" dirty="0">
                          <a:effectLst/>
                          <a:latin typeface="+mn-lt"/>
                        </a:rPr>
                        <a:t>Within-group</a:t>
                      </a:r>
                    </a:p>
                  </a:txBody>
                  <a:tcPr marL="53881" marR="53881" marT="26940" marB="269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t"/>
                      <a:r>
                        <a:rPr lang="en-GB" sz="1400" b="0" dirty="0">
                          <a:effectLst/>
                          <a:latin typeface="+mn-lt"/>
                        </a:rPr>
                        <a:t>1</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t"/>
                      <a:r>
                        <a:rPr lang="en-GB" sz="1400" b="0" dirty="0">
                          <a:effectLst/>
                          <a:latin typeface="+mn-lt"/>
                        </a:rPr>
                        <a:t>2</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t"/>
                      <a:r>
                        <a:rPr lang="en-GB" sz="1400" b="0" dirty="0">
                          <a:effectLst/>
                          <a:latin typeface="+mn-lt"/>
                        </a:rPr>
                        <a:t>Paired-samples </a:t>
                      </a:r>
                      <a:r>
                        <a:rPr lang="en-GB" sz="1400" b="0" i="1" dirty="0">
                          <a:effectLst/>
                          <a:latin typeface="+mn-lt"/>
                        </a:rPr>
                        <a:t>t</a:t>
                      </a:r>
                      <a:r>
                        <a:rPr lang="en-GB" sz="1400" b="0" dirty="0">
                          <a:effectLst/>
                          <a:latin typeface="+mn-lt"/>
                        </a:rPr>
                        <a:t> test</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33280931"/>
                  </a:ext>
                </a:extLst>
              </a:tr>
              <a:tr h="545915">
                <a:tc vMerge="1">
                  <a:txBody>
                    <a:bodyPr/>
                    <a:lstStyle/>
                    <a:p>
                      <a:endParaRPr lang="en-GB"/>
                    </a:p>
                  </a:txBody>
                  <a:tcPr/>
                </a:tc>
                <a:tc>
                  <a:txBody>
                    <a:bodyPr/>
                    <a:lstStyle/>
                    <a:p>
                      <a:pPr algn="ctr" fontAlgn="t"/>
                      <a:r>
                        <a:rPr lang="en-GB" sz="1400" b="0" dirty="0">
                          <a:effectLst/>
                          <a:latin typeface="+mn-lt"/>
                        </a:rPr>
                        <a:t>1</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t"/>
                      <a:r>
                        <a:rPr lang="en-GB" sz="1400" b="0" dirty="0">
                          <a:effectLst/>
                          <a:latin typeface="+mn-lt"/>
                        </a:rPr>
                        <a:t>3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t"/>
                      <a:r>
                        <a:rPr lang="en-GB" sz="1400" b="0" dirty="0">
                          <a:effectLst/>
                          <a:latin typeface="+mn-lt"/>
                        </a:rPr>
                        <a:t>Repeated measures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30798632"/>
                  </a:ext>
                </a:extLst>
              </a:tr>
              <a:tr h="545915">
                <a:tc vMerge="1">
                  <a:txBody>
                    <a:bodyPr/>
                    <a:lstStyle/>
                    <a:p>
                      <a:endParaRPr lang="en-GB"/>
                    </a:p>
                  </a:txBody>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t"/>
                      <a:r>
                        <a:rPr lang="en-GB" sz="1400" b="0" dirty="0">
                          <a:effectLst/>
                          <a:latin typeface="+mn-lt"/>
                        </a:rPr>
                        <a:t>Repeated measures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54209523"/>
                  </a:ext>
                </a:extLst>
              </a:tr>
              <a:tr h="545915">
                <a:tc>
                  <a:txBody>
                    <a:bodyPr/>
                    <a:lstStyle/>
                    <a:p>
                      <a:pPr algn="l" fontAlgn="t"/>
                      <a:r>
                        <a:rPr lang="en-GB" sz="1400" b="0" i="0" dirty="0">
                          <a:effectLst/>
                          <a:latin typeface="+mn-lt"/>
                        </a:rPr>
                        <a:t>Between- and within-group</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t"/>
                      <a:r>
                        <a:rPr lang="en-GB" sz="1400" b="0" dirty="0">
                          <a:effectLst/>
                          <a:latin typeface="+mn-lt"/>
                        </a:rPr>
                        <a:t>2 or more</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fontAlgn="t"/>
                      <a:r>
                        <a:rPr lang="en-GB" sz="1400" b="0" dirty="0">
                          <a:effectLst/>
                          <a:latin typeface="+mn-lt"/>
                        </a:rPr>
                        <a:t>Split-plot ANOVA</a:t>
                      </a:r>
                    </a:p>
                  </a:txBody>
                  <a:tcPr marL="53881" marR="53881" marT="26940" marB="269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471295807"/>
                  </a:ext>
                </a:extLst>
              </a:tr>
            </a:tbl>
          </a:graphicData>
        </a:graphic>
      </p:graphicFrame>
      <p:sp>
        <p:nvSpPr>
          <p:cNvPr id="7" name="Rectangle: Rounded Corners 6">
            <a:extLst>
              <a:ext uri="{FF2B5EF4-FFF2-40B4-BE49-F238E27FC236}">
                <a16:creationId xmlns:a16="http://schemas.microsoft.com/office/drawing/2014/main" id="{84F12EAD-107D-C8BE-D7C2-82C9BA7DF646}"/>
              </a:ext>
            </a:extLst>
          </p:cNvPr>
          <p:cNvSpPr/>
          <p:nvPr/>
        </p:nvSpPr>
        <p:spPr>
          <a:xfrm>
            <a:off x="971600" y="546037"/>
            <a:ext cx="2664296" cy="504056"/>
          </a:xfrm>
          <a:prstGeom prst="round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85725" algn="ctr"/>
            <a:r>
              <a:rPr lang="en-GB" sz="1800" dirty="0">
                <a:solidFill>
                  <a:schemeClr val="tx2">
                    <a:lumMod val="50000"/>
                  </a:schemeClr>
                </a:solidFill>
              </a:rPr>
              <a:t>Choose the statistical test</a:t>
            </a:r>
          </a:p>
        </p:txBody>
      </p:sp>
      <p:sp>
        <p:nvSpPr>
          <p:cNvPr id="10" name="Rectangle: Rounded Corners 9">
            <a:extLst>
              <a:ext uri="{FF2B5EF4-FFF2-40B4-BE49-F238E27FC236}">
                <a16:creationId xmlns:a16="http://schemas.microsoft.com/office/drawing/2014/main" id="{D9AE1E4E-7383-C008-E657-BF3B66A83672}"/>
              </a:ext>
            </a:extLst>
          </p:cNvPr>
          <p:cNvSpPr/>
          <p:nvPr/>
        </p:nvSpPr>
        <p:spPr>
          <a:xfrm>
            <a:off x="143508" y="546037"/>
            <a:ext cx="972108"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t>Step 4</a:t>
            </a:r>
          </a:p>
        </p:txBody>
      </p:sp>
      <p:sp>
        <p:nvSpPr>
          <p:cNvPr id="3" name="Footer Placeholder 2">
            <a:extLst>
              <a:ext uri="{FF2B5EF4-FFF2-40B4-BE49-F238E27FC236}">
                <a16:creationId xmlns:a16="http://schemas.microsoft.com/office/drawing/2014/main" id="{E04CD968-1B13-1281-26CF-93CCE8585AF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435E2049-BB65-5ABF-10F9-97AE7B39A0CC}"/>
              </a:ext>
            </a:extLst>
          </p:cNvPr>
          <p:cNvSpPr>
            <a:spLocks noGrp="1"/>
          </p:cNvSpPr>
          <p:nvPr>
            <p:ph type="sldNum" sz="quarter" idx="4"/>
          </p:nvPr>
        </p:nvSpPr>
        <p:spPr/>
        <p:txBody>
          <a:bodyPr/>
          <a:lstStyle/>
          <a:p>
            <a:fld id="{9FD7ECCF-50E7-4327-B945-FA93FF7B2BEF}" type="slidenum">
              <a:rPr lang="en-US" smtClean="0"/>
              <a:pPr/>
              <a:t>4</a:t>
            </a:fld>
            <a:r>
              <a:rPr lang="en-GB"/>
              <a:t>/54</a:t>
            </a:r>
            <a:endParaRPr lang="en-US" dirty="0"/>
          </a:p>
        </p:txBody>
      </p:sp>
    </p:spTree>
    <p:extLst>
      <p:ext uri="{BB962C8B-B14F-4D97-AF65-F5344CB8AC3E}">
        <p14:creationId xmlns:p14="http://schemas.microsoft.com/office/powerpoint/2010/main" val="1874153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EFFDF17-29AF-45F0-8752-3B12DBFF2F43}"/>
              </a:ext>
            </a:extLst>
          </p:cNvPr>
          <p:cNvSpPr>
            <a:spLocks noGrp="1"/>
          </p:cNvSpPr>
          <p:nvPr>
            <p:ph type="body" idx="1"/>
          </p:nvPr>
        </p:nvSpPr>
        <p:spPr>
          <a:xfrm>
            <a:off x="1371600" y="2743200"/>
            <a:ext cx="7123113" cy="3350096"/>
          </a:xfrm>
        </p:spPr>
        <p:txBody>
          <a:bodyPr>
            <a:normAutofit fontScale="92500"/>
          </a:bodyPr>
          <a:lstStyle/>
          <a:p>
            <a:pPr marL="285750" indent="-285750" algn="l" rtl="0" eaLnBrk="1" fontAlgn="ctr" latinLnBrk="0" hangingPunct="1">
              <a:spcBef>
                <a:spcPts val="600"/>
              </a:spcBef>
              <a:spcAft>
                <a:spcPts val="600"/>
              </a:spcAft>
              <a:buFont typeface="Wingdings" panose="05000000000000000000" pitchFamily="2" charset="2"/>
              <a:buChar char="q"/>
            </a:pPr>
            <a:r>
              <a:rPr lang="en-GB" b="0" i="0" dirty="0">
                <a:solidFill>
                  <a:srgbClr val="3D3B49"/>
                </a:solidFill>
                <a:effectLst/>
              </a:rPr>
              <a:t>Assumptions for parametric tests require several general assumptions:</a:t>
            </a:r>
          </a:p>
          <a:p>
            <a:pPr marL="622300" lvl="1" indent="-357188" fontAlgn="ctr">
              <a:spcBef>
                <a:spcPts val="600"/>
              </a:spcBef>
              <a:spcAft>
                <a:spcPts val="600"/>
              </a:spcAft>
              <a:buSzPct val="100000"/>
              <a:buFont typeface="+mj-lt"/>
              <a:buAutoNum type="arabicPeriod"/>
            </a:pPr>
            <a:r>
              <a:rPr lang="en-GB" sz="2400" b="0" i="0" dirty="0">
                <a:solidFill>
                  <a:srgbClr val="3D3B49"/>
                </a:solidFill>
                <a:effectLst/>
              </a:rPr>
              <a:t>the data is normally distributed</a:t>
            </a:r>
          </a:p>
          <a:p>
            <a:pPr marL="622300" lvl="1" indent="-357188" fontAlgn="ctr">
              <a:spcBef>
                <a:spcPts val="600"/>
              </a:spcBef>
              <a:spcAft>
                <a:spcPts val="600"/>
              </a:spcAft>
              <a:buSzPct val="100000"/>
              <a:buFont typeface="+mj-lt"/>
              <a:buAutoNum type="arabicPeriod"/>
            </a:pPr>
            <a:r>
              <a:rPr lang="en-GB" sz="2400" b="0" i="0" dirty="0">
                <a:solidFill>
                  <a:srgbClr val="3D3B49"/>
                </a:solidFill>
                <a:effectLst/>
              </a:rPr>
              <a:t>the variables should be at least scaled by intervals</a:t>
            </a:r>
          </a:p>
          <a:p>
            <a:pPr marL="622300" lvl="1" indent="-357188" fontAlgn="ctr">
              <a:spcBef>
                <a:spcPts val="600"/>
              </a:spcBef>
              <a:spcAft>
                <a:spcPts val="600"/>
              </a:spcAft>
              <a:buSzPct val="100000"/>
              <a:buFont typeface="+mj-lt"/>
              <a:buAutoNum type="arabicPeriod"/>
            </a:pPr>
            <a:r>
              <a:rPr lang="en-GB" sz="2400" b="0" i="0" dirty="0">
                <a:solidFill>
                  <a:srgbClr val="3D3B49"/>
                </a:solidFill>
                <a:effectLst/>
              </a:rPr>
              <a:t>the variance in the data collected from different groups should be approximately equal</a:t>
            </a:r>
          </a:p>
          <a:p>
            <a:pPr fontAlgn="ctr">
              <a:spcBef>
                <a:spcPts val="600"/>
              </a:spcBef>
              <a:spcAft>
                <a:spcPts val="600"/>
              </a:spcAft>
              <a:buSzPct val="100000"/>
            </a:pPr>
            <a:r>
              <a:rPr lang="en-GB" sz="3400" dirty="0">
                <a:solidFill>
                  <a:srgbClr val="3D3B49"/>
                </a:solidFill>
              </a:rPr>
              <a:t>In reality, those assumptions may not be met</a:t>
            </a:r>
            <a:endParaRPr lang="en-GB" sz="4600" dirty="0"/>
          </a:p>
        </p:txBody>
      </p:sp>
      <p:sp>
        <p:nvSpPr>
          <p:cNvPr id="6" name="Title 5">
            <a:extLst>
              <a:ext uri="{FF2B5EF4-FFF2-40B4-BE49-F238E27FC236}">
                <a16:creationId xmlns:a16="http://schemas.microsoft.com/office/drawing/2014/main" id="{DA7E339C-10E9-320E-079A-29E8DB56A5BB}"/>
              </a:ext>
            </a:extLst>
          </p:cNvPr>
          <p:cNvSpPr>
            <a:spLocks noGrp="1"/>
          </p:cNvSpPr>
          <p:nvPr>
            <p:ph type="title"/>
          </p:nvPr>
        </p:nvSpPr>
        <p:spPr/>
        <p:txBody>
          <a:bodyPr/>
          <a:lstStyle/>
          <a:p>
            <a:r>
              <a:rPr lang="en-GB" dirty="0"/>
              <a:t>Non-Parametric tests</a:t>
            </a:r>
          </a:p>
        </p:txBody>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31462D4E-AC11-C74E-553C-ED977DF96E07}"/>
                  </a:ext>
                </a:extLst>
              </p14:cNvPr>
              <p14:cNvContentPartPr/>
              <p14:nvPr/>
            </p14:nvContentPartPr>
            <p14:xfrm>
              <a:off x="-903981" y="4915758"/>
              <a:ext cx="360" cy="360"/>
            </p14:xfrm>
          </p:contentPart>
        </mc:Choice>
        <mc:Fallback xmlns="">
          <p:pic>
            <p:nvPicPr>
              <p:cNvPr id="13" name="Ink 12">
                <a:extLst>
                  <a:ext uri="{FF2B5EF4-FFF2-40B4-BE49-F238E27FC236}">
                    <a16:creationId xmlns:a16="http://schemas.microsoft.com/office/drawing/2014/main" id="{31462D4E-AC11-C74E-553C-ED977DF96E07}"/>
                  </a:ext>
                </a:extLst>
              </p:cNvPr>
              <p:cNvPicPr/>
              <p:nvPr/>
            </p:nvPicPr>
            <p:blipFill>
              <a:blip r:embed="rId5"/>
              <a:stretch>
                <a:fillRect/>
              </a:stretch>
            </p:blipFill>
            <p:spPr>
              <a:xfrm>
                <a:off x="-921621" y="4897758"/>
                <a:ext cx="36000" cy="36000"/>
              </a:xfrm>
              <a:prstGeom prst="rect">
                <a:avLst/>
              </a:prstGeom>
            </p:spPr>
          </p:pic>
        </mc:Fallback>
      </mc:AlternateContent>
      <p:sp>
        <p:nvSpPr>
          <p:cNvPr id="2" name="Date Placeholder 1">
            <a:extLst>
              <a:ext uri="{FF2B5EF4-FFF2-40B4-BE49-F238E27FC236}">
                <a16:creationId xmlns:a16="http://schemas.microsoft.com/office/drawing/2014/main" id="{06B23519-0A7A-1D59-6EC6-72846B829485}"/>
              </a:ext>
            </a:extLst>
          </p:cNvPr>
          <p:cNvSpPr>
            <a:spLocks noGrp="1"/>
          </p:cNvSpPr>
          <p:nvPr>
            <p:ph type="dt" sz="half" idx="2"/>
          </p:nvPr>
        </p:nvSpPr>
        <p:spPr/>
        <p:txBody>
          <a:bodyPr/>
          <a:lstStyle/>
          <a:p>
            <a:endParaRPr lang="en-US" dirty="0"/>
          </a:p>
        </p:txBody>
      </p:sp>
      <p:sp>
        <p:nvSpPr>
          <p:cNvPr id="3" name="Footer Placeholder 2">
            <a:extLst>
              <a:ext uri="{FF2B5EF4-FFF2-40B4-BE49-F238E27FC236}">
                <a16:creationId xmlns:a16="http://schemas.microsoft.com/office/drawing/2014/main" id="{613E0D6E-E6AB-33CC-E047-DF08A869943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66287C0F-DDC8-0936-8C06-5C1607A9D42D}"/>
              </a:ext>
            </a:extLst>
          </p:cNvPr>
          <p:cNvSpPr>
            <a:spLocks noGrp="1"/>
          </p:cNvSpPr>
          <p:nvPr>
            <p:ph type="sldNum" sz="quarter" idx="11"/>
          </p:nvPr>
        </p:nvSpPr>
        <p:spPr/>
        <p:txBody>
          <a:bodyPr/>
          <a:lstStyle/>
          <a:p>
            <a:fld id="{4F96EDF4-259A-48E8-B98E-8CB70E21F623}" type="slidenum">
              <a:rPr lang="en-US" smtClean="0"/>
              <a:pPr/>
              <a:t>5</a:t>
            </a:fld>
            <a:r>
              <a:rPr lang="en-GB"/>
              <a:t>/50</a:t>
            </a:r>
            <a:endParaRPr lang="en-US" dirty="0"/>
          </a:p>
        </p:txBody>
      </p:sp>
    </p:spTree>
    <p:extLst>
      <p:ext uri="{BB962C8B-B14F-4D97-AF65-F5344CB8AC3E}">
        <p14:creationId xmlns:p14="http://schemas.microsoft.com/office/powerpoint/2010/main" val="3618985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7E339C-10E9-320E-079A-29E8DB56A5BB}"/>
              </a:ext>
            </a:extLst>
          </p:cNvPr>
          <p:cNvSpPr>
            <a:spLocks noGrp="1"/>
          </p:cNvSpPr>
          <p:nvPr>
            <p:ph type="title"/>
          </p:nvPr>
        </p:nvSpPr>
        <p:spPr/>
        <p:txBody>
          <a:bodyPr/>
          <a:lstStyle/>
          <a:p>
            <a:r>
              <a:rPr lang="en-GB" dirty="0"/>
              <a:t>Non-Parametric tests</a:t>
            </a:r>
          </a:p>
        </p:txBody>
      </p:sp>
      <p:sp>
        <p:nvSpPr>
          <p:cNvPr id="7" name="Text Placeholder 6">
            <a:extLst>
              <a:ext uri="{FF2B5EF4-FFF2-40B4-BE49-F238E27FC236}">
                <a16:creationId xmlns:a16="http://schemas.microsoft.com/office/drawing/2014/main" id="{FEFFDF17-29AF-45F0-8752-3B12DBFF2F43}"/>
              </a:ext>
            </a:extLst>
          </p:cNvPr>
          <p:cNvSpPr>
            <a:spLocks noGrp="1"/>
          </p:cNvSpPr>
          <p:nvPr>
            <p:ph sz="quarter" idx="1"/>
          </p:nvPr>
        </p:nvSpPr>
        <p:spPr>
          <a:xfrm>
            <a:off x="612648" y="1600200"/>
            <a:ext cx="8153400" cy="4779688"/>
          </a:xfrm>
        </p:spPr>
        <p:txBody>
          <a:bodyPr>
            <a:normAutofit fontScale="70000" lnSpcReduction="20000"/>
          </a:bodyPr>
          <a:lstStyle/>
          <a:p>
            <a:pPr marL="0" indent="0" algn="l" rtl="0" eaLnBrk="1" fontAlgn="ctr" latinLnBrk="0" hangingPunct="1">
              <a:spcBef>
                <a:spcPts val="600"/>
              </a:spcBef>
              <a:spcAft>
                <a:spcPts val="600"/>
              </a:spcAft>
              <a:buNone/>
            </a:pPr>
            <a:r>
              <a:rPr lang="en-GB" b="0" i="0" dirty="0">
                <a:effectLst/>
              </a:rPr>
              <a:t>In reality:</a:t>
            </a:r>
          </a:p>
          <a:p>
            <a:pPr marL="285750" indent="-285750" algn="l" rtl="0" eaLnBrk="1" fontAlgn="ctr" latinLnBrk="0" hangingPunct="1">
              <a:spcBef>
                <a:spcPts val="600"/>
              </a:spcBef>
              <a:spcAft>
                <a:spcPts val="600"/>
              </a:spcAft>
              <a:buFont typeface="Wingdings" panose="05000000000000000000" pitchFamily="2" charset="2"/>
              <a:buChar char="q"/>
            </a:pPr>
            <a:r>
              <a:rPr lang="en-GB" dirty="0"/>
              <a:t>The </a:t>
            </a:r>
            <a:r>
              <a:rPr lang="en-GB" b="0" i="0" dirty="0">
                <a:effectLst/>
              </a:rPr>
              <a:t>data we have maybe poorly approximated to normal distribution.</a:t>
            </a:r>
          </a:p>
          <a:p>
            <a:pPr marL="285750" indent="-285750" algn="l" rtl="0" eaLnBrk="1" fontAlgn="ctr" latinLnBrk="0" hangingPunct="1">
              <a:spcBef>
                <a:spcPts val="600"/>
              </a:spcBef>
              <a:spcAft>
                <a:spcPts val="600"/>
              </a:spcAft>
              <a:buFont typeface="Wingdings" panose="05000000000000000000" pitchFamily="2" charset="2"/>
              <a:buChar char="q"/>
            </a:pPr>
            <a:r>
              <a:rPr lang="en-GB" b="0" i="0" dirty="0">
                <a:effectLst/>
              </a:rPr>
              <a:t>Hypotheses may have to be measured through categorical variables (e.g., race or gender) or ordinal variables (e.g., ranking scales) where different items are compared directly with each other. </a:t>
            </a:r>
          </a:p>
          <a:p>
            <a:pPr marL="320040" lvl="1" indent="0" fontAlgn="ctr">
              <a:spcBef>
                <a:spcPts val="600"/>
              </a:spcBef>
              <a:spcAft>
                <a:spcPts val="600"/>
              </a:spcAft>
              <a:buNone/>
            </a:pPr>
            <a:r>
              <a:rPr lang="en-GB" sz="2800" b="0" i="0" dirty="0">
                <a:effectLst/>
              </a:rPr>
              <a:t>In these cases, the intervals between the values may not be equally spaced. </a:t>
            </a:r>
          </a:p>
          <a:p>
            <a:pPr marL="320040" lvl="1" indent="0" fontAlgn="ctr">
              <a:spcBef>
                <a:spcPts val="600"/>
              </a:spcBef>
              <a:spcAft>
                <a:spcPts val="600"/>
              </a:spcAft>
              <a:buNone/>
            </a:pPr>
            <a:endParaRPr lang="en-GB" sz="2800" b="0" i="0" dirty="0">
              <a:effectLst/>
            </a:endParaRPr>
          </a:p>
          <a:p>
            <a:pPr marL="320040" lvl="1" indent="0" fontAlgn="ctr">
              <a:spcBef>
                <a:spcPts val="600"/>
              </a:spcBef>
              <a:spcAft>
                <a:spcPts val="600"/>
              </a:spcAft>
              <a:buNone/>
            </a:pPr>
            <a:endParaRPr lang="en-GB" sz="2800" b="0" i="0" dirty="0">
              <a:effectLst/>
            </a:endParaRPr>
          </a:p>
          <a:p>
            <a:pPr marL="320040" lvl="1" indent="0" fontAlgn="ctr">
              <a:spcBef>
                <a:spcPts val="600"/>
              </a:spcBef>
              <a:spcAft>
                <a:spcPts val="600"/>
              </a:spcAft>
              <a:buNone/>
            </a:pPr>
            <a:endParaRPr lang="en-GB" sz="2800" b="0" i="0" dirty="0">
              <a:effectLst/>
            </a:endParaRPr>
          </a:p>
          <a:p>
            <a:pPr marL="320040" lvl="1" indent="0" fontAlgn="ctr">
              <a:spcBef>
                <a:spcPts val="600"/>
              </a:spcBef>
              <a:spcAft>
                <a:spcPts val="600"/>
              </a:spcAft>
              <a:buNone/>
            </a:pPr>
            <a:r>
              <a:rPr lang="en-GB" sz="2800" b="0" i="0" dirty="0">
                <a:effectLst/>
              </a:rPr>
              <a:t>The distance between the two adjacent data points can be unequal. The same problem exists for questions that require “yes” or “no” answers or ask participants to rank a number of options.</a:t>
            </a:r>
          </a:p>
        </p:txBody>
      </p:sp>
      <p:sp>
        <p:nvSpPr>
          <p:cNvPr id="3" name="Footer Placeholder 2">
            <a:extLst>
              <a:ext uri="{FF2B5EF4-FFF2-40B4-BE49-F238E27FC236}">
                <a16:creationId xmlns:a16="http://schemas.microsoft.com/office/drawing/2014/main" id="{613E0D6E-E6AB-33CC-E047-DF08A869943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4" name="Slide Number Placeholder 3">
            <a:extLst>
              <a:ext uri="{FF2B5EF4-FFF2-40B4-BE49-F238E27FC236}">
                <a16:creationId xmlns:a16="http://schemas.microsoft.com/office/drawing/2014/main" id="{66287C0F-DDC8-0936-8C06-5C1607A9D42D}"/>
              </a:ext>
            </a:extLst>
          </p:cNvPr>
          <p:cNvSpPr>
            <a:spLocks noGrp="1"/>
          </p:cNvSpPr>
          <p:nvPr>
            <p:ph type="sldNum" sz="quarter" idx="4"/>
          </p:nvPr>
        </p:nvSpPr>
        <p:spPr/>
        <p:txBody>
          <a:bodyPr/>
          <a:lstStyle/>
          <a:p>
            <a:fld id="{4F96EDF4-259A-48E8-B98E-8CB70E21F623}" type="slidenum">
              <a:rPr lang="en-US" smtClean="0"/>
              <a:pPr/>
              <a:t>6</a:t>
            </a:fld>
            <a:r>
              <a:rPr lang="en-GB"/>
              <a:t>/50</a:t>
            </a:r>
            <a:endParaRPr lang="en-US" dirty="0"/>
          </a:p>
        </p:txBody>
      </p:sp>
      <p:pic>
        <p:nvPicPr>
          <p:cNvPr id="5" name="Picture 2" descr="Figure 4.3 displays a sample Likert scale question.">
            <a:extLst>
              <a:ext uri="{FF2B5EF4-FFF2-40B4-BE49-F238E27FC236}">
                <a16:creationId xmlns:a16="http://schemas.microsoft.com/office/drawing/2014/main" id="{469038CE-E48A-E7D8-56B9-59F59D942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396" y="3789040"/>
            <a:ext cx="4887208" cy="971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5514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830A3-5E7C-930D-C05B-5B51E59DD5FE}"/>
              </a:ext>
            </a:extLst>
          </p:cNvPr>
          <p:cNvSpPr>
            <a:spLocks noGrp="1"/>
          </p:cNvSpPr>
          <p:nvPr>
            <p:ph type="title"/>
          </p:nvPr>
        </p:nvSpPr>
        <p:spPr/>
        <p:txBody>
          <a:bodyPr/>
          <a:lstStyle/>
          <a:p>
            <a:r>
              <a:rPr lang="en-GB" dirty="0"/>
              <a:t>Non-Parametric tests</a:t>
            </a:r>
          </a:p>
        </p:txBody>
      </p:sp>
      <p:sp>
        <p:nvSpPr>
          <p:cNvPr id="3" name="Content Placeholder 2">
            <a:extLst>
              <a:ext uri="{FF2B5EF4-FFF2-40B4-BE49-F238E27FC236}">
                <a16:creationId xmlns:a16="http://schemas.microsoft.com/office/drawing/2014/main" id="{45B2F119-56AB-F25E-FC8E-D348AD3C15D4}"/>
              </a:ext>
            </a:extLst>
          </p:cNvPr>
          <p:cNvSpPr>
            <a:spLocks noGrp="1"/>
          </p:cNvSpPr>
          <p:nvPr>
            <p:ph sz="quarter" idx="1"/>
          </p:nvPr>
        </p:nvSpPr>
        <p:spPr/>
        <p:txBody>
          <a:bodyPr>
            <a:normAutofit fontScale="85000" lnSpcReduction="20000"/>
          </a:bodyPr>
          <a:lstStyle/>
          <a:p>
            <a:pPr>
              <a:spcBef>
                <a:spcPts val="1200"/>
              </a:spcBef>
              <a:spcAft>
                <a:spcPts val="600"/>
              </a:spcAft>
            </a:pPr>
            <a:r>
              <a:rPr lang="en-GB" dirty="0"/>
              <a:t>When the assumptions of parametric tests are not met, you need to consider the use of nonparametric analysis methods. </a:t>
            </a:r>
          </a:p>
          <a:p>
            <a:pPr>
              <a:spcBef>
                <a:spcPts val="1200"/>
              </a:spcBef>
              <a:spcAft>
                <a:spcPts val="600"/>
              </a:spcAft>
            </a:pPr>
            <a:r>
              <a:rPr lang="en-GB" dirty="0"/>
              <a:t>Compared to parametric tests, nonparametric methods make fewer assumptions about the data. </a:t>
            </a:r>
          </a:p>
          <a:p>
            <a:pPr>
              <a:spcBef>
                <a:spcPts val="1200"/>
              </a:spcBef>
              <a:spcAft>
                <a:spcPts val="600"/>
              </a:spcAft>
            </a:pPr>
            <a:r>
              <a:rPr lang="en-GB" dirty="0"/>
              <a:t>Although nonparametric tests are also called “</a:t>
            </a:r>
            <a:r>
              <a:rPr lang="en-GB" dirty="0">
                <a:solidFill>
                  <a:schemeClr val="accent2">
                    <a:lumMod val="75000"/>
                  </a:schemeClr>
                </a:solidFill>
              </a:rPr>
              <a:t>assumption-free</a:t>
            </a:r>
            <a:r>
              <a:rPr lang="en-GB" dirty="0"/>
              <a:t>” tests, it should be noted that they are not actually free of assumptions. </a:t>
            </a:r>
          </a:p>
          <a:p>
            <a:pPr>
              <a:spcBef>
                <a:spcPts val="1200"/>
              </a:spcBef>
              <a:spcAft>
                <a:spcPts val="600"/>
              </a:spcAft>
            </a:pPr>
            <a:r>
              <a:rPr lang="en-GB" dirty="0"/>
              <a:t>For example, the Chi-squared test, one of the most commonly used nonparametric tests, has specific requirements on the </a:t>
            </a:r>
            <a:r>
              <a:rPr lang="en-GB" b="1" dirty="0"/>
              <a:t>sample size </a:t>
            </a:r>
            <a:r>
              <a:rPr lang="en-GB" dirty="0"/>
              <a:t>and </a:t>
            </a:r>
            <a:r>
              <a:rPr lang="en-GB" b="1" dirty="0"/>
              <a:t>independence of data points</a:t>
            </a:r>
            <a:r>
              <a:rPr lang="en-GB" dirty="0"/>
              <a:t>.</a:t>
            </a:r>
          </a:p>
        </p:txBody>
      </p:sp>
      <p:sp>
        <p:nvSpPr>
          <p:cNvPr id="4" name="Footer Placeholder 3">
            <a:extLst>
              <a:ext uri="{FF2B5EF4-FFF2-40B4-BE49-F238E27FC236}">
                <a16:creationId xmlns:a16="http://schemas.microsoft.com/office/drawing/2014/main" id="{F10DFEA5-8124-7E5D-AE3C-F8B27FDF585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B59C1BC-55A2-3869-BC77-289F03371DEC}"/>
              </a:ext>
            </a:extLst>
          </p:cNvPr>
          <p:cNvSpPr>
            <a:spLocks noGrp="1"/>
          </p:cNvSpPr>
          <p:nvPr>
            <p:ph type="sldNum" sz="quarter" idx="4"/>
          </p:nvPr>
        </p:nvSpPr>
        <p:spPr/>
        <p:txBody>
          <a:bodyPr/>
          <a:lstStyle/>
          <a:p>
            <a:fld id="{9FD7ECCF-50E7-4327-B945-FA93FF7B2BEF}" type="slidenum">
              <a:rPr lang="en-US" smtClean="0"/>
              <a:pPr/>
              <a:t>7</a:t>
            </a:fld>
            <a:r>
              <a:rPr lang="en-GB"/>
              <a:t>/40</a:t>
            </a:r>
            <a:endParaRPr lang="en-US" dirty="0"/>
          </a:p>
        </p:txBody>
      </p:sp>
    </p:spTree>
    <p:extLst>
      <p:ext uri="{BB962C8B-B14F-4D97-AF65-F5344CB8AC3E}">
        <p14:creationId xmlns:p14="http://schemas.microsoft.com/office/powerpoint/2010/main" val="689925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B95B5-DDCF-E679-F497-503DBF9108E1}"/>
              </a:ext>
            </a:extLst>
          </p:cNvPr>
          <p:cNvSpPr>
            <a:spLocks noGrp="1"/>
          </p:cNvSpPr>
          <p:nvPr>
            <p:ph type="title"/>
          </p:nvPr>
        </p:nvSpPr>
        <p:spPr/>
        <p:txBody>
          <a:bodyPr/>
          <a:lstStyle/>
          <a:p>
            <a:r>
              <a:rPr lang="en-GB" dirty="0"/>
              <a:t>Non-Parametric tests</a:t>
            </a:r>
          </a:p>
        </p:txBody>
      </p:sp>
      <p:sp>
        <p:nvSpPr>
          <p:cNvPr id="3" name="Content Placeholder 2">
            <a:extLst>
              <a:ext uri="{FF2B5EF4-FFF2-40B4-BE49-F238E27FC236}">
                <a16:creationId xmlns:a16="http://schemas.microsoft.com/office/drawing/2014/main" id="{E44123FE-965B-56BC-50F5-6E67876401DE}"/>
              </a:ext>
            </a:extLst>
          </p:cNvPr>
          <p:cNvSpPr>
            <a:spLocks noGrp="1"/>
          </p:cNvSpPr>
          <p:nvPr>
            <p:ph sz="quarter" idx="1"/>
          </p:nvPr>
        </p:nvSpPr>
        <p:spPr>
          <a:xfrm>
            <a:off x="612648" y="1600200"/>
            <a:ext cx="8153400" cy="4781128"/>
          </a:xfrm>
        </p:spPr>
        <p:txBody>
          <a:bodyPr>
            <a:normAutofit fontScale="85000" lnSpcReduction="20000"/>
          </a:bodyPr>
          <a:lstStyle/>
          <a:p>
            <a:pPr>
              <a:spcBef>
                <a:spcPts val="1200"/>
              </a:spcBef>
              <a:spcAft>
                <a:spcPts val="600"/>
              </a:spcAft>
            </a:pPr>
            <a:r>
              <a:rPr lang="en-GB" dirty="0"/>
              <a:t>Another important point for nonparametric analysis is that information in the data can be lost when the data tested are actually interval or ratio.</a:t>
            </a:r>
          </a:p>
          <a:p>
            <a:pPr>
              <a:spcBef>
                <a:spcPts val="1200"/>
              </a:spcBef>
              <a:spcAft>
                <a:spcPts val="600"/>
              </a:spcAft>
            </a:pPr>
            <a:r>
              <a:rPr lang="en-GB" dirty="0"/>
              <a:t>The reason is that the nonparametric analysis collapses the data into ranks so all that matters is the order of the data while the distance information between the data points is lost.</a:t>
            </a:r>
          </a:p>
          <a:p>
            <a:pPr>
              <a:spcBef>
                <a:spcPts val="1200"/>
              </a:spcBef>
              <a:spcAft>
                <a:spcPts val="600"/>
              </a:spcAft>
            </a:pPr>
            <a:r>
              <a:rPr lang="en-GB" dirty="0"/>
              <a:t>Therefore, nonparametric analysis sacrifices the power to use all available information to reject a false null hypothesis in exchange for less strict assumptions about the data.</a:t>
            </a:r>
          </a:p>
          <a:p>
            <a:pPr marL="320040" lvl="1" indent="0">
              <a:spcBef>
                <a:spcPts val="1200"/>
              </a:spcBef>
              <a:spcAft>
                <a:spcPts val="600"/>
              </a:spcAft>
              <a:buNone/>
            </a:pPr>
            <a:r>
              <a:rPr lang="en-GB" dirty="0" err="1"/>
              <a:t>MacKenzie</a:t>
            </a:r>
            <a:r>
              <a:rPr lang="en-GB" dirty="0"/>
              <a:t> S. (2013) </a:t>
            </a:r>
            <a:r>
              <a:rPr lang="en-GB" i="1" dirty="0"/>
              <a:t>Human-Computer Interaction: An Empirical Research Perspective</a:t>
            </a:r>
            <a:r>
              <a:rPr lang="en-GB" dirty="0"/>
              <a:t>. Waltham, MA: Elsevier.</a:t>
            </a:r>
          </a:p>
        </p:txBody>
      </p:sp>
      <p:sp>
        <p:nvSpPr>
          <p:cNvPr id="4" name="Footer Placeholder 3">
            <a:extLst>
              <a:ext uri="{FF2B5EF4-FFF2-40B4-BE49-F238E27FC236}">
                <a16:creationId xmlns:a16="http://schemas.microsoft.com/office/drawing/2014/main" id="{275DEFAB-597A-8E47-A2A4-3CB71DB6030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31E21AF5-C357-5F56-AB8A-197B237FD90B}"/>
              </a:ext>
            </a:extLst>
          </p:cNvPr>
          <p:cNvSpPr>
            <a:spLocks noGrp="1"/>
          </p:cNvSpPr>
          <p:nvPr>
            <p:ph type="sldNum" sz="quarter" idx="4"/>
          </p:nvPr>
        </p:nvSpPr>
        <p:spPr/>
        <p:txBody>
          <a:bodyPr/>
          <a:lstStyle/>
          <a:p>
            <a:fld id="{9FD7ECCF-50E7-4327-B945-FA93FF7B2BEF}" type="slidenum">
              <a:rPr lang="en-US" smtClean="0"/>
              <a:pPr/>
              <a:t>8</a:t>
            </a:fld>
            <a:r>
              <a:rPr lang="en-GB"/>
              <a:t>/40</a:t>
            </a:r>
            <a:endParaRPr lang="en-US" dirty="0"/>
          </a:p>
        </p:txBody>
      </p:sp>
    </p:spTree>
    <p:extLst>
      <p:ext uri="{BB962C8B-B14F-4D97-AF65-F5344CB8AC3E}">
        <p14:creationId xmlns:p14="http://schemas.microsoft.com/office/powerpoint/2010/main" val="3010004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AEDC0-248C-71CD-7832-485CEFA7350F}"/>
              </a:ext>
            </a:extLst>
          </p:cNvPr>
          <p:cNvSpPr>
            <a:spLocks noGrp="1"/>
          </p:cNvSpPr>
          <p:nvPr>
            <p:ph type="title"/>
          </p:nvPr>
        </p:nvSpPr>
        <p:spPr/>
        <p:txBody>
          <a:bodyPr/>
          <a:lstStyle/>
          <a:p>
            <a:r>
              <a:rPr lang="en-GB" dirty="0"/>
              <a:t>Parametric vs Nonparametric </a:t>
            </a:r>
          </a:p>
        </p:txBody>
      </p:sp>
      <p:graphicFrame>
        <p:nvGraphicFramePr>
          <p:cNvPr id="6" name="Table 6">
            <a:extLst>
              <a:ext uri="{FF2B5EF4-FFF2-40B4-BE49-F238E27FC236}">
                <a16:creationId xmlns:a16="http://schemas.microsoft.com/office/drawing/2014/main" id="{D665F0B0-174D-5CBF-DB36-95DA2B8EC82D}"/>
              </a:ext>
            </a:extLst>
          </p:cNvPr>
          <p:cNvGraphicFramePr>
            <a:graphicFrameLocks noGrp="1"/>
          </p:cNvGraphicFramePr>
          <p:nvPr>
            <p:ph sz="quarter" idx="1"/>
            <p:extLst>
              <p:ext uri="{D42A27DB-BD31-4B8C-83A1-F6EECF244321}">
                <p14:modId xmlns:p14="http://schemas.microsoft.com/office/powerpoint/2010/main" val="3044900942"/>
              </p:ext>
            </p:extLst>
          </p:nvPr>
        </p:nvGraphicFramePr>
        <p:xfrm>
          <a:off x="765477" y="1700808"/>
          <a:ext cx="5904656" cy="2251065"/>
        </p:xfrm>
        <a:graphic>
          <a:graphicData uri="http://schemas.openxmlformats.org/drawingml/2006/table">
            <a:tbl>
              <a:tblPr firstRow="1" bandRow="1">
                <a:tableStyleId>{85BE263C-DBD7-4A20-BB59-AAB30ACAA65A}</a:tableStyleId>
              </a:tblPr>
              <a:tblGrid>
                <a:gridCol w="2942427">
                  <a:extLst>
                    <a:ext uri="{9D8B030D-6E8A-4147-A177-3AD203B41FA5}">
                      <a16:colId xmlns:a16="http://schemas.microsoft.com/office/drawing/2014/main" val="3229368256"/>
                    </a:ext>
                  </a:extLst>
                </a:gridCol>
                <a:gridCol w="2962229">
                  <a:extLst>
                    <a:ext uri="{9D8B030D-6E8A-4147-A177-3AD203B41FA5}">
                      <a16:colId xmlns:a16="http://schemas.microsoft.com/office/drawing/2014/main" val="3369497873"/>
                    </a:ext>
                  </a:extLst>
                </a:gridCol>
              </a:tblGrid>
              <a:tr h="238478">
                <a:tc>
                  <a:txBody>
                    <a:bodyPr/>
                    <a:lstStyle/>
                    <a:p>
                      <a:r>
                        <a:rPr lang="en-GB" sz="1600" b="1" dirty="0">
                          <a:effectLst/>
                        </a:rPr>
                        <a:t>Parametric Alternative</a:t>
                      </a:r>
                    </a:p>
                  </a:txBody>
                  <a:tcPr marL="76200" marR="76200" marT="76200" marB="76200" anchor="ctr"/>
                </a:tc>
                <a:tc>
                  <a:txBody>
                    <a:bodyPr/>
                    <a:lstStyle/>
                    <a:p>
                      <a:pPr marL="0" indent="182563"/>
                      <a:r>
                        <a:rPr lang="en-GB" sz="1600" b="1" dirty="0">
                          <a:effectLst/>
                        </a:rPr>
                        <a:t>Nonparametric test</a:t>
                      </a:r>
                    </a:p>
                  </a:txBody>
                  <a:tcPr marL="76200" marR="76200" marT="76200" marB="76200" anchor="ctr"/>
                </a:tc>
                <a:extLst>
                  <a:ext uri="{0D108BD9-81ED-4DB2-BD59-A6C34878D82A}">
                    <a16:rowId xmlns:a16="http://schemas.microsoft.com/office/drawing/2014/main" val="1280883235"/>
                  </a:ext>
                </a:extLst>
              </a:tr>
              <a:tr h="391785">
                <a:tc>
                  <a:txBody>
                    <a:bodyPr/>
                    <a:lstStyle/>
                    <a:p>
                      <a:r>
                        <a:rPr kumimoji="0" lang="en-GB" sz="1400" u="none" strike="noStrike" kern="1200" dirty="0">
                          <a:solidFill>
                            <a:schemeClr val="tx1">
                              <a:lumMod val="85000"/>
                              <a:lumOff val="15000"/>
                            </a:schemeClr>
                          </a:solidFill>
                          <a:effectLst/>
                          <a:latin typeface="+mn-lt"/>
                          <a:ea typeface="+mn-ea"/>
                          <a:cs typeface="+mn-cs"/>
                        </a:rPr>
                        <a:t>Independent samples t-test</a:t>
                      </a:r>
                    </a:p>
                  </a:txBody>
                  <a:tcPr marL="76200" marR="76200" marT="76200" marB="76200" anchor="ctr"/>
                </a:tc>
                <a:tc>
                  <a:txBody>
                    <a:bodyPr/>
                    <a:lstStyle/>
                    <a:p>
                      <a:pPr marL="0" indent="182563"/>
                      <a:r>
                        <a:rPr kumimoji="0" lang="en-GB" sz="1400" u="none" strike="noStrike" kern="1200" dirty="0">
                          <a:solidFill>
                            <a:schemeClr val="tx1">
                              <a:lumMod val="85000"/>
                              <a:lumOff val="15000"/>
                            </a:schemeClr>
                          </a:solidFill>
                          <a:effectLst/>
                          <a:latin typeface="+mn-lt"/>
                          <a:ea typeface="+mn-ea"/>
                          <a:cs typeface="+mn-cs"/>
                        </a:rPr>
                        <a:t>Mann-Whitney test</a:t>
                      </a:r>
                    </a:p>
                  </a:txBody>
                  <a:tcPr marL="76200" marR="76200" marT="76200" marB="76200" anchor="ctr"/>
                </a:tc>
                <a:extLst>
                  <a:ext uri="{0D108BD9-81ED-4DB2-BD59-A6C34878D82A}">
                    <a16:rowId xmlns:a16="http://schemas.microsoft.com/office/drawing/2014/main" val="3673604331"/>
                  </a:ext>
                </a:extLst>
              </a:tr>
              <a:tr h="238478">
                <a:tc>
                  <a:txBody>
                    <a:bodyPr/>
                    <a:lstStyle/>
                    <a:p>
                      <a:r>
                        <a:rPr kumimoji="0" lang="en-GB" sz="1400" u="none" strike="noStrike" kern="1200" dirty="0">
                          <a:solidFill>
                            <a:schemeClr val="tx1">
                              <a:lumMod val="85000"/>
                              <a:lumOff val="15000"/>
                            </a:schemeClr>
                          </a:solidFill>
                          <a:effectLst/>
                          <a:latin typeface="+mn-lt"/>
                          <a:ea typeface="+mn-ea"/>
                          <a:cs typeface="+mn-cs"/>
                        </a:rPr>
                        <a:t>Paired sample t-test</a:t>
                      </a:r>
                    </a:p>
                  </a:txBody>
                  <a:tcPr marL="76200" marR="76200" marT="76200" marB="76200" anchor="ctr"/>
                </a:tc>
                <a:tc>
                  <a:txBody>
                    <a:bodyPr/>
                    <a:lstStyle/>
                    <a:p>
                      <a:pPr marL="0" indent="182563"/>
                      <a:r>
                        <a:rPr kumimoji="0" lang="en-GB" sz="1400" u="none" strike="noStrike" kern="1200" dirty="0">
                          <a:solidFill>
                            <a:schemeClr val="tx1">
                              <a:lumMod val="85000"/>
                              <a:lumOff val="15000"/>
                            </a:schemeClr>
                          </a:solidFill>
                          <a:effectLst/>
                          <a:latin typeface="+mn-lt"/>
                          <a:ea typeface="+mn-ea"/>
                          <a:cs typeface="+mn-cs"/>
                        </a:rPr>
                        <a:t>Wilcoxon Signed Rank test</a:t>
                      </a:r>
                    </a:p>
                  </a:txBody>
                  <a:tcPr marL="76200" marR="76200" marT="76200" marB="76200" anchor="ctr"/>
                </a:tc>
                <a:extLst>
                  <a:ext uri="{0D108BD9-81ED-4DB2-BD59-A6C34878D82A}">
                    <a16:rowId xmlns:a16="http://schemas.microsoft.com/office/drawing/2014/main" val="4270735922"/>
                  </a:ext>
                </a:extLst>
              </a:tr>
              <a:tr h="238478">
                <a:tc>
                  <a:txBody>
                    <a:bodyPr/>
                    <a:lstStyle/>
                    <a:p>
                      <a:r>
                        <a:rPr kumimoji="0" lang="en-GB" sz="1400" u="none" strike="noStrike" kern="1200" dirty="0">
                          <a:solidFill>
                            <a:schemeClr val="tx1">
                              <a:lumMod val="85000"/>
                              <a:lumOff val="15000"/>
                            </a:schemeClr>
                          </a:solidFill>
                          <a:effectLst/>
                          <a:latin typeface="+mn-lt"/>
                          <a:ea typeface="+mn-ea"/>
                          <a:cs typeface="+mn-cs"/>
                        </a:rPr>
                        <a:t>One-way ANOVA or Factorial ANOVA</a:t>
                      </a:r>
                    </a:p>
                  </a:txBody>
                  <a:tcPr marL="76200" marR="76200" marT="76200" marB="76200" anchor="ctr"/>
                </a:tc>
                <a:tc>
                  <a:txBody>
                    <a:bodyPr/>
                    <a:lstStyle/>
                    <a:p>
                      <a:pPr marL="0" indent="182563"/>
                      <a:r>
                        <a:rPr kumimoji="0" lang="en-GB" sz="1400" u="none" strike="noStrike" kern="1200" dirty="0">
                          <a:solidFill>
                            <a:schemeClr val="tx1">
                              <a:lumMod val="85000"/>
                              <a:lumOff val="15000"/>
                            </a:schemeClr>
                          </a:solidFill>
                          <a:effectLst/>
                          <a:latin typeface="+mn-lt"/>
                          <a:ea typeface="+mn-ea"/>
                          <a:cs typeface="+mn-cs"/>
                        </a:rPr>
                        <a:t>Kruskal-Wallis test</a:t>
                      </a:r>
                    </a:p>
                  </a:txBody>
                  <a:tcPr marL="76200" marR="76200" marT="76200" marB="76200" anchor="ctr"/>
                </a:tc>
                <a:extLst>
                  <a:ext uri="{0D108BD9-81ED-4DB2-BD59-A6C34878D82A}">
                    <a16:rowId xmlns:a16="http://schemas.microsoft.com/office/drawing/2014/main" val="3906922789"/>
                  </a:ext>
                </a:extLst>
              </a:tr>
              <a:tr h="238478">
                <a:tc>
                  <a:txBody>
                    <a:bodyPr/>
                    <a:lstStyle/>
                    <a:p>
                      <a:r>
                        <a:rPr kumimoji="0" lang="en-GB" sz="1400" u="none" strike="noStrike" kern="1200" dirty="0">
                          <a:solidFill>
                            <a:schemeClr val="tx1">
                              <a:lumMod val="85000"/>
                              <a:lumOff val="15000"/>
                            </a:schemeClr>
                          </a:solidFill>
                          <a:effectLst/>
                          <a:latin typeface="+mn-lt"/>
                          <a:ea typeface="+mn-ea"/>
                          <a:cs typeface="+mn-cs"/>
                        </a:rPr>
                        <a:t>Repeated ANOVA</a:t>
                      </a:r>
                    </a:p>
                  </a:txBody>
                  <a:tcPr marL="76200" marR="76200" marT="76200" marB="76200" anchor="ctr"/>
                </a:tc>
                <a:tc>
                  <a:txBody>
                    <a:bodyPr/>
                    <a:lstStyle/>
                    <a:p>
                      <a:pPr marL="0" indent="182563"/>
                      <a:r>
                        <a:rPr kumimoji="0" lang="en-GB" sz="1400" u="none" strike="noStrike" kern="1200" dirty="0" err="1">
                          <a:solidFill>
                            <a:schemeClr val="tx1">
                              <a:lumMod val="85000"/>
                              <a:lumOff val="15000"/>
                            </a:schemeClr>
                          </a:solidFill>
                          <a:effectLst/>
                          <a:latin typeface="+mn-lt"/>
                          <a:ea typeface="+mn-ea"/>
                          <a:cs typeface="+mn-cs"/>
                        </a:rPr>
                        <a:t>Friedmans’s</a:t>
                      </a:r>
                      <a:r>
                        <a:rPr kumimoji="0" lang="en-GB" sz="1400" u="none" strike="noStrike" kern="1200" dirty="0">
                          <a:solidFill>
                            <a:schemeClr val="tx1">
                              <a:lumMod val="85000"/>
                              <a:lumOff val="15000"/>
                            </a:schemeClr>
                          </a:solidFill>
                          <a:effectLst/>
                          <a:latin typeface="+mn-lt"/>
                          <a:ea typeface="+mn-ea"/>
                          <a:cs typeface="+mn-cs"/>
                        </a:rPr>
                        <a:t> ANOVA</a:t>
                      </a:r>
                    </a:p>
                  </a:txBody>
                  <a:tcPr marL="76200" marR="76200" marT="76200" marB="76200" anchor="ctr"/>
                </a:tc>
                <a:extLst>
                  <a:ext uri="{0D108BD9-81ED-4DB2-BD59-A6C34878D82A}">
                    <a16:rowId xmlns:a16="http://schemas.microsoft.com/office/drawing/2014/main" val="610244859"/>
                  </a:ext>
                </a:extLst>
              </a:tr>
              <a:tr h="238478">
                <a:tc>
                  <a:txBody>
                    <a:bodyPr/>
                    <a:lstStyle/>
                    <a:p>
                      <a:r>
                        <a:rPr kumimoji="0" lang="en-GB" sz="1400" u="none" strike="noStrike" kern="1200" dirty="0">
                          <a:solidFill>
                            <a:schemeClr val="tx1">
                              <a:lumMod val="85000"/>
                              <a:lumOff val="15000"/>
                            </a:schemeClr>
                          </a:solidFill>
                          <a:effectLst/>
                          <a:latin typeface="+mn-lt"/>
                          <a:ea typeface="+mn-ea"/>
                          <a:cs typeface="+mn-cs"/>
                        </a:rPr>
                        <a:t>Correlation Coefficient</a:t>
                      </a:r>
                    </a:p>
                  </a:txBody>
                  <a:tcPr marL="76200" marR="76200" marT="76200" marB="76200" anchor="ctr"/>
                </a:tc>
                <a:tc>
                  <a:txBody>
                    <a:bodyPr/>
                    <a:lstStyle/>
                    <a:p>
                      <a:pPr marL="0" indent="182563"/>
                      <a:r>
                        <a:rPr kumimoji="0" lang="en-GB" sz="1400" u="none" strike="noStrike" kern="1200" dirty="0">
                          <a:solidFill>
                            <a:schemeClr val="tx1">
                              <a:lumMod val="85000"/>
                              <a:lumOff val="15000"/>
                            </a:schemeClr>
                          </a:solidFill>
                          <a:effectLst/>
                          <a:latin typeface="+mn-lt"/>
                          <a:ea typeface="+mn-ea"/>
                          <a:cs typeface="+mn-cs"/>
                        </a:rPr>
                        <a:t>Spearman Rank Correlation</a:t>
                      </a:r>
                    </a:p>
                  </a:txBody>
                  <a:tcPr marL="76200" marR="76200" marT="76200" marB="76200" anchor="ctr"/>
                </a:tc>
                <a:extLst>
                  <a:ext uri="{0D108BD9-81ED-4DB2-BD59-A6C34878D82A}">
                    <a16:rowId xmlns:a16="http://schemas.microsoft.com/office/drawing/2014/main" val="344974358"/>
                  </a:ext>
                </a:extLst>
              </a:tr>
            </a:tbl>
          </a:graphicData>
        </a:graphic>
      </p:graphicFrame>
      <p:sp>
        <p:nvSpPr>
          <p:cNvPr id="4" name="Footer Placeholder 3">
            <a:extLst>
              <a:ext uri="{FF2B5EF4-FFF2-40B4-BE49-F238E27FC236}">
                <a16:creationId xmlns:a16="http://schemas.microsoft.com/office/drawing/2014/main" id="{19DEBE59-8A99-2047-AF63-798876FC44A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E11582E6-451A-2413-BBF7-A66FC0BAC824}"/>
              </a:ext>
            </a:extLst>
          </p:cNvPr>
          <p:cNvSpPr>
            <a:spLocks noGrp="1"/>
          </p:cNvSpPr>
          <p:nvPr>
            <p:ph type="sldNum" sz="quarter" idx="4"/>
          </p:nvPr>
        </p:nvSpPr>
        <p:spPr/>
        <p:txBody>
          <a:bodyPr/>
          <a:lstStyle/>
          <a:p>
            <a:fld id="{9FD7ECCF-50E7-4327-B945-FA93FF7B2BEF}" type="slidenum">
              <a:rPr lang="en-US" smtClean="0"/>
              <a:pPr/>
              <a:t>9</a:t>
            </a:fld>
            <a:r>
              <a:rPr lang="en-GB"/>
              <a:t>/40</a:t>
            </a:r>
            <a:endParaRPr lang="en-US" dirty="0"/>
          </a:p>
        </p:txBody>
      </p:sp>
      <p:graphicFrame>
        <p:nvGraphicFramePr>
          <p:cNvPr id="7" name="Table 6">
            <a:extLst>
              <a:ext uri="{FF2B5EF4-FFF2-40B4-BE49-F238E27FC236}">
                <a16:creationId xmlns:a16="http://schemas.microsoft.com/office/drawing/2014/main" id="{CA6F4167-4221-3F8A-1B5F-F028B8A9DEA4}"/>
              </a:ext>
            </a:extLst>
          </p:cNvPr>
          <p:cNvGraphicFramePr>
            <a:graphicFrameLocks/>
          </p:cNvGraphicFramePr>
          <p:nvPr>
            <p:extLst>
              <p:ext uri="{D42A27DB-BD31-4B8C-83A1-F6EECF244321}">
                <p14:modId xmlns:p14="http://schemas.microsoft.com/office/powerpoint/2010/main" val="1706597086"/>
              </p:ext>
            </p:extLst>
          </p:nvPr>
        </p:nvGraphicFramePr>
        <p:xfrm>
          <a:off x="971599" y="4088735"/>
          <a:ext cx="5698533" cy="2194560"/>
        </p:xfrm>
        <a:graphic>
          <a:graphicData uri="http://schemas.openxmlformats.org/drawingml/2006/table">
            <a:tbl>
              <a:tblPr firstRow="1" bandRow="1">
                <a:tableStyleId>{2D5ABB26-0587-4C30-8999-92F81FD0307C}</a:tableStyleId>
              </a:tblPr>
              <a:tblGrid>
                <a:gridCol w="3048194">
                  <a:extLst>
                    <a:ext uri="{9D8B030D-6E8A-4147-A177-3AD203B41FA5}">
                      <a16:colId xmlns:a16="http://schemas.microsoft.com/office/drawing/2014/main" val="3229368256"/>
                    </a:ext>
                  </a:extLst>
                </a:gridCol>
                <a:gridCol w="2650339">
                  <a:extLst>
                    <a:ext uri="{9D8B030D-6E8A-4147-A177-3AD203B41FA5}">
                      <a16:colId xmlns:a16="http://schemas.microsoft.com/office/drawing/2014/main" val="3369497873"/>
                    </a:ext>
                  </a:extLst>
                </a:gridCol>
              </a:tblGrid>
              <a:tr h="330178">
                <a:tc>
                  <a:txBody>
                    <a:bodyPr/>
                    <a:lstStyle/>
                    <a:p>
                      <a:r>
                        <a:rPr lang="en-GB" sz="1400" b="0" dirty="0">
                          <a:effectLst/>
                        </a:rPr>
                        <a:t>Interval or ratio</a:t>
                      </a:r>
                    </a:p>
                  </a:txBody>
                  <a:tcPr marL="76200" marR="76200" marT="76200" marB="76200" anchor="ctr"/>
                </a:tc>
                <a:tc>
                  <a:txBody>
                    <a:bodyPr/>
                    <a:lstStyle/>
                    <a:p>
                      <a:r>
                        <a:rPr lang="en-GB" sz="1400" b="0" dirty="0">
                          <a:effectLst/>
                        </a:rPr>
                        <a:t>Nominal or ordinal</a:t>
                      </a:r>
                    </a:p>
                  </a:txBody>
                  <a:tcPr marL="76200" marR="76200" marT="76200" marB="76200" anchor="ctr"/>
                </a:tc>
                <a:extLst>
                  <a:ext uri="{0D108BD9-81ED-4DB2-BD59-A6C34878D82A}">
                    <a16:rowId xmlns:a16="http://schemas.microsoft.com/office/drawing/2014/main" val="1280883235"/>
                  </a:ext>
                </a:extLst>
              </a:tr>
              <a:tr h="353671">
                <a:tc>
                  <a:txBody>
                    <a:bodyPr/>
                    <a:lstStyle/>
                    <a:p>
                      <a:r>
                        <a:rPr kumimoji="0" lang="en-GB" sz="1400" u="none" strike="noStrike" kern="1200" dirty="0">
                          <a:solidFill>
                            <a:schemeClr val="tx1">
                              <a:lumMod val="85000"/>
                              <a:lumOff val="15000"/>
                            </a:schemeClr>
                          </a:solidFill>
                          <a:effectLst/>
                          <a:latin typeface="+mn-lt"/>
                          <a:ea typeface="+mn-ea"/>
                          <a:cs typeface="+mn-cs"/>
                        </a:rPr>
                        <a:t>Normally distributed</a:t>
                      </a:r>
                    </a:p>
                  </a:txBody>
                  <a:tcPr marL="76200" marR="76200" marT="76200" marB="76200" anchor="ctr"/>
                </a:tc>
                <a:tc>
                  <a:txBody>
                    <a:bodyPr/>
                    <a:lstStyle/>
                    <a:p>
                      <a:r>
                        <a:rPr kumimoji="0" lang="en-GB" sz="1400" u="none" strike="noStrike" kern="1200" dirty="0">
                          <a:solidFill>
                            <a:schemeClr val="tx1">
                              <a:lumMod val="85000"/>
                              <a:lumOff val="15000"/>
                            </a:schemeClr>
                          </a:solidFill>
                          <a:effectLst/>
                          <a:latin typeface="+mn-lt"/>
                          <a:ea typeface="+mn-ea"/>
                          <a:cs typeface="+mn-cs"/>
                        </a:rPr>
                        <a:t>Not Normal distribution</a:t>
                      </a:r>
                    </a:p>
                  </a:txBody>
                  <a:tcPr marL="76200" marR="76200" marT="76200" marB="76200" anchor="ctr"/>
                </a:tc>
                <a:extLst>
                  <a:ext uri="{0D108BD9-81ED-4DB2-BD59-A6C34878D82A}">
                    <a16:rowId xmlns:a16="http://schemas.microsoft.com/office/drawing/2014/main" val="3673604331"/>
                  </a:ext>
                </a:extLst>
              </a:tr>
              <a:tr h="330178">
                <a:tc>
                  <a:txBody>
                    <a:bodyPr/>
                    <a:lstStyle/>
                    <a:p>
                      <a:r>
                        <a:rPr kumimoji="0" lang="en-GB" sz="1400" u="none" strike="noStrike" kern="1200" dirty="0">
                          <a:solidFill>
                            <a:schemeClr val="tx1">
                              <a:lumMod val="85000"/>
                              <a:lumOff val="15000"/>
                            </a:schemeClr>
                          </a:solidFill>
                          <a:effectLst/>
                          <a:latin typeface="+mn-lt"/>
                          <a:ea typeface="+mn-ea"/>
                          <a:cs typeface="+mn-cs"/>
                        </a:rPr>
                        <a:t>No outliers</a:t>
                      </a:r>
                    </a:p>
                  </a:txBody>
                  <a:tcPr marL="76200" marR="76200" marT="76200" marB="76200" anchor="ctr"/>
                </a:tc>
                <a:tc>
                  <a:txBody>
                    <a:bodyPr/>
                    <a:lstStyle/>
                    <a:p>
                      <a:r>
                        <a:rPr kumimoji="0" lang="en-GB" sz="1400" u="none" strike="noStrike" kern="1200" dirty="0">
                          <a:solidFill>
                            <a:schemeClr val="tx1">
                              <a:lumMod val="85000"/>
                              <a:lumOff val="15000"/>
                            </a:schemeClr>
                          </a:solidFill>
                          <a:effectLst/>
                          <a:latin typeface="+mn-lt"/>
                          <a:ea typeface="+mn-ea"/>
                          <a:cs typeface="+mn-cs"/>
                        </a:rPr>
                        <a:t>Outliers</a:t>
                      </a:r>
                    </a:p>
                  </a:txBody>
                  <a:tcPr marL="76200" marR="76200" marT="76200" marB="76200" anchor="ctr"/>
                </a:tc>
                <a:extLst>
                  <a:ext uri="{0D108BD9-81ED-4DB2-BD59-A6C34878D82A}">
                    <a16:rowId xmlns:a16="http://schemas.microsoft.com/office/drawing/2014/main" val="4270735922"/>
                  </a:ext>
                </a:extLst>
              </a:tr>
              <a:tr h="330178">
                <a:tc>
                  <a:txBody>
                    <a:bodyPr/>
                    <a:lstStyle/>
                    <a:p>
                      <a:r>
                        <a:rPr kumimoji="0" lang="en-GB" sz="1400" u="none" strike="noStrike" kern="1200" dirty="0">
                          <a:solidFill>
                            <a:schemeClr val="tx1">
                              <a:lumMod val="85000"/>
                              <a:lumOff val="15000"/>
                            </a:schemeClr>
                          </a:solidFill>
                          <a:effectLst/>
                          <a:latin typeface="+mn-lt"/>
                          <a:ea typeface="+mn-ea"/>
                          <a:cs typeface="+mn-cs"/>
                        </a:rPr>
                        <a:t>Equal variances</a:t>
                      </a:r>
                    </a:p>
                  </a:txBody>
                  <a:tcPr marL="76200" marR="76200" marT="76200" marB="76200" anchor="ctr"/>
                </a:tc>
                <a:tc>
                  <a:txBody>
                    <a:bodyPr/>
                    <a:lstStyle/>
                    <a:p>
                      <a:r>
                        <a:rPr kumimoji="0" lang="en-GB" sz="1400" u="none" strike="noStrike" kern="1200" dirty="0">
                          <a:solidFill>
                            <a:schemeClr val="tx1">
                              <a:lumMod val="85000"/>
                              <a:lumOff val="15000"/>
                            </a:schemeClr>
                          </a:solidFill>
                          <a:effectLst/>
                          <a:latin typeface="+mn-lt"/>
                          <a:ea typeface="+mn-ea"/>
                          <a:cs typeface="+mn-cs"/>
                        </a:rPr>
                        <a:t>Unequal variances</a:t>
                      </a:r>
                    </a:p>
                  </a:txBody>
                  <a:tcPr marL="76200" marR="76200" marT="76200" marB="76200" anchor="ctr"/>
                </a:tc>
                <a:extLst>
                  <a:ext uri="{0D108BD9-81ED-4DB2-BD59-A6C34878D82A}">
                    <a16:rowId xmlns:a16="http://schemas.microsoft.com/office/drawing/2014/main" val="3906922789"/>
                  </a:ext>
                </a:extLst>
              </a:tr>
              <a:tr h="330178">
                <a:tc>
                  <a:txBody>
                    <a:bodyPr/>
                    <a:lstStyle/>
                    <a:p>
                      <a:r>
                        <a:rPr kumimoji="0" lang="en-GB" sz="1400" u="none" strike="noStrike" kern="1200" dirty="0">
                          <a:solidFill>
                            <a:schemeClr val="tx1">
                              <a:lumMod val="85000"/>
                              <a:lumOff val="15000"/>
                            </a:schemeClr>
                          </a:solidFill>
                          <a:effectLst/>
                          <a:latin typeface="+mn-lt"/>
                          <a:ea typeface="+mn-ea"/>
                          <a:cs typeface="+mn-cs"/>
                        </a:rPr>
                        <a:t>Large samples &gt;30</a:t>
                      </a:r>
                    </a:p>
                  </a:txBody>
                  <a:tcPr marL="76200" marR="76200" marT="76200" marB="76200" anchor="ctr"/>
                </a:tc>
                <a:tc>
                  <a:txBody>
                    <a:bodyPr/>
                    <a:lstStyle/>
                    <a:p>
                      <a:r>
                        <a:rPr kumimoji="0" lang="en-GB" sz="1400" u="none" strike="noStrike" kern="1200" dirty="0">
                          <a:solidFill>
                            <a:schemeClr val="tx1">
                              <a:lumMod val="85000"/>
                              <a:lumOff val="15000"/>
                            </a:schemeClr>
                          </a:solidFill>
                          <a:effectLst/>
                          <a:latin typeface="+mn-lt"/>
                          <a:ea typeface="+mn-ea"/>
                          <a:cs typeface="+mn-cs"/>
                        </a:rPr>
                        <a:t>Small sample</a:t>
                      </a:r>
                    </a:p>
                  </a:txBody>
                  <a:tcPr marL="76200" marR="76200" marT="76200" marB="76200" anchor="ctr"/>
                </a:tc>
                <a:extLst>
                  <a:ext uri="{0D108BD9-81ED-4DB2-BD59-A6C34878D82A}">
                    <a16:rowId xmlns:a16="http://schemas.microsoft.com/office/drawing/2014/main" val="610244859"/>
                  </a:ext>
                </a:extLst>
              </a:tr>
              <a:tr h="330178">
                <a:tc>
                  <a:txBody>
                    <a:bodyPr/>
                    <a:lstStyle/>
                    <a:p>
                      <a:endParaRPr kumimoji="0" lang="en-GB" sz="1400" u="none" strike="noStrike" kern="1200" dirty="0">
                        <a:solidFill>
                          <a:schemeClr val="tx1">
                            <a:lumMod val="85000"/>
                            <a:lumOff val="15000"/>
                          </a:schemeClr>
                        </a:solidFill>
                        <a:effectLst/>
                        <a:latin typeface="+mn-lt"/>
                        <a:ea typeface="+mn-ea"/>
                        <a:cs typeface="+mn-cs"/>
                      </a:endParaRPr>
                    </a:p>
                  </a:txBody>
                  <a:tcPr marL="76200" marR="76200" marT="76200" marB="76200" anchor="ctr"/>
                </a:tc>
                <a:tc>
                  <a:txBody>
                    <a:bodyPr/>
                    <a:lstStyle/>
                    <a:p>
                      <a:endParaRPr kumimoji="0" lang="en-GB" sz="1400" u="none" strike="noStrike" kern="1200" dirty="0">
                        <a:solidFill>
                          <a:schemeClr val="tx1">
                            <a:lumMod val="85000"/>
                            <a:lumOff val="15000"/>
                          </a:schemeClr>
                        </a:solidFill>
                        <a:effectLst/>
                        <a:latin typeface="+mn-lt"/>
                        <a:ea typeface="+mn-ea"/>
                        <a:cs typeface="+mn-cs"/>
                      </a:endParaRPr>
                    </a:p>
                  </a:txBody>
                  <a:tcPr marL="76200" marR="76200" marT="76200" marB="76200" anchor="ctr"/>
                </a:tc>
                <a:extLst>
                  <a:ext uri="{0D108BD9-81ED-4DB2-BD59-A6C34878D82A}">
                    <a16:rowId xmlns:a16="http://schemas.microsoft.com/office/drawing/2014/main" val="344974358"/>
                  </a:ext>
                </a:extLst>
              </a:tr>
            </a:tbl>
          </a:graphicData>
        </a:graphic>
      </p:graphicFrame>
      <p:graphicFrame>
        <p:nvGraphicFramePr>
          <p:cNvPr id="8" name="Table 7">
            <a:extLst>
              <a:ext uri="{FF2B5EF4-FFF2-40B4-BE49-F238E27FC236}">
                <a16:creationId xmlns:a16="http://schemas.microsoft.com/office/drawing/2014/main" id="{E0F939E8-3890-656E-5634-50BC94F4EF92}"/>
              </a:ext>
            </a:extLst>
          </p:cNvPr>
          <p:cNvGraphicFramePr>
            <a:graphicFrameLocks/>
          </p:cNvGraphicFramePr>
          <p:nvPr>
            <p:extLst>
              <p:ext uri="{D42A27DB-BD31-4B8C-83A1-F6EECF244321}">
                <p14:modId xmlns:p14="http://schemas.microsoft.com/office/powerpoint/2010/main" val="903786085"/>
              </p:ext>
            </p:extLst>
          </p:nvPr>
        </p:nvGraphicFramePr>
        <p:xfrm>
          <a:off x="7200058" y="2052932"/>
          <a:ext cx="2086272" cy="2194560"/>
        </p:xfrm>
        <a:graphic>
          <a:graphicData uri="http://schemas.openxmlformats.org/drawingml/2006/table">
            <a:tbl>
              <a:tblPr firstRow="1" bandRow="1">
                <a:tableStyleId>{2D5ABB26-0587-4C30-8999-92F81FD0307C}</a:tableStyleId>
              </a:tblPr>
              <a:tblGrid>
                <a:gridCol w="2086272">
                  <a:extLst>
                    <a:ext uri="{9D8B030D-6E8A-4147-A177-3AD203B41FA5}">
                      <a16:colId xmlns:a16="http://schemas.microsoft.com/office/drawing/2014/main" val="3229368256"/>
                    </a:ext>
                  </a:extLst>
                </a:gridCol>
              </a:tblGrid>
              <a:tr h="0">
                <a:tc>
                  <a:txBody>
                    <a:bodyPr/>
                    <a:lstStyle/>
                    <a:p>
                      <a:r>
                        <a:rPr lang="en-GB" sz="1400" b="0" dirty="0">
                          <a:effectLst/>
                        </a:rPr>
                        <a:t>Same distribution</a:t>
                      </a:r>
                    </a:p>
                  </a:txBody>
                  <a:tcPr marL="76200" marR="76200" marT="76200" marB="76200" anchor="ctr"/>
                </a:tc>
                <a:extLst>
                  <a:ext uri="{0D108BD9-81ED-4DB2-BD59-A6C34878D82A}">
                    <a16:rowId xmlns:a16="http://schemas.microsoft.com/office/drawing/2014/main" val="1280883235"/>
                  </a:ext>
                </a:extLst>
              </a:tr>
              <a:tr h="0">
                <a:tc>
                  <a:txBody>
                    <a:bodyPr/>
                    <a:lstStyle/>
                    <a:p>
                      <a:r>
                        <a:rPr kumimoji="0" lang="en-GB" sz="1400" u="none" strike="noStrike" kern="1200" dirty="0">
                          <a:solidFill>
                            <a:schemeClr val="tx1">
                              <a:lumMod val="85000"/>
                              <a:lumOff val="15000"/>
                            </a:schemeClr>
                          </a:solidFill>
                          <a:effectLst/>
                          <a:latin typeface="+mn-lt"/>
                          <a:ea typeface="+mn-ea"/>
                          <a:cs typeface="+mn-cs"/>
                        </a:rPr>
                        <a:t>Symmetric distribution</a:t>
                      </a:r>
                    </a:p>
                  </a:txBody>
                  <a:tcPr marL="76200" marR="76200" marT="76200" marB="76200" anchor="ctr"/>
                </a:tc>
                <a:extLst>
                  <a:ext uri="{0D108BD9-81ED-4DB2-BD59-A6C34878D82A}">
                    <a16:rowId xmlns:a16="http://schemas.microsoft.com/office/drawing/2014/main" val="3673604331"/>
                  </a:ext>
                </a:extLst>
              </a:tr>
              <a:tr h="0">
                <a:tc>
                  <a:txBody>
                    <a:bodyPr/>
                    <a:lstStyle/>
                    <a:p>
                      <a:r>
                        <a:rPr kumimoji="0" lang="en-GB" sz="1400" u="none" strike="noStrike" kern="1200" dirty="0">
                          <a:solidFill>
                            <a:schemeClr val="tx1">
                              <a:lumMod val="85000"/>
                              <a:lumOff val="15000"/>
                            </a:schemeClr>
                          </a:solidFill>
                          <a:effectLst/>
                          <a:latin typeface="+mn-lt"/>
                          <a:ea typeface="+mn-ea"/>
                          <a:cs typeface="+mn-cs"/>
                        </a:rPr>
                        <a:t>Same distribution</a:t>
                      </a:r>
                    </a:p>
                  </a:txBody>
                  <a:tcPr marL="76200" marR="76200" marT="76200" marB="76200" anchor="ctr"/>
                </a:tc>
                <a:extLst>
                  <a:ext uri="{0D108BD9-81ED-4DB2-BD59-A6C34878D82A}">
                    <a16:rowId xmlns:a16="http://schemas.microsoft.com/office/drawing/2014/main" val="4270735922"/>
                  </a:ext>
                </a:extLst>
              </a:tr>
              <a:tr h="0">
                <a:tc>
                  <a:txBody>
                    <a:bodyPr/>
                    <a:lstStyle/>
                    <a:p>
                      <a:r>
                        <a:rPr kumimoji="0" lang="en-GB" sz="1400" u="none" strike="noStrike" kern="1200" dirty="0">
                          <a:solidFill>
                            <a:schemeClr val="tx1">
                              <a:lumMod val="85000"/>
                              <a:lumOff val="15000"/>
                            </a:schemeClr>
                          </a:solidFill>
                          <a:effectLst/>
                          <a:latin typeface="+mn-lt"/>
                          <a:ea typeface="+mn-ea"/>
                          <a:cs typeface="+mn-cs"/>
                        </a:rPr>
                        <a:t>Equal variances</a:t>
                      </a:r>
                    </a:p>
                  </a:txBody>
                  <a:tcPr marL="76200" marR="76200" marT="76200" marB="76200" anchor="ctr"/>
                </a:tc>
                <a:extLst>
                  <a:ext uri="{0D108BD9-81ED-4DB2-BD59-A6C34878D82A}">
                    <a16:rowId xmlns:a16="http://schemas.microsoft.com/office/drawing/2014/main" val="3906922789"/>
                  </a:ext>
                </a:extLst>
              </a:tr>
              <a:tr h="0">
                <a:tc>
                  <a:txBody>
                    <a:bodyPr/>
                    <a:lstStyle/>
                    <a:p>
                      <a:r>
                        <a:rPr kumimoji="0" lang="en-GB" sz="1400" u="none" strike="noStrike" kern="1200" dirty="0">
                          <a:solidFill>
                            <a:schemeClr val="tx1">
                              <a:lumMod val="85000"/>
                              <a:lumOff val="15000"/>
                            </a:schemeClr>
                          </a:solidFill>
                          <a:effectLst/>
                          <a:latin typeface="+mn-lt"/>
                          <a:ea typeface="+mn-ea"/>
                          <a:cs typeface="+mn-cs"/>
                        </a:rPr>
                        <a:t>Interval, ratio or ordinal</a:t>
                      </a:r>
                    </a:p>
                  </a:txBody>
                  <a:tcPr marL="76200" marR="76200" marT="76200" marB="76200" anchor="ctr"/>
                </a:tc>
                <a:extLst>
                  <a:ext uri="{0D108BD9-81ED-4DB2-BD59-A6C34878D82A}">
                    <a16:rowId xmlns:a16="http://schemas.microsoft.com/office/drawing/2014/main" val="61024485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kern="1200" dirty="0">
                          <a:solidFill>
                            <a:schemeClr val="tx1">
                              <a:lumMod val="85000"/>
                              <a:lumOff val="15000"/>
                            </a:schemeClr>
                          </a:solidFill>
                          <a:effectLst/>
                          <a:latin typeface="+mn-lt"/>
                          <a:ea typeface="+mn-ea"/>
                          <a:cs typeface="+mn-cs"/>
                        </a:rPr>
                        <a:t>Monotonic relationship</a:t>
                      </a:r>
                    </a:p>
                  </a:txBody>
                  <a:tcPr marL="76200" marR="76200" marT="76200" marB="76200" anchor="ctr"/>
                </a:tc>
                <a:extLst>
                  <a:ext uri="{0D108BD9-81ED-4DB2-BD59-A6C34878D82A}">
                    <a16:rowId xmlns:a16="http://schemas.microsoft.com/office/drawing/2014/main" val="344974358"/>
                  </a:ext>
                </a:extLst>
              </a:tr>
            </a:tbl>
          </a:graphicData>
        </a:graphic>
      </p:graphicFrame>
      <p:cxnSp>
        <p:nvCxnSpPr>
          <p:cNvPr id="10" name="Straight Connector 9">
            <a:extLst>
              <a:ext uri="{FF2B5EF4-FFF2-40B4-BE49-F238E27FC236}">
                <a16:creationId xmlns:a16="http://schemas.microsoft.com/office/drawing/2014/main" id="{E272754B-5D13-048A-83D7-9944396E4E59}"/>
              </a:ext>
            </a:extLst>
          </p:cNvPr>
          <p:cNvCxnSpPr>
            <a:cxnSpLocks/>
          </p:cNvCxnSpPr>
          <p:nvPr/>
        </p:nvCxnSpPr>
        <p:spPr>
          <a:xfrm>
            <a:off x="3707904" y="4088735"/>
            <a:ext cx="0" cy="1717313"/>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F3672AE7-8DDA-70C6-F462-27DF107A4188}"/>
              </a:ext>
            </a:extLst>
          </p:cNvPr>
          <p:cNvCxnSpPr>
            <a:cxnSpLocks/>
          </p:cNvCxnSpPr>
          <p:nvPr/>
        </p:nvCxnSpPr>
        <p:spPr>
          <a:xfrm>
            <a:off x="6285303" y="2276872"/>
            <a:ext cx="712450" cy="0"/>
          </a:xfrm>
          <a:prstGeom prst="straightConnector1">
            <a:avLst/>
          </a:prstGeom>
          <a:ln>
            <a:headEnd type="oval" w="med" len="med"/>
            <a:tailEnd type="triangle" w="med" len="med"/>
          </a:ln>
        </p:spPr>
        <p:style>
          <a:lnRef idx="1">
            <a:schemeClr val="accent2"/>
          </a:lnRef>
          <a:fillRef idx="0">
            <a:schemeClr val="accent2"/>
          </a:fillRef>
          <a:effectRef idx="0">
            <a:schemeClr val="accent2"/>
          </a:effectRef>
          <a:fontRef idx="minor">
            <a:schemeClr val="tx1"/>
          </a:fontRef>
        </p:style>
      </p:cxnSp>
      <p:sp>
        <p:nvSpPr>
          <p:cNvPr id="15" name="Right Brace 14">
            <a:extLst>
              <a:ext uri="{FF2B5EF4-FFF2-40B4-BE49-F238E27FC236}">
                <a16:creationId xmlns:a16="http://schemas.microsoft.com/office/drawing/2014/main" id="{7C3D15E0-4871-0DBC-C010-9FEA93AE3EF2}"/>
              </a:ext>
            </a:extLst>
          </p:cNvPr>
          <p:cNvSpPr/>
          <p:nvPr/>
        </p:nvSpPr>
        <p:spPr>
          <a:xfrm>
            <a:off x="6771828" y="2924944"/>
            <a:ext cx="225925" cy="462222"/>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cxnSp>
        <p:nvCxnSpPr>
          <p:cNvPr id="32" name="Straight Arrow Connector 31">
            <a:extLst>
              <a:ext uri="{FF2B5EF4-FFF2-40B4-BE49-F238E27FC236}">
                <a16:creationId xmlns:a16="http://schemas.microsoft.com/office/drawing/2014/main" id="{D880C964-70D1-5545-87DA-6E31573CCB0F}"/>
              </a:ext>
            </a:extLst>
          </p:cNvPr>
          <p:cNvCxnSpPr>
            <a:cxnSpLocks/>
          </p:cNvCxnSpPr>
          <p:nvPr/>
        </p:nvCxnSpPr>
        <p:spPr>
          <a:xfrm>
            <a:off x="6285303" y="2636912"/>
            <a:ext cx="712450" cy="0"/>
          </a:xfrm>
          <a:prstGeom prst="straightConnector1">
            <a:avLst/>
          </a:prstGeom>
          <a:ln>
            <a:headEnd type="oval"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33" name="Straight Arrow Connector 32">
            <a:extLst>
              <a:ext uri="{FF2B5EF4-FFF2-40B4-BE49-F238E27FC236}">
                <a16:creationId xmlns:a16="http://schemas.microsoft.com/office/drawing/2014/main" id="{85A160B2-A7BE-F958-D71F-6C574CE87B35}"/>
              </a:ext>
            </a:extLst>
          </p:cNvPr>
          <p:cNvCxnSpPr>
            <a:cxnSpLocks/>
          </p:cNvCxnSpPr>
          <p:nvPr/>
        </p:nvCxnSpPr>
        <p:spPr>
          <a:xfrm>
            <a:off x="6312400" y="3717032"/>
            <a:ext cx="712450" cy="0"/>
          </a:xfrm>
          <a:prstGeom prst="straightConnector1">
            <a:avLst/>
          </a:prstGeom>
          <a:ln>
            <a:headEnd type="oval" w="med" len="med"/>
            <a:tailEnd type="triangle"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921005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4BBB2-A810-748D-CC63-A4EF728DF351}"/>
              </a:ext>
            </a:extLst>
          </p:cNvPr>
          <p:cNvSpPr>
            <a:spLocks noGrp="1"/>
          </p:cNvSpPr>
          <p:nvPr>
            <p:ph type="title"/>
          </p:nvPr>
        </p:nvSpPr>
        <p:spPr/>
        <p:txBody>
          <a:bodyPr/>
          <a:lstStyle/>
          <a:p>
            <a:r>
              <a:rPr lang="en-GB" dirty="0"/>
              <a:t>Chi-Squared Test</a:t>
            </a:r>
          </a:p>
        </p:txBody>
      </p:sp>
      <p:sp>
        <p:nvSpPr>
          <p:cNvPr id="3" name="Content Placeholder 2">
            <a:extLst>
              <a:ext uri="{FF2B5EF4-FFF2-40B4-BE49-F238E27FC236}">
                <a16:creationId xmlns:a16="http://schemas.microsoft.com/office/drawing/2014/main" id="{0704C16E-3E6B-2B19-0E31-CE87679CE52E}"/>
              </a:ext>
            </a:extLst>
          </p:cNvPr>
          <p:cNvSpPr>
            <a:spLocks noGrp="1"/>
          </p:cNvSpPr>
          <p:nvPr>
            <p:ph sz="quarter" idx="1"/>
          </p:nvPr>
        </p:nvSpPr>
        <p:spPr>
          <a:xfrm>
            <a:off x="612648" y="1600200"/>
            <a:ext cx="8153400" cy="3052936"/>
          </a:xfrm>
        </p:spPr>
        <p:txBody>
          <a:bodyPr>
            <a:normAutofit fontScale="92500" lnSpcReduction="20000"/>
          </a:bodyPr>
          <a:lstStyle/>
          <a:p>
            <a:r>
              <a:rPr lang="en-GB" dirty="0"/>
              <a:t>In user studies, we frequently encounter situations where categorical data (e.g., yes or no) are collected and we need to determine whether there is any relationship in the variables. </a:t>
            </a:r>
          </a:p>
          <a:p>
            <a:r>
              <a:rPr lang="en-GB" dirty="0"/>
              <a:t>Those data are normally presented in tables of counts (also called contingency tables) that can be as simple as a 2-by-2 table or as complicated as tables with more than 10 columns or rows. </a:t>
            </a:r>
          </a:p>
          <a:p>
            <a:endParaRPr lang="en-GB" dirty="0"/>
          </a:p>
        </p:txBody>
      </p:sp>
      <p:sp>
        <p:nvSpPr>
          <p:cNvPr id="4" name="Footer Placeholder 3">
            <a:extLst>
              <a:ext uri="{FF2B5EF4-FFF2-40B4-BE49-F238E27FC236}">
                <a16:creationId xmlns:a16="http://schemas.microsoft.com/office/drawing/2014/main" id="{BD5D39BD-8918-C9FF-1A20-5F9F97FB2D1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6D16D807-BEA2-C5E0-CD3C-BAFCF98E63F1}"/>
              </a:ext>
            </a:extLst>
          </p:cNvPr>
          <p:cNvSpPr>
            <a:spLocks noGrp="1"/>
          </p:cNvSpPr>
          <p:nvPr>
            <p:ph type="sldNum" sz="quarter" idx="4"/>
          </p:nvPr>
        </p:nvSpPr>
        <p:spPr/>
        <p:txBody>
          <a:bodyPr/>
          <a:lstStyle/>
          <a:p>
            <a:fld id="{9FD7ECCF-50E7-4327-B945-FA93FF7B2BEF}" type="slidenum">
              <a:rPr lang="en-US" smtClean="0"/>
              <a:pPr/>
              <a:t>10</a:t>
            </a:fld>
            <a:r>
              <a:rPr lang="en-GB"/>
              <a:t>/40</a:t>
            </a:r>
            <a:endParaRPr lang="en-US" dirty="0"/>
          </a:p>
        </p:txBody>
      </p:sp>
      <p:graphicFrame>
        <p:nvGraphicFramePr>
          <p:cNvPr id="6" name="Table 5">
            <a:extLst>
              <a:ext uri="{FF2B5EF4-FFF2-40B4-BE49-F238E27FC236}">
                <a16:creationId xmlns:a16="http://schemas.microsoft.com/office/drawing/2014/main" id="{8BCE0EE1-A9DE-F3AC-F2C8-4A7DD2D29349}"/>
              </a:ext>
            </a:extLst>
          </p:cNvPr>
          <p:cNvGraphicFramePr>
            <a:graphicFrameLocks noGrp="1"/>
          </p:cNvGraphicFramePr>
          <p:nvPr>
            <p:extLst>
              <p:ext uri="{D42A27DB-BD31-4B8C-83A1-F6EECF244321}">
                <p14:modId xmlns:p14="http://schemas.microsoft.com/office/powerpoint/2010/main" val="1152979843"/>
              </p:ext>
            </p:extLst>
          </p:nvPr>
        </p:nvGraphicFramePr>
        <p:xfrm>
          <a:off x="1763688" y="4572000"/>
          <a:ext cx="5421084" cy="1371600"/>
        </p:xfrm>
        <a:graphic>
          <a:graphicData uri="http://schemas.openxmlformats.org/drawingml/2006/table">
            <a:tbl>
              <a:tblPr/>
              <a:tblGrid>
                <a:gridCol w="1807028">
                  <a:extLst>
                    <a:ext uri="{9D8B030D-6E8A-4147-A177-3AD203B41FA5}">
                      <a16:colId xmlns:a16="http://schemas.microsoft.com/office/drawing/2014/main" val="4087826687"/>
                    </a:ext>
                  </a:extLst>
                </a:gridCol>
                <a:gridCol w="1807028">
                  <a:extLst>
                    <a:ext uri="{9D8B030D-6E8A-4147-A177-3AD203B41FA5}">
                      <a16:colId xmlns:a16="http://schemas.microsoft.com/office/drawing/2014/main" val="1997485715"/>
                    </a:ext>
                  </a:extLst>
                </a:gridCol>
                <a:gridCol w="1807028">
                  <a:extLst>
                    <a:ext uri="{9D8B030D-6E8A-4147-A177-3AD203B41FA5}">
                      <a16:colId xmlns:a16="http://schemas.microsoft.com/office/drawing/2014/main" val="2596590115"/>
                    </a:ext>
                  </a:extLst>
                </a:gridCol>
              </a:tblGrid>
              <a:tr h="0">
                <a:tc gridSpan="3">
                  <a:txBody>
                    <a:bodyPr/>
                    <a:lstStyle/>
                    <a:p>
                      <a:r>
                        <a:rPr lang="en-GB" sz="1200" dirty="0">
                          <a:latin typeface="+mn-lt"/>
                        </a:rPr>
                        <a:t>A 2-by-2 Frequency Count Table</a:t>
                      </a:r>
                    </a:p>
                  </a:txBody>
                  <a:tcPr>
                    <a:solidFill>
                      <a:srgbClr val="FFFFFF"/>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4738849"/>
                  </a:ext>
                </a:extLst>
              </a:tr>
              <a:tr h="0">
                <a:tc>
                  <a:txBody>
                    <a:bodyPr/>
                    <a:lstStyle/>
                    <a:p>
                      <a:pPr algn="l" fontAlgn="ctr"/>
                      <a:r>
                        <a:rPr lang="en-GB" sz="1200" b="1" i="0" dirty="0">
                          <a:effectLst/>
                          <a:latin typeface="+mn-lt"/>
                        </a:rPr>
                        <a:t>blank cell</a:t>
                      </a:r>
                    </a:p>
                  </a:txBody>
                  <a:tcPr anchor="ctr">
                    <a:lnL>
                      <a:noFill/>
                    </a:lnL>
                    <a:lnR>
                      <a:noFill/>
                    </a:lnR>
                    <a:lnB>
                      <a:noFill/>
                    </a:lnB>
                    <a:solidFill>
                      <a:srgbClr val="FFFFFF"/>
                    </a:solidFill>
                  </a:tcPr>
                </a:tc>
                <a:tc gridSpan="2">
                  <a:txBody>
                    <a:bodyPr/>
                    <a:lstStyle/>
                    <a:p>
                      <a:pPr algn="l" fontAlgn="ctr"/>
                      <a:r>
                        <a:rPr lang="en-GB" sz="1200" b="1" i="0">
                          <a:effectLst/>
                          <a:latin typeface="+mn-lt"/>
                        </a:rPr>
                        <a:t>Preferred Device</a:t>
                      </a:r>
                    </a:p>
                  </a:txBody>
                  <a:tcPr anchor="ctr">
                    <a:lnL>
                      <a:noFill/>
                    </a:lnL>
                    <a:lnR>
                      <a:noFill/>
                    </a:lnR>
                    <a:lnT>
                      <a:noFill/>
                    </a:lnT>
                    <a:lnB>
                      <a:noFill/>
                    </a:lnB>
                    <a:solidFill>
                      <a:srgbClr val="FFFFFF"/>
                    </a:solidFill>
                  </a:tcPr>
                </a:tc>
                <a:tc hMerge="1">
                  <a:txBody>
                    <a:bodyPr/>
                    <a:lstStyle/>
                    <a:p>
                      <a:endParaRPr lang="en-GB"/>
                    </a:p>
                  </a:txBody>
                  <a:tcPr/>
                </a:tc>
                <a:extLst>
                  <a:ext uri="{0D108BD9-81ED-4DB2-BD59-A6C34878D82A}">
                    <a16:rowId xmlns:a16="http://schemas.microsoft.com/office/drawing/2014/main" val="1723961825"/>
                  </a:ext>
                </a:extLst>
              </a:tr>
              <a:tr h="0">
                <a:tc>
                  <a:txBody>
                    <a:bodyPr/>
                    <a:lstStyle/>
                    <a:p>
                      <a:pPr algn="l" fontAlgn="ctr"/>
                      <a:r>
                        <a:rPr lang="en-GB" sz="1200" b="1" i="0">
                          <a:effectLst/>
                          <a:latin typeface="+mn-lt"/>
                        </a:rPr>
                        <a:t>Age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Mouse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Touchscreen</a:t>
                      </a:r>
                    </a:p>
                  </a:txBody>
                  <a:tcPr anchor="ctr">
                    <a:lnL>
                      <a:noFill/>
                    </a:lnL>
                    <a:lnR>
                      <a:noFill/>
                    </a:lnR>
                    <a:lnT>
                      <a:noFill/>
                    </a:lnT>
                    <a:lnB>
                      <a:noFill/>
                    </a:lnB>
                    <a:solidFill>
                      <a:srgbClr val="FFFFFF"/>
                    </a:solidFill>
                  </a:tcPr>
                </a:tc>
                <a:extLst>
                  <a:ext uri="{0D108BD9-81ED-4DB2-BD59-A6C34878D82A}">
                    <a16:rowId xmlns:a16="http://schemas.microsoft.com/office/drawing/2014/main" val="339487878"/>
                  </a:ext>
                </a:extLst>
              </a:tr>
              <a:tr h="0">
                <a:tc>
                  <a:txBody>
                    <a:bodyPr/>
                    <a:lstStyle/>
                    <a:p>
                      <a:pPr algn="l" fontAlgn="t"/>
                      <a:r>
                        <a:rPr lang="en-GB" sz="1200" b="0">
                          <a:effectLst/>
                          <a:latin typeface="+mn-lt"/>
                        </a:rPr>
                        <a:t>&lt; 65</a:t>
                      </a:r>
                    </a:p>
                  </a:txBody>
                  <a:tcPr>
                    <a:lnL>
                      <a:noFill/>
                    </a:lnL>
                    <a:lnR>
                      <a:noFill/>
                    </a:lnR>
                    <a:lnT>
                      <a:noFill/>
                    </a:lnT>
                    <a:lnB>
                      <a:noFill/>
                    </a:lnB>
                    <a:solidFill>
                      <a:srgbClr val="FFFFFF"/>
                    </a:solidFill>
                  </a:tcPr>
                </a:tc>
                <a:tc>
                  <a:txBody>
                    <a:bodyPr/>
                    <a:lstStyle/>
                    <a:p>
                      <a:pPr algn="l" fontAlgn="t"/>
                      <a:r>
                        <a:rPr lang="en-GB" sz="1200" b="0" dirty="0">
                          <a:effectLst/>
                          <a:latin typeface="+mn-lt"/>
                        </a:rPr>
                        <a:t>14</a:t>
                      </a:r>
                    </a:p>
                  </a:txBody>
                  <a:tcPr>
                    <a:lnL>
                      <a:noFill/>
                    </a:lnL>
                    <a:lnR>
                      <a:noFill/>
                    </a:lnR>
                    <a:lnT>
                      <a:noFill/>
                    </a:lnT>
                    <a:lnB>
                      <a:noFill/>
                    </a:lnB>
                    <a:solidFill>
                      <a:srgbClr val="FFFFFF"/>
                    </a:solidFill>
                  </a:tcPr>
                </a:tc>
                <a:tc>
                  <a:txBody>
                    <a:bodyPr/>
                    <a:lstStyle/>
                    <a:p>
                      <a:pPr algn="l" fontAlgn="t"/>
                      <a:r>
                        <a:rPr lang="en-GB" sz="1200" b="0" dirty="0">
                          <a:effectLst/>
                          <a:latin typeface="+mn-lt"/>
                        </a:rPr>
                        <a:t> 6</a:t>
                      </a:r>
                    </a:p>
                  </a:txBody>
                  <a:tcPr>
                    <a:lnL>
                      <a:noFill/>
                    </a:lnL>
                    <a:lnR>
                      <a:noFill/>
                    </a:lnR>
                    <a:lnT>
                      <a:noFill/>
                    </a:lnT>
                    <a:lnB>
                      <a:noFill/>
                    </a:lnB>
                    <a:solidFill>
                      <a:srgbClr val="FFFFFF"/>
                    </a:solidFill>
                  </a:tcPr>
                </a:tc>
                <a:extLst>
                  <a:ext uri="{0D108BD9-81ED-4DB2-BD59-A6C34878D82A}">
                    <a16:rowId xmlns:a16="http://schemas.microsoft.com/office/drawing/2014/main" val="146708542"/>
                  </a:ext>
                </a:extLst>
              </a:tr>
              <a:tr h="0">
                <a:tc>
                  <a:txBody>
                    <a:bodyPr/>
                    <a:lstStyle/>
                    <a:p>
                      <a:pPr algn="l" fontAlgn="t"/>
                      <a:r>
                        <a:rPr lang="en-GB" sz="1200" b="0" dirty="0">
                          <a:effectLst/>
                          <a:latin typeface="+mn-lt"/>
                        </a:rPr>
                        <a:t>≥ 65</a:t>
                      </a:r>
                    </a:p>
                  </a:txBody>
                  <a:tcPr>
                    <a:lnL>
                      <a:noFill/>
                    </a:lnL>
                    <a:lnR>
                      <a:noFill/>
                    </a:lnR>
                    <a:lnT>
                      <a:noFill/>
                    </a:lnT>
                    <a:lnB>
                      <a:noFill/>
                    </a:lnB>
                    <a:solidFill>
                      <a:srgbClr val="EEF2F6"/>
                    </a:solidFill>
                  </a:tcPr>
                </a:tc>
                <a:tc>
                  <a:txBody>
                    <a:bodyPr/>
                    <a:lstStyle/>
                    <a:p>
                      <a:pPr algn="l" fontAlgn="t"/>
                      <a:r>
                        <a:rPr lang="en-GB" sz="1200" b="0" dirty="0">
                          <a:effectLst/>
                          <a:latin typeface="+mn-lt"/>
                        </a:rPr>
                        <a:t> 4</a:t>
                      </a:r>
                    </a:p>
                  </a:txBody>
                  <a:tcPr>
                    <a:lnL>
                      <a:noFill/>
                    </a:lnL>
                    <a:lnR>
                      <a:noFill/>
                    </a:lnR>
                    <a:lnT>
                      <a:noFill/>
                    </a:lnT>
                    <a:lnB>
                      <a:noFill/>
                    </a:lnB>
                    <a:solidFill>
                      <a:srgbClr val="EEF2F6"/>
                    </a:solidFill>
                  </a:tcPr>
                </a:tc>
                <a:tc>
                  <a:txBody>
                    <a:bodyPr/>
                    <a:lstStyle/>
                    <a:p>
                      <a:pPr algn="l" fontAlgn="t"/>
                      <a:r>
                        <a:rPr lang="en-GB" sz="1200" b="0" dirty="0">
                          <a:effectLst/>
                          <a:latin typeface="+mn-lt"/>
                        </a:rPr>
                        <a:t>16</a:t>
                      </a:r>
                    </a:p>
                  </a:txBody>
                  <a:tcPr>
                    <a:lnL>
                      <a:noFill/>
                    </a:lnL>
                    <a:lnR>
                      <a:noFill/>
                    </a:lnR>
                    <a:lnT>
                      <a:noFill/>
                    </a:lnT>
                    <a:lnB>
                      <a:noFill/>
                    </a:lnB>
                    <a:solidFill>
                      <a:srgbClr val="EEF2F6"/>
                    </a:solidFill>
                  </a:tcPr>
                </a:tc>
                <a:extLst>
                  <a:ext uri="{0D108BD9-81ED-4DB2-BD59-A6C34878D82A}">
                    <a16:rowId xmlns:a16="http://schemas.microsoft.com/office/drawing/2014/main" val="3081392337"/>
                  </a:ext>
                </a:extLst>
              </a:tr>
            </a:tbl>
          </a:graphicData>
        </a:graphic>
      </p:graphicFrame>
    </p:spTree>
    <p:extLst>
      <p:ext uri="{BB962C8B-B14F-4D97-AF65-F5344CB8AC3E}">
        <p14:creationId xmlns:p14="http://schemas.microsoft.com/office/powerpoint/2010/main" val="3034285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6283-EDB9-6C3C-9B26-F82ADBBDACCF}"/>
              </a:ext>
            </a:extLst>
          </p:cNvPr>
          <p:cNvSpPr>
            <a:spLocks noGrp="1"/>
          </p:cNvSpPr>
          <p:nvPr>
            <p:ph type="title"/>
          </p:nvPr>
        </p:nvSpPr>
        <p:spPr/>
        <p:txBody>
          <a:bodyPr/>
          <a:lstStyle/>
          <a:p>
            <a:r>
              <a:rPr lang="en-GB" dirty="0"/>
              <a:t>Chi-Squared Test - example</a:t>
            </a:r>
          </a:p>
        </p:txBody>
      </p:sp>
      <p:sp>
        <p:nvSpPr>
          <p:cNvPr id="3" name="Content Placeholder 2">
            <a:extLst>
              <a:ext uri="{FF2B5EF4-FFF2-40B4-BE49-F238E27FC236}">
                <a16:creationId xmlns:a16="http://schemas.microsoft.com/office/drawing/2014/main" id="{96130EC5-C962-C092-3991-FF3668668637}"/>
              </a:ext>
            </a:extLst>
          </p:cNvPr>
          <p:cNvSpPr>
            <a:spLocks noGrp="1"/>
          </p:cNvSpPr>
          <p:nvPr>
            <p:ph sz="quarter" idx="1"/>
          </p:nvPr>
        </p:nvSpPr>
        <p:spPr>
          <a:xfrm>
            <a:off x="612648" y="3490612"/>
            <a:ext cx="8153400" cy="1371600"/>
          </a:xfrm>
        </p:spPr>
        <p:txBody>
          <a:bodyPr>
            <a:normAutofit fontScale="62500" lnSpcReduction="20000"/>
          </a:bodyPr>
          <a:lstStyle/>
          <a:p>
            <a:r>
              <a:rPr lang="en-GB" dirty="0"/>
              <a:t>The table shows that participants under the age of 65 prefer the mouse while more senior participants prefer the touchscreen.</a:t>
            </a:r>
          </a:p>
          <a:p>
            <a:r>
              <a:rPr lang="en-GB" dirty="0"/>
              <a:t>To examine whether this result is merely by chance or there is indeed a relationship between age and the preference for pointing devices, you can run a Chi-squared test. </a:t>
            </a:r>
          </a:p>
          <a:p>
            <a:endParaRPr lang="en-GB" dirty="0"/>
          </a:p>
        </p:txBody>
      </p:sp>
      <p:sp>
        <p:nvSpPr>
          <p:cNvPr id="4" name="Footer Placeholder 3">
            <a:extLst>
              <a:ext uri="{FF2B5EF4-FFF2-40B4-BE49-F238E27FC236}">
                <a16:creationId xmlns:a16="http://schemas.microsoft.com/office/drawing/2014/main" id="{A2007018-AA6E-CD97-41A6-70D02F2C389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5677174-219C-7318-8705-39932A67E1A2}"/>
              </a:ext>
            </a:extLst>
          </p:cNvPr>
          <p:cNvSpPr>
            <a:spLocks noGrp="1"/>
          </p:cNvSpPr>
          <p:nvPr>
            <p:ph type="sldNum" sz="quarter" idx="4"/>
          </p:nvPr>
        </p:nvSpPr>
        <p:spPr/>
        <p:txBody>
          <a:bodyPr/>
          <a:lstStyle/>
          <a:p>
            <a:fld id="{9FD7ECCF-50E7-4327-B945-FA93FF7B2BEF}" type="slidenum">
              <a:rPr lang="en-US" smtClean="0"/>
              <a:pPr/>
              <a:t>11</a:t>
            </a:fld>
            <a:r>
              <a:rPr lang="en-GB"/>
              <a:t>/40</a:t>
            </a:r>
            <a:endParaRPr lang="en-US" dirty="0"/>
          </a:p>
        </p:txBody>
      </p:sp>
      <p:graphicFrame>
        <p:nvGraphicFramePr>
          <p:cNvPr id="6" name="Table 5">
            <a:extLst>
              <a:ext uri="{FF2B5EF4-FFF2-40B4-BE49-F238E27FC236}">
                <a16:creationId xmlns:a16="http://schemas.microsoft.com/office/drawing/2014/main" id="{1E7B271B-E8D5-12DF-C7A6-0FE3E6AFB15E}"/>
              </a:ext>
            </a:extLst>
          </p:cNvPr>
          <p:cNvGraphicFramePr>
            <a:graphicFrameLocks noGrp="1"/>
          </p:cNvGraphicFramePr>
          <p:nvPr/>
        </p:nvGraphicFramePr>
        <p:xfrm>
          <a:off x="1763688" y="1772816"/>
          <a:ext cx="5421084" cy="1371600"/>
        </p:xfrm>
        <a:graphic>
          <a:graphicData uri="http://schemas.openxmlformats.org/drawingml/2006/table">
            <a:tbl>
              <a:tblPr/>
              <a:tblGrid>
                <a:gridCol w="1807028">
                  <a:extLst>
                    <a:ext uri="{9D8B030D-6E8A-4147-A177-3AD203B41FA5}">
                      <a16:colId xmlns:a16="http://schemas.microsoft.com/office/drawing/2014/main" val="4087826687"/>
                    </a:ext>
                  </a:extLst>
                </a:gridCol>
                <a:gridCol w="1807028">
                  <a:extLst>
                    <a:ext uri="{9D8B030D-6E8A-4147-A177-3AD203B41FA5}">
                      <a16:colId xmlns:a16="http://schemas.microsoft.com/office/drawing/2014/main" val="1997485715"/>
                    </a:ext>
                  </a:extLst>
                </a:gridCol>
                <a:gridCol w="1807028">
                  <a:extLst>
                    <a:ext uri="{9D8B030D-6E8A-4147-A177-3AD203B41FA5}">
                      <a16:colId xmlns:a16="http://schemas.microsoft.com/office/drawing/2014/main" val="2596590115"/>
                    </a:ext>
                  </a:extLst>
                </a:gridCol>
              </a:tblGrid>
              <a:tr h="0">
                <a:tc gridSpan="3">
                  <a:txBody>
                    <a:bodyPr/>
                    <a:lstStyle/>
                    <a:p>
                      <a:r>
                        <a:rPr lang="en-GB" sz="1200" dirty="0">
                          <a:latin typeface="+mn-lt"/>
                        </a:rPr>
                        <a:t>A 2-by-2 Frequency Count Table</a:t>
                      </a:r>
                    </a:p>
                  </a:txBody>
                  <a:tcPr>
                    <a:solidFill>
                      <a:srgbClr val="FFFFFF"/>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4738849"/>
                  </a:ext>
                </a:extLst>
              </a:tr>
              <a:tr h="0">
                <a:tc>
                  <a:txBody>
                    <a:bodyPr/>
                    <a:lstStyle/>
                    <a:p>
                      <a:pPr algn="l" fontAlgn="ctr"/>
                      <a:r>
                        <a:rPr lang="en-GB" sz="1200" b="1" i="0">
                          <a:effectLst/>
                          <a:latin typeface="+mn-lt"/>
                        </a:rPr>
                        <a:t>blank cell</a:t>
                      </a:r>
                    </a:p>
                  </a:txBody>
                  <a:tcPr anchor="ctr">
                    <a:lnL>
                      <a:noFill/>
                    </a:lnL>
                    <a:lnR>
                      <a:noFill/>
                    </a:lnR>
                    <a:lnB>
                      <a:noFill/>
                    </a:lnB>
                    <a:solidFill>
                      <a:srgbClr val="FFFFFF"/>
                    </a:solidFill>
                  </a:tcPr>
                </a:tc>
                <a:tc gridSpan="2">
                  <a:txBody>
                    <a:bodyPr/>
                    <a:lstStyle/>
                    <a:p>
                      <a:pPr algn="l" fontAlgn="ctr"/>
                      <a:r>
                        <a:rPr lang="en-GB" sz="1200" b="1" i="0">
                          <a:effectLst/>
                          <a:latin typeface="+mn-lt"/>
                        </a:rPr>
                        <a:t>Preferred Device</a:t>
                      </a:r>
                    </a:p>
                  </a:txBody>
                  <a:tcPr anchor="ctr">
                    <a:lnL>
                      <a:noFill/>
                    </a:lnL>
                    <a:lnR>
                      <a:noFill/>
                    </a:lnR>
                    <a:lnT>
                      <a:noFill/>
                    </a:lnT>
                    <a:lnB>
                      <a:noFill/>
                    </a:lnB>
                    <a:solidFill>
                      <a:srgbClr val="FFFFFF"/>
                    </a:solidFill>
                  </a:tcPr>
                </a:tc>
                <a:tc hMerge="1">
                  <a:txBody>
                    <a:bodyPr/>
                    <a:lstStyle/>
                    <a:p>
                      <a:endParaRPr lang="en-GB"/>
                    </a:p>
                  </a:txBody>
                  <a:tcPr/>
                </a:tc>
                <a:extLst>
                  <a:ext uri="{0D108BD9-81ED-4DB2-BD59-A6C34878D82A}">
                    <a16:rowId xmlns:a16="http://schemas.microsoft.com/office/drawing/2014/main" val="1723961825"/>
                  </a:ext>
                </a:extLst>
              </a:tr>
              <a:tr h="0">
                <a:tc>
                  <a:txBody>
                    <a:bodyPr/>
                    <a:lstStyle/>
                    <a:p>
                      <a:pPr algn="l" fontAlgn="ctr"/>
                      <a:r>
                        <a:rPr lang="en-GB" sz="1200" b="1" i="0">
                          <a:effectLst/>
                          <a:latin typeface="+mn-lt"/>
                        </a:rPr>
                        <a:t>Age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Mouse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Touchscreen</a:t>
                      </a:r>
                    </a:p>
                  </a:txBody>
                  <a:tcPr anchor="ctr">
                    <a:lnL>
                      <a:noFill/>
                    </a:lnL>
                    <a:lnR>
                      <a:noFill/>
                    </a:lnR>
                    <a:lnT>
                      <a:noFill/>
                    </a:lnT>
                    <a:lnB>
                      <a:noFill/>
                    </a:lnB>
                    <a:solidFill>
                      <a:srgbClr val="FFFFFF"/>
                    </a:solidFill>
                  </a:tcPr>
                </a:tc>
                <a:extLst>
                  <a:ext uri="{0D108BD9-81ED-4DB2-BD59-A6C34878D82A}">
                    <a16:rowId xmlns:a16="http://schemas.microsoft.com/office/drawing/2014/main" val="339487878"/>
                  </a:ext>
                </a:extLst>
              </a:tr>
              <a:tr h="0">
                <a:tc>
                  <a:txBody>
                    <a:bodyPr/>
                    <a:lstStyle/>
                    <a:p>
                      <a:pPr algn="l" fontAlgn="t"/>
                      <a:r>
                        <a:rPr lang="en-GB" sz="1200" b="0">
                          <a:effectLst/>
                          <a:latin typeface="+mn-lt"/>
                        </a:rPr>
                        <a:t>&lt; 65</a:t>
                      </a:r>
                    </a:p>
                  </a:txBody>
                  <a:tcPr>
                    <a:lnL>
                      <a:noFill/>
                    </a:lnL>
                    <a:lnR>
                      <a:noFill/>
                    </a:lnR>
                    <a:lnT>
                      <a:noFill/>
                    </a:lnT>
                    <a:lnB>
                      <a:noFill/>
                    </a:lnB>
                    <a:solidFill>
                      <a:srgbClr val="FFFFFF"/>
                    </a:solidFill>
                  </a:tcPr>
                </a:tc>
                <a:tc>
                  <a:txBody>
                    <a:bodyPr/>
                    <a:lstStyle/>
                    <a:p>
                      <a:pPr algn="l" fontAlgn="t"/>
                      <a:r>
                        <a:rPr lang="en-GB" sz="1200" b="0">
                          <a:effectLst/>
                          <a:latin typeface="+mn-lt"/>
                        </a:rPr>
                        <a:t>14</a:t>
                      </a:r>
                    </a:p>
                  </a:txBody>
                  <a:tcPr>
                    <a:lnL>
                      <a:noFill/>
                    </a:lnL>
                    <a:lnR>
                      <a:noFill/>
                    </a:lnR>
                    <a:lnT>
                      <a:noFill/>
                    </a:lnT>
                    <a:lnB>
                      <a:noFill/>
                    </a:lnB>
                    <a:solidFill>
                      <a:srgbClr val="FFFFFF"/>
                    </a:solidFill>
                  </a:tcPr>
                </a:tc>
                <a:tc>
                  <a:txBody>
                    <a:bodyPr/>
                    <a:lstStyle/>
                    <a:p>
                      <a:pPr algn="l" fontAlgn="t"/>
                      <a:r>
                        <a:rPr lang="en-GB" sz="1200" b="0">
                          <a:effectLst/>
                          <a:latin typeface="+mn-lt"/>
                        </a:rPr>
                        <a:t> 6</a:t>
                      </a:r>
                    </a:p>
                  </a:txBody>
                  <a:tcPr>
                    <a:lnL>
                      <a:noFill/>
                    </a:lnL>
                    <a:lnR>
                      <a:noFill/>
                    </a:lnR>
                    <a:lnT>
                      <a:noFill/>
                    </a:lnT>
                    <a:lnB>
                      <a:noFill/>
                    </a:lnB>
                    <a:solidFill>
                      <a:srgbClr val="FFFFFF"/>
                    </a:solidFill>
                  </a:tcPr>
                </a:tc>
                <a:extLst>
                  <a:ext uri="{0D108BD9-81ED-4DB2-BD59-A6C34878D82A}">
                    <a16:rowId xmlns:a16="http://schemas.microsoft.com/office/drawing/2014/main" val="146708542"/>
                  </a:ext>
                </a:extLst>
              </a:tr>
              <a:tr h="0">
                <a:tc>
                  <a:txBody>
                    <a:bodyPr/>
                    <a:lstStyle/>
                    <a:p>
                      <a:pPr algn="l" fontAlgn="t"/>
                      <a:r>
                        <a:rPr lang="en-GB" sz="1200" b="0">
                          <a:effectLst/>
                          <a:latin typeface="+mn-lt"/>
                        </a:rPr>
                        <a:t>≥ 65</a:t>
                      </a:r>
                    </a:p>
                  </a:txBody>
                  <a:tcPr>
                    <a:lnL>
                      <a:noFill/>
                    </a:lnL>
                    <a:lnR>
                      <a:noFill/>
                    </a:lnR>
                    <a:lnT>
                      <a:noFill/>
                    </a:lnT>
                    <a:lnB>
                      <a:noFill/>
                    </a:lnB>
                    <a:solidFill>
                      <a:srgbClr val="EEF2F6"/>
                    </a:solidFill>
                  </a:tcPr>
                </a:tc>
                <a:tc>
                  <a:txBody>
                    <a:bodyPr/>
                    <a:lstStyle/>
                    <a:p>
                      <a:pPr algn="l" fontAlgn="t"/>
                      <a:r>
                        <a:rPr lang="en-GB" sz="1200" b="0">
                          <a:effectLst/>
                          <a:latin typeface="+mn-lt"/>
                        </a:rPr>
                        <a:t> 4</a:t>
                      </a:r>
                    </a:p>
                  </a:txBody>
                  <a:tcPr>
                    <a:lnL>
                      <a:noFill/>
                    </a:lnL>
                    <a:lnR>
                      <a:noFill/>
                    </a:lnR>
                    <a:lnT>
                      <a:noFill/>
                    </a:lnT>
                    <a:lnB>
                      <a:noFill/>
                    </a:lnB>
                    <a:solidFill>
                      <a:srgbClr val="EEF2F6"/>
                    </a:solidFill>
                  </a:tcPr>
                </a:tc>
                <a:tc>
                  <a:txBody>
                    <a:bodyPr/>
                    <a:lstStyle/>
                    <a:p>
                      <a:pPr algn="l" fontAlgn="t"/>
                      <a:r>
                        <a:rPr lang="en-GB" sz="1200" b="0" dirty="0">
                          <a:effectLst/>
                          <a:latin typeface="+mn-lt"/>
                        </a:rPr>
                        <a:t>16</a:t>
                      </a:r>
                    </a:p>
                  </a:txBody>
                  <a:tcPr>
                    <a:lnL>
                      <a:noFill/>
                    </a:lnL>
                    <a:lnR>
                      <a:noFill/>
                    </a:lnR>
                    <a:lnT>
                      <a:noFill/>
                    </a:lnT>
                    <a:lnB>
                      <a:noFill/>
                    </a:lnB>
                    <a:solidFill>
                      <a:srgbClr val="EEF2F6"/>
                    </a:solidFill>
                  </a:tcPr>
                </a:tc>
                <a:extLst>
                  <a:ext uri="{0D108BD9-81ED-4DB2-BD59-A6C34878D82A}">
                    <a16:rowId xmlns:a16="http://schemas.microsoft.com/office/drawing/2014/main" val="3081392337"/>
                  </a:ext>
                </a:extLst>
              </a:tr>
            </a:tbl>
          </a:graphicData>
        </a:graphic>
      </p:graphicFrame>
      <p:pic>
        <p:nvPicPr>
          <p:cNvPr id="8" name="Picture 7" descr="formula for Chi-Squared Test ">
            <a:extLst>
              <a:ext uri="{FF2B5EF4-FFF2-40B4-BE49-F238E27FC236}">
                <a16:creationId xmlns:a16="http://schemas.microsoft.com/office/drawing/2014/main" id="{F9D9192D-9BF1-6CFD-EBC6-FE92B73EABF3}"/>
              </a:ext>
            </a:extLst>
          </p:cNvPr>
          <p:cNvPicPr>
            <a:picLocks noChangeAspect="1"/>
          </p:cNvPicPr>
          <p:nvPr/>
        </p:nvPicPr>
        <p:blipFill>
          <a:blip r:embed="rId2"/>
          <a:stretch>
            <a:fillRect/>
          </a:stretch>
        </p:blipFill>
        <p:spPr>
          <a:xfrm>
            <a:off x="377952" y="4862212"/>
            <a:ext cx="5211181" cy="1292696"/>
          </a:xfrm>
          <a:prstGeom prst="rect">
            <a:avLst/>
          </a:prstGeom>
        </p:spPr>
      </p:pic>
      <p:sp>
        <p:nvSpPr>
          <p:cNvPr id="13" name="TextBox 12">
            <a:extLst>
              <a:ext uri="{FF2B5EF4-FFF2-40B4-BE49-F238E27FC236}">
                <a16:creationId xmlns:a16="http://schemas.microsoft.com/office/drawing/2014/main" id="{BD649FC6-2A4A-36B5-DA5A-8B4B31CD889C}"/>
              </a:ext>
            </a:extLst>
          </p:cNvPr>
          <p:cNvSpPr txBox="1"/>
          <p:nvPr/>
        </p:nvSpPr>
        <p:spPr>
          <a:xfrm>
            <a:off x="5652120" y="5208408"/>
            <a:ext cx="3384376" cy="1169551"/>
          </a:xfrm>
          <a:prstGeom prst="rect">
            <a:avLst/>
          </a:prstGeom>
          <a:noFill/>
        </p:spPr>
        <p:txBody>
          <a:bodyPr wrap="square" rtlCol="0">
            <a:spAutoFit/>
          </a:bodyPr>
          <a:lstStyle/>
          <a:p>
            <a:r>
              <a:rPr lang="en-GB" sz="1400" dirty="0">
                <a:latin typeface="+mn-lt"/>
              </a:rPr>
              <a:t>the observed frequency is the values we get from the observations </a:t>
            </a:r>
          </a:p>
          <a:p>
            <a:r>
              <a:rPr lang="en-GB" sz="1400" dirty="0">
                <a:latin typeface="+mn-lt"/>
              </a:rPr>
              <a:t>the expected frequency is the total we could have (e.g. in our example 20)</a:t>
            </a:r>
          </a:p>
          <a:p>
            <a:endParaRPr lang="en-GB" sz="1400" dirty="0">
              <a:latin typeface="+mn-lt"/>
            </a:endParaRPr>
          </a:p>
        </p:txBody>
      </p:sp>
    </p:spTree>
    <p:extLst>
      <p:ext uri="{BB962C8B-B14F-4D97-AF65-F5344CB8AC3E}">
        <p14:creationId xmlns:p14="http://schemas.microsoft.com/office/powerpoint/2010/main" val="3475975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SPSS data organisation table">
            <a:extLst>
              <a:ext uri="{FF2B5EF4-FFF2-40B4-BE49-F238E27FC236}">
                <a16:creationId xmlns:a16="http://schemas.microsoft.com/office/drawing/2014/main" id="{82DCB93C-C731-831F-3954-BE3EEA276708}"/>
              </a:ext>
            </a:extLst>
          </p:cNvPr>
          <p:cNvPicPr>
            <a:picLocks noChangeAspect="1"/>
          </p:cNvPicPr>
          <p:nvPr/>
        </p:nvPicPr>
        <p:blipFill>
          <a:blip r:embed="rId2"/>
          <a:stretch>
            <a:fillRect/>
          </a:stretch>
        </p:blipFill>
        <p:spPr>
          <a:xfrm>
            <a:off x="6228184" y="0"/>
            <a:ext cx="2856814" cy="6858000"/>
          </a:xfrm>
          <a:prstGeom prst="rect">
            <a:avLst/>
          </a:prstGeom>
        </p:spPr>
      </p:pic>
      <p:sp>
        <p:nvSpPr>
          <p:cNvPr id="2" name="Title 1">
            <a:extLst>
              <a:ext uri="{FF2B5EF4-FFF2-40B4-BE49-F238E27FC236}">
                <a16:creationId xmlns:a16="http://schemas.microsoft.com/office/drawing/2014/main" id="{18926283-EDB9-6C3C-9B26-F82ADBBDACCF}"/>
              </a:ext>
            </a:extLst>
          </p:cNvPr>
          <p:cNvSpPr>
            <a:spLocks noGrp="1"/>
          </p:cNvSpPr>
          <p:nvPr>
            <p:ph type="title"/>
          </p:nvPr>
        </p:nvSpPr>
        <p:spPr>
          <a:xfrm>
            <a:off x="612648" y="116632"/>
            <a:ext cx="8153400" cy="936104"/>
          </a:xfrm>
        </p:spPr>
        <p:txBody>
          <a:bodyPr>
            <a:normAutofit fontScale="90000"/>
          </a:bodyPr>
          <a:lstStyle/>
          <a:p>
            <a:pPr>
              <a:lnSpc>
                <a:spcPts val="3500"/>
              </a:lnSpc>
            </a:pPr>
            <a:r>
              <a:rPr lang="en-GB" dirty="0"/>
              <a:t>Chi-Squared Test – </a:t>
            </a:r>
            <a:br>
              <a:rPr lang="en-GB" dirty="0"/>
            </a:br>
            <a:r>
              <a:rPr lang="en-GB" dirty="0"/>
              <a:t>data organisation in SPSS</a:t>
            </a:r>
          </a:p>
        </p:txBody>
      </p:sp>
      <p:sp>
        <p:nvSpPr>
          <p:cNvPr id="4" name="Footer Placeholder 3">
            <a:extLst>
              <a:ext uri="{FF2B5EF4-FFF2-40B4-BE49-F238E27FC236}">
                <a16:creationId xmlns:a16="http://schemas.microsoft.com/office/drawing/2014/main" id="{A2007018-AA6E-CD97-41A6-70D02F2C389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5677174-219C-7318-8705-39932A67E1A2}"/>
              </a:ext>
            </a:extLst>
          </p:cNvPr>
          <p:cNvSpPr>
            <a:spLocks noGrp="1"/>
          </p:cNvSpPr>
          <p:nvPr>
            <p:ph type="sldNum" sz="quarter" idx="4"/>
          </p:nvPr>
        </p:nvSpPr>
        <p:spPr/>
        <p:txBody>
          <a:bodyPr/>
          <a:lstStyle/>
          <a:p>
            <a:fld id="{9FD7ECCF-50E7-4327-B945-FA93FF7B2BEF}" type="slidenum">
              <a:rPr lang="en-US" smtClean="0"/>
              <a:pPr/>
              <a:t>12</a:t>
            </a:fld>
            <a:r>
              <a:rPr lang="en-GB"/>
              <a:t>/40</a:t>
            </a:r>
            <a:endParaRPr lang="en-US" dirty="0"/>
          </a:p>
        </p:txBody>
      </p:sp>
      <p:graphicFrame>
        <p:nvGraphicFramePr>
          <p:cNvPr id="6" name="Table 5">
            <a:extLst>
              <a:ext uri="{FF2B5EF4-FFF2-40B4-BE49-F238E27FC236}">
                <a16:creationId xmlns:a16="http://schemas.microsoft.com/office/drawing/2014/main" id="{1E7B271B-E8D5-12DF-C7A6-0FE3E6AFB15E}"/>
              </a:ext>
            </a:extLst>
          </p:cNvPr>
          <p:cNvGraphicFramePr>
            <a:graphicFrameLocks noGrp="1"/>
          </p:cNvGraphicFramePr>
          <p:nvPr>
            <p:extLst>
              <p:ext uri="{D42A27DB-BD31-4B8C-83A1-F6EECF244321}">
                <p14:modId xmlns:p14="http://schemas.microsoft.com/office/powerpoint/2010/main" val="506107977"/>
              </p:ext>
            </p:extLst>
          </p:nvPr>
        </p:nvGraphicFramePr>
        <p:xfrm>
          <a:off x="432285" y="1700808"/>
          <a:ext cx="5421084" cy="1371600"/>
        </p:xfrm>
        <a:graphic>
          <a:graphicData uri="http://schemas.openxmlformats.org/drawingml/2006/table">
            <a:tbl>
              <a:tblPr/>
              <a:tblGrid>
                <a:gridCol w="1807028">
                  <a:extLst>
                    <a:ext uri="{9D8B030D-6E8A-4147-A177-3AD203B41FA5}">
                      <a16:colId xmlns:a16="http://schemas.microsoft.com/office/drawing/2014/main" val="4087826687"/>
                    </a:ext>
                  </a:extLst>
                </a:gridCol>
                <a:gridCol w="1807028">
                  <a:extLst>
                    <a:ext uri="{9D8B030D-6E8A-4147-A177-3AD203B41FA5}">
                      <a16:colId xmlns:a16="http://schemas.microsoft.com/office/drawing/2014/main" val="1997485715"/>
                    </a:ext>
                  </a:extLst>
                </a:gridCol>
                <a:gridCol w="1807028">
                  <a:extLst>
                    <a:ext uri="{9D8B030D-6E8A-4147-A177-3AD203B41FA5}">
                      <a16:colId xmlns:a16="http://schemas.microsoft.com/office/drawing/2014/main" val="2596590115"/>
                    </a:ext>
                  </a:extLst>
                </a:gridCol>
              </a:tblGrid>
              <a:tr h="0">
                <a:tc gridSpan="3">
                  <a:txBody>
                    <a:bodyPr/>
                    <a:lstStyle/>
                    <a:p>
                      <a:r>
                        <a:rPr lang="en-GB" sz="1200" dirty="0">
                          <a:latin typeface="+mn-lt"/>
                        </a:rPr>
                        <a:t>A 2-by-2 Frequency Count Table</a:t>
                      </a:r>
                    </a:p>
                  </a:txBody>
                  <a:tcPr>
                    <a:solidFill>
                      <a:srgbClr val="FFFFFF"/>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4738849"/>
                  </a:ext>
                </a:extLst>
              </a:tr>
              <a:tr h="0">
                <a:tc>
                  <a:txBody>
                    <a:bodyPr/>
                    <a:lstStyle/>
                    <a:p>
                      <a:pPr algn="l" fontAlgn="ctr"/>
                      <a:r>
                        <a:rPr lang="en-GB" sz="1200" b="1" i="0">
                          <a:effectLst/>
                          <a:latin typeface="+mn-lt"/>
                        </a:rPr>
                        <a:t>blank cell</a:t>
                      </a:r>
                    </a:p>
                  </a:txBody>
                  <a:tcPr anchor="ctr">
                    <a:lnL>
                      <a:noFill/>
                    </a:lnL>
                    <a:lnR>
                      <a:noFill/>
                    </a:lnR>
                    <a:lnB>
                      <a:noFill/>
                    </a:lnB>
                    <a:solidFill>
                      <a:srgbClr val="FFFFFF"/>
                    </a:solidFill>
                  </a:tcPr>
                </a:tc>
                <a:tc gridSpan="2">
                  <a:txBody>
                    <a:bodyPr/>
                    <a:lstStyle/>
                    <a:p>
                      <a:pPr algn="l" fontAlgn="ctr"/>
                      <a:r>
                        <a:rPr lang="en-GB" sz="1200" b="1" i="0" dirty="0">
                          <a:effectLst/>
                          <a:latin typeface="+mn-lt"/>
                        </a:rPr>
                        <a:t>Preferred Device</a:t>
                      </a:r>
                    </a:p>
                  </a:txBody>
                  <a:tcPr anchor="ctr">
                    <a:lnL>
                      <a:noFill/>
                    </a:lnL>
                    <a:lnR>
                      <a:noFill/>
                    </a:lnR>
                    <a:lnT>
                      <a:noFill/>
                    </a:lnT>
                    <a:lnB>
                      <a:noFill/>
                    </a:lnB>
                    <a:solidFill>
                      <a:srgbClr val="FFFFFF"/>
                    </a:solidFill>
                  </a:tcPr>
                </a:tc>
                <a:tc hMerge="1">
                  <a:txBody>
                    <a:bodyPr/>
                    <a:lstStyle/>
                    <a:p>
                      <a:endParaRPr lang="en-GB"/>
                    </a:p>
                  </a:txBody>
                  <a:tcPr/>
                </a:tc>
                <a:extLst>
                  <a:ext uri="{0D108BD9-81ED-4DB2-BD59-A6C34878D82A}">
                    <a16:rowId xmlns:a16="http://schemas.microsoft.com/office/drawing/2014/main" val="1723961825"/>
                  </a:ext>
                </a:extLst>
              </a:tr>
              <a:tr h="0">
                <a:tc>
                  <a:txBody>
                    <a:bodyPr/>
                    <a:lstStyle/>
                    <a:p>
                      <a:pPr algn="l" fontAlgn="ctr"/>
                      <a:r>
                        <a:rPr lang="en-GB" sz="1200" b="1" i="0">
                          <a:effectLst/>
                          <a:latin typeface="+mn-lt"/>
                        </a:rPr>
                        <a:t>Age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Mouse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Touchscreen</a:t>
                      </a:r>
                    </a:p>
                  </a:txBody>
                  <a:tcPr anchor="ctr">
                    <a:lnL>
                      <a:noFill/>
                    </a:lnL>
                    <a:lnR>
                      <a:noFill/>
                    </a:lnR>
                    <a:lnT>
                      <a:noFill/>
                    </a:lnT>
                    <a:lnB>
                      <a:noFill/>
                    </a:lnB>
                    <a:solidFill>
                      <a:srgbClr val="FFFFFF"/>
                    </a:solidFill>
                  </a:tcPr>
                </a:tc>
                <a:extLst>
                  <a:ext uri="{0D108BD9-81ED-4DB2-BD59-A6C34878D82A}">
                    <a16:rowId xmlns:a16="http://schemas.microsoft.com/office/drawing/2014/main" val="339487878"/>
                  </a:ext>
                </a:extLst>
              </a:tr>
              <a:tr h="0">
                <a:tc>
                  <a:txBody>
                    <a:bodyPr/>
                    <a:lstStyle/>
                    <a:p>
                      <a:pPr algn="l" fontAlgn="t"/>
                      <a:r>
                        <a:rPr lang="en-GB" sz="1200" b="0">
                          <a:effectLst/>
                          <a:latin typeface="+mn-lt"/>
                        </a:rPr>
                        <a:t>&lt; 65</a:t>
                      </a:r>
                    </a:p>
                  </a:txBody>
                  <a:tcPr>
                    <a:lnL>
                      <a:noFill/>
                    </a:lnL>
                    <a:lnR>
                      <a:noFill/>
                    </a:lnR>
                    <a:lnT>
                      <a:noFill/>
                    </a:lnT>
                    <a:lnB>
                      <a:noFill/>
                    </a:lnB>
                    <a:solidFill>
                      <a:srgbClr val="FFFFFF"/>
                    </a:solidFill>
                  </a:tcPr>
                </a:tc>
                <a:tc>
                  <a:txBody>
                    <a:bodyPr/>
                    <a:lstStyle/>
                    <a:p>
                      <a:pPr algn="l" fontAlgn="t"/>
                      <a:r>
                        <a:rPr lang="en-GB" sz="1200" b="0">
                          <a:effectLst/>
                          <a:latin typeface="+mn-lt"/>
                        </a:rPr>
                        <a:t>14</a:t>
                      </a:r>
                    </a:p>
                  </a:txBody>
                  <a:tcPr>
                    <a:lnL>
                      <a:noFill/>
                    </a:lnL>
                    <a:lnR>
                      <a:noFill/>
                    </a:lnR>
                    <a:lnT>
                      <a:noFill/>
                    </a:lnT>
                    <a:lnB>
                      <a:noFill/>
                    </a:lnB>
                    <a:solidFill>
                      <a:srgbClr val="FFFFFF"/>
                    </a:solidFill>
                  </a:tcPr>
                </a:tc>
                <a:tc>
                  <a:txBody>
                    <a:bodyPr/>
                    <a:lstStyle/>
                    <a:p>
                      <a:pPr algn="l" fontAlgn="t"/>
                      <a:r>
                        <a:rPr lang="en-GB" sz="1200" b="0">
                          <a:effectLst/>
                          <a:latin typeface="+mn-lt"/>
                        </a:rPr>
                        <a:t> 6</a:t>
                      </a:r>
                    </a:p>
                  </a:txBody>
                  <a:tcPr>
                    <a:lnL>
                      <a:noFill/>
                    </a:lnL>
                    <a:lnR>
                      <a:noFill/>
                    </a:lnR>
                    <a:lnT>
                      <a:noFill/>
                    </a:lnT>
                    <a:lnB>
                      <a:noFill/>
                    </a:lnB>
                    <a:solidFill>
                      <a:srgbClr val="FFFFFF"/>
                    </a:solidFill>
                  </a:tcPr>
                </a:tc>
                <a:extLst>
                  <a:ext uri="{0D108BD9-81ED-4DB2-BD59-A6C34878D82A}">
                    <a16:rowId xmlns:a16="http://schemas.microsoft.com/office/drawing/2014/main" val="146708542"/>
                  </a:ext>
                </a:extLst>
              </a:tr>
              <a:tr h="0">
                <a:tc>
                  <a:txBody>
                    <a:bodyPr/>
                    <a:lstStyle/>
                    <a:p>
                      <a:pPr algn="l" fontAlgn="t"/>
                      <a:r>
                        <a:rPr lang="en-GB" sz="1200" b="0">
                          <a:effectLst/>
                          <a:latin typeface="+mn-lt"/>
                        </a:rPr>
                        <a:t>≥ 65</a:t>
                      </a:r>
                    </a:p>
                  </a:txBody>
                  <a:tcPr>
                    <a:lnL>
                      <a:noFill/>
                    </a:lnL>
                    <a:lnR>
                      <a:noFill/>
                    </a:lnR>
                    <a:lnT>
                      <a:noFill/>
                    </a:lnT>
                    <a:lnB>
                      <a:noFill/>
                    </a:lnB>
                    <a:solidFill>
                      <a:srgbClr val="EEF2F6"/>
                    </a:solidFill>
                  </a:tcPr>
                </a:tc>
                <a:tc>
                  <a:txBody>
                    <a:bodyPr/>
                    <a:lstStyle/>
                    <a:p>
                      <a:pPr algn="l" fontAlgn="t"/>
                      <a:r>
                        <a:rPr lang="en-GB" sz="1200" b="0">
                          <a:effectLst/>
                          <a:latin typeface="+mn-lt"/>
                        </a:rPr>
                        <a:t> 4</a:t>
                      </a:r>
                    </a:p>
                  </a:txBody>
                  <a:tcPr>
                    <a:lnL>
                      <a:noFill/>
                    </a:lnL>
                    <a:lnR>
                      <a:noFill/>
                    </a:lnR>
                    <a:lnT>
                      <a:noFill/>
                    </a:lnT>
                    <a:lnB>
                      <a:noFill/>
                    </a:lnB>
                    <a:solidFill>
                      <a:srgbClr val="EEF2F6"/>
                    </a:solidFill>
                  </a:tcPr>
                </a:tc>
                <a:tc>
                  <a:txBody>
                    <a:bodyPr/>
                    <a:lstStyle/>
                    <a:p>
                      <a:pPr algn="l" fontAlgn="t"/>
                      <a:r>
                        <a:rPr lang="en-GB" sz="1200" b="0" dirty="0">
                          <a:effectLst/>
                          <a:latin typeface="+mn-lt"/>
                        </a:rPr>
                        <a:t>16</a:t>
                      </a:r>
                    </a:p>
                  </a:txBody>
                  <a:tcPr>
                    <a:lnL>
                      <a:noFill/>
                    </a:lnL>
                    <a:lnR>
                      <a:noFill/>
                    </a:lnR>
                    <a:lnT>
                      <a:noFill/>
                    </a:lnT>
                    <a:lnB>
                      <a:noFill/>
                    </a:lnB>
                    <a:solidFill>
                      <a:srgbClr val="EEF2F6"/>
                    </a:solidFill>
                  </a:tcPr>
                </a:tc>
                <a:extLst>
                  <a:ext uri="{0D108BD9-81ED-4DB2-BD59-A6C34878D82A}">
                    <a16:rowId xmlns:a16="http://schemas.microsoft.com/office/drawing/2014/main" val="3081392337"/>
                  </a:ext>
                </a:extLst>
              </a:tr>
            </a:tbl>
          </a:graphicData>
        </a:graphic>
      </p:graphicFrame>
      <p:pic>
        <p:nvPicPr>
          <p:cNvPr id="22" name="Picture 21" descr="SPSS variables organisation table">
            <a:extLst>
              <a:ext uri="{FF2B5EF4-FFF2-40B4-BE49-F238E27FC236}">
                <a16:creationId xmlns:a16="http://schemas.microsoft.com/office/drawing/2014/main" id="{C585C09D-3988-E1C4-2D69-37BBCB040027}"/>
              </a:ext>
            </a:extLst>
          </p:cNvPr>
          <p:cNvPicPr>
            <a:picLocks noChangeAspect="1"/>
          </p:cNvPicPr>
          <p:nvPr/>
        </p:nvPicPr>
        <p:blipFill>
          <a:blip r:embed="rId3"/>
          <a:stretch>
            <a:fillRect/>
          </a:stretch>
        </p:blipFill>
        <p:spPr>
          <a:xfrm>
            <a:off x="304060" y="4079281"/>
            <a:ext cx="8296275" cy="581025"/>
          </a:xfrm>
          <a:prstGeom prst="rect">
            <a:avLst/>
          </a:prstGeom>
        </p:spPr>
      </p:pic>
    </p:spTree>
    <p:extLst>
      <p:ext uri="{BB962C8B-B14F-4D97-AF65-F5344CB8AC3E}">
        <p14:creationId xmlns:p14="http://schemas.microsoft.com/office/powerpoint/2010/main" val="131873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descr="SPSS data organisation table">
            <a:extLst>
              <a:ext uri="{FF2B5EF4-FFF2-40B4-BE49-F238E27FC236}">
                <a16:creationId xmlns:a16="http://schemas.microsoft.com/office/drawing/2014/main" id="{598DD61F-716F-4E2E-8F2B-C392A984ED70}"/>
              </a:ext>
            </a:extLst>
          </p:cNvPr>
          <p:cNvPicPr>
            <a:picLocks noChangeAspect="1"/>
          </p:cNvPicPr>
          <p:nvPr/>
        </p:nvPicPr>
        <p:blipFill>
          <a:blip r:embed="rId2"/>
          <a:stretch>
            <a:fillRect/>
          </a:stretch>
        </p:blipFill>
        <p:spPr>
          <a:xfrm>
            <a:off x="6228184" y="0"/>
            <a:ext cx="2856814" cy="6858000"/>
          </a:xfrm>
          <a:prstGeom prst="rect">
            <a:avLst/>
          </a:prstGeom>
        </p:spPr>
      </p:pic>
      <p:sp>
        <p:nvSpPr>
          <p:cNvPr id="2" name="Title 1">
            <a:extLst>
              <a:ext uri="{FF2B5EF4-FFF2-40B4-BE49-F238E27FC236}">
                <a16:creationId xmlns:a16="http://schemas.microsoft.com/office/drawing/2014/main" id="{18926283-EDB9-6C3C-9B26-F82ADBBDACCF}"/>
              </a:ext>
            </a:extLst>
          </p:cNvPr>
          <p:cNvSpPr>
            <a:spLocks noGrp="1"/>
          </p:cNvSpPr>
          <p:nvPr>
            <p:ph type="title"/>
          </p:nvPr>
        </p:nvSpPr>
        <p:spPr>
          <a:xfrm>
            <a:off x="612648" y="323995"/>
            <a:ext cx="8153400" cy="936104"/>
          </a:xfrm>
        </p:spPr>
        <p:txBody>
          <a:bodyPr>
            <a:normAutofit/>
          </a:bodyPr>
          <a:lstStyle/>
          <a:p>
            <a:pPr>
              <a:lnSpc>
                <a:spcPts val="3500"/>
              </a:lnSpc>
            </a:pPr>
            <a:r>
              <a:rPr lang="en-GB" dirty="0"/>
              <a:t>Run Chi-Squared Test in SPSS</a:t>
            </a:r>
          </a:p>
        </p:txBody>
      </p:sp>
      <p:sp>
        <p:nvSpPr>
          <p:cNvPr id="4" name="Footer Placeholder 3">
            <a:extLst>
              <a:ext uri="{FF2B5EF4-FFF2-40B4-BE49-F238E27FC236}">
                <a16:creationId xmlns:a16="http://schemas.microsoft.com/office/drawing/2014/main" id="{A2007018-AA6E-CD97-41A6-70D02F2C389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5677174-219C-7318-8705-39932A67E1A2}"/>
              </a:ext>
            </a:extLst>
          </p:cNvPr>
          <p:cNvSpPr>
            <a:spLocks noGrp="1"/>
          </p:cNvSpPr>
          <p:nvPr>
            <p:ph type="sldNum" sz="quarter" idx="4"/>
          </p:nvPr>
        </p:nvSpPr>
        <p:spPr/>
        <p:txBody>
          <a:bodyPr/>
          <a:lstStyle/>
          <a:p>
            <a:fld id="{9FD7ECCF-50E7-4327-B945-FA93FF7B2BEF}" type="slidenum">
              <a:rPr lang="en-US" smtClean="0"/>
              <a:pPr/>
              <a:t>13</a:t>
            </a:fld>
            <a:r>
              <a:rPr lang="en-GB"/>
              <a:t>/40</a:t>
            </a:r>
            <a:endParaRPr lang="en-US" dirty="0"/>
          </a:p>
        </p:txBody>
      </p:sp>
      <p:graphicFrame>
        <p:nvGraphicFramePr>
          <p:cNvPr id="6" name="Table 5">
            <a:extLst>
              <a:ext uri="{FF2B5EF4-FFF2-40B4-BE49-F238E27FC236}">
                <a16:creationId xmlns:a16="http://schemas.microsoft.com/office/drawing/2014/main" id="{1E7B271B-E8D5-12DF-C7A6-0FE3E6AFB15E}"/>
              </a:ext>
            </a:extLst>
          </p:cNvPr>
          <p:cNvGraphicFramePr>
            <a:graphicFrameLocks noGrp="1"/>
          </p:cNvGraphicFramePr>
          <p:nvPr/>
        </p:nvGraphicFramePr>
        <p:xfrm>
          <a:off x="432285" y="1700808"/>
          <a:ext cx="5421084" cy="1371600"/>
        </p:xfrm>
        <a:graphic>
          <a:graphicData uri="http://schemas.openxmlformats.org/drawingml/2006/table">
            <a:tbl>
              <a:tblPr/>
              <a:tblGrid>
                <a:gridCol w="1807028">
                  <a:extLst>
                    <a:ext uri="{9D8B030D-6E8A-4147-A177-3AD203B41FA5}">
                      <a16:colId xmlns:a16="http://schemas.microsoft.com/office/drawing/2014/main" val="4087826687"/>
                    </a:ext>
                  </a:extLst>
                </a:gridCol>
                <a:gridCol w="1807028">
                  <a:extLst>
                    <a:ext uri="{9D8B030D-6E8A-4147-A177-3AD203B41FA5}">
                      <a16:colId xmlns:a16="http://schemas.microsoft.com/office/drawing/2014/main" val="1997485715"/>
                    </a:ext>
                  </a:extLst>
                </a:gridCol>
                <a:gridCol w="1807028">
                  <a:extLst>
                    <a:ext uri="{9D8B030D-6E8A-4147-A177-3AD203B41FA5}">
                      <a16:colId xmlns:a16="http://schemas.microsoft.com/office/drawing/2014/main" val="2596590115"/>
                    </a:ext>
                  </a:extLst>
                </a:gridCol>
              </a:tblGrid>
              <a:tr h="0">
                <a:tc gridSpan="3">
                  <a:txBody>
                    <a:bodyPr/>
                    <a:lstStyle/>
                    <a:p>
                      <a:r>
                        <a:rPr lang="en-GB" sz="1200" dirty="0">
                          <a:latin typeface="+mn-lt"/>
                        </a:rPr>
                        <a:t>A 2-by-2 Frequency Count Table</a:t>
                      </a:r>
                    </a:p>
                  </a:txBody>
                  <a:tcPr>
                    <a:solidFill>
                      <a:srgbClr val="FFFFFF"/>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4738849"/>
                  </a:ext>
                </a:extLst>
              </a:tr>
              <a:tr h="0">
                <a:tc>
                  <a:txBody>
                    <a:bodyPr/>
                    <a:lstStyle/>
                    <a:p>
                      <a:pPr algn="l" fontAlgn="ctr"/>
                      <a:r>
                        <a:rPr lang="en-GB" sz="1200" b="1" i="0">
                          <a:effectLst/>
                          <a:latin typeface="+mn-lt"/>
                        </a:rPr>
                        <a:t>blank cell</a:t>
                      </a:r>
                    </a:p>
                  </a:txBody>
                  <a:tcPr anchor="ctr">
                    <a:lnL>
                      <a:noFill/>
                    </a:lnL>
                    <a:lnR>
                      <a:noFill/>
                    </a:lnR>
                    <a:lnB>
                      <a:noFill/>
                    </a:lnB>
                    <a:solidFill>
                      <a:srgbClr val="FFFFFF"/>
                    </a:solidFill>
                  </a:tcPr>
                </a:tc>
                <a:tc gridSpan="2">
                  <a:txBody>
                    <a:bodyPr/>
                    <a:lstStyle/>
                    <a:p>
                      <a:pPr algn="l" fontAlgn="ctr"/>
                      <a:r>
                        <a:rPr lang="en-GB" sz="1200" b="1" i="0" dirty="0">
                          <a:effectLst/>
                          <a:latin typeface="+mn-lt"/>
                        </a:rPr>
                        <a:t>Preferred Device</a:t>
                      </a:r>
                    </a:p>
                  </a:txBody>
                  <a:tcPr anchor="ctr">
                    <a:lnL>
                      <a:noFill/>
                    </a:lnL>
                    <a:lnR>
                      <a:noFill/>
                    </a:lnR>
                    <a:lnT>
                      <a:noFill/>
                    </a:lnT>
                    <a:lnB>
                      <a:noFill/>
                    </a:lnB>
                    <a:solidFill>
                      <a:srgbClr val="FFFFFF"/>
                    </a:solidFill>
                  </a:tcPr>
                </a:tc>
                <a:tc hMerge="1">
                  <a:txBody>
                    <a:bodyPr/>
                    <a:lstStyle/>
                    <a:p>
                      <a:endParaRPr lang="en-GB"/>
                    </a:p>
                  </a:txBody>
                  <a:tcPr/>
                </a:tc>
                <a:extLst>
                  <a:ext uri="{0D108BD9-81ED-4DB2-BD59-A6C34878D82A}">
                    <a16:rowId xmlns:a16="http://schemas.microsoft.com/office/drawing/2014/main" val="1723961825"/>
                  </a:ext>
                </a:extLst>
              </a:tr>
              <a:tr h="0">
                <a:tc>
                  <a:txBody>
                    <a:bodyPr/>
                    <a:lstStyle/>
                    <a:p>
                      <a:pPr algn="l" fontAlgn="ctr"/>
                      <a:r>
                        <a:rPr lang="en-GB" sz="1200" b="1" i="0">
                          <a:effectLst/>
                          <a:latin typeface="+mn-lt"/>
                        </a:rPr>
                        <a:t>Age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Mouse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Touchscreen</a:t>
                      </a:r>
                    </a:p>
                  </a:txBody>
                  <a:tcPr anchor="ctr">
                    <a:lnL>
                      <a:noFill/>
                    </a:lnL>
                    <a:lnR>
                      <a:noFill/>
                    </a:lnR>
                    <a:lnT>
                      <a:noFill/>
                    </a:lnT>
                    <a:lnB>
                      <a:noFill/>
                    </a:lnB>
                    <a:solidFill>
                      <a:srgbClr val="FFFFFF"/>
                    </a:solidFill>
                  </a:tcPr>
                </a:tc>
                <a:extLst>
                  <a:ext uri="{0D108BD9-81ED-4DB2-BD59-A6C34878D82A}">
                    <a16:rowId xmlns:a16="http://schemas.microsoft.com/office/drawing/2014/main" val="339487878"/>
                  </a:ext>
                </a:extLst>
              </a:tr>
              <a:tr h="0">
                <a:tc>
                  <a:txBody>
                    <a:bodyPr/>
                    <a:lstStyle/>
                    <a:p>
                      <a:pPr algn="l" fontAlgn="t"/>
                      <a:r>
                        <a:rPr lang="en-GB" sz="1200" b="0">
                          <a:effectLst/>
                          <a:latin typeface="+mn-lt"/>
                        </a:rPr>
                        <a:t>&lt; 65</a:t>
                      </a:r>
                    </a:p>
                  </a:txBody>
                  <a:tcPr>
                    <a:lnL>
                      <a:noFill/>
                    </a:lnL>
                    <a:lnR>
                      <a:noFill/>
                    </a:lnR>
                    <a:lnT>
                      <a:noFill/>
                    </a:lnT>
                    <a:lnB>
                      <a:noFill/>
                    </a:lnB>
                    <a:solidFill>
                      <a:srgbClr val="FFFFFF"/>
                    </a:solidFill>
                  </a:tcPr>
                </a:tc>
                <a:tc>
                  <a:txBody>
                    <a:bodyPr/>
                    <a:lstStyle/>
                    <a:p>
                      <a:pPr algn="l" fontAlgn="t"/>
                      <a:r>
                        <a:rPr lang="en-GB" sz="1200" b="0">
                          <a:effectLst/>
                          <a:latin typeface="+mn-lt"/>
                        </a:rPr>
                        <a:t>14</a:t>
                      </a:r>
                    </a:p>
                  </a:txBody>
                  <a:tcPr>
                    <a:lnL>
                      <a:noFill/>
                    </a:lnL>
                    <a:lnR>
                      <a:noFill/>
                    </a:lnR>
                    <a:lnT>
                      <a:noFill/>
                    </a:lnT>
                    <a:lnB>
                      <a:noFill/>
                    </a:lnB>
                    <a:solidFill>
                      <a:srgbClr val="FFFFFF"/>
                    </a:solidFill>
                  </a:tcPr>
                </a:tc>
                <a:tc>
                  <a:txBody>
                    <a:bodyPr/>
                    <a:lstStyle/>
                    <a:p>
                      <a:pPr algn="l" fontAlgn="t"/>
                      <a:r>
                        <a:rPr lang="en-GB" sz="1200" b="0">
                          <a:effectLst/>
                          <a:latin typeface="+mn-lt"/>
                        </a:rPr>
                        <a:t> 6</a:t>
                      </a:r>
                    </a:p>
                  </a:txBody>
                  <a:tcPr>
                    <a:lnL>
                      <a:noFill/>
                    </a:lnL>
                    <a:lnR>
                      <a:noFill/>
                    </a:lnR>
                    <a:lnT>
                      <a:noFill/>
                    </a:lnT>
                    <a:lnB>
                      <a:noFill/>
                    </a:lnB>
                    <a:solidFill>
                      <a:srgbClr val="FFFFFF"/>
                    </a:solidFill>
                  </a:tcPr>
                </a:tc>
                <a:extLst>
                  <a:ext uri="{0D108BD9-81ED-4DB2-BD59-A6C34878D82A}">
                    <a16:rowId xmlns:a16="http://schemas.microsoft.com/office/drawing/2014/main" val="146708542"/>
                  </a:ext>
                </a:extLst>
              </a:tr>
              <a:tr h="0">
                <a:tc>
                  <a:txBody>
                    <a:bodyPr/>
                    <a:lstStyle/>
                    <a:p>
                      <a:pPr algn="l" fontAlgn="t"/>
                      <a:r>
                        <a:rPr lang="en-GB" sz="1200" b="0">
                          <a:effectLst/>
                          <a:latin typeface="+mn-lt"/>
                        </a:rPr>
                        <a:t>≥ 65</a:t>
                      </a:r>
                    </a:p>
                  </a:txBody>
                  <a:tcPr>
                    <a:lnL>
                      <a:noFill/>
                    </a:lnL>
                    <a:lnR>
                      <a:noFill/>
                    </a:lnR>
                    <a:lnT>
                      <a:noFill/>
                    </a:lnT>
                    <a:lnB>
                      <a:noFill/>
                    </a:lnB>
                    <a:solidFill>
                      <a:srgbClr val="EEF2F6"/>
                    </a:solidFill>
                  </a:tcPr>
                </a:tc>
                <a:tc>
                  <a:txBody>
                    <a:bodyPr/>
                    <a:lstStyle/>
                    <a:p>
                      <a:pPr algn="l" fontAlgn="t"/>
                      <a:r>
                        <a:rPr lang="en-GB" sz="1200" b="0">
                          <a:effectLst/>
                          <a:latin typeface="+mn-lt"/>
                        </a:rPr>
                        <a:t> 4</a:t>
                      </a:r>
                    </a:p>
                  </a:txBody>
                  <a:tcPr>
                    <a:lnL>
                      <a:noFill/>
                    </a:lnL>
                    <a:lnR>
                      <a:noFill/>
                    </a:lnR>
                    <a:lnT>
                      <a:noFill/>
                    </a:lnT>
                    <a:lnB>
                      <a:noFill/>
                    </a:lnB>
                    <a:solidFill>
                      <a:srgbClr val="EEF2F6"/>
                    </a:solidFill>
                  </a:tcPr>
                </a:tc>
                <a:tc>
                  <a:txBody>
                    <a:bodyPr/>
                    <a:lstStyle/>
                    <a:p>
                      <a:pPr algn="l" fontAlgn="t"/>
                      <a:r>
                        <a:rPr lang="en-GB" sz="1200" b="0" dirty="0">
                          <a:effectLst/>
                          <a:latin typeface="+mn-lt"/>
                        </a:rPr>
                        <a:t>16</a:t>
                      </a:r>
                    </a:p>
                  </a:txBody>
                  <a:tcPr>
                    <a:lnL>
                      <a:noFill/>
                    </a:lnL>
                    <a:lnR>
                      <a:noFill/>
                    </a:lnR>
                    <a:lnT>
                      <a:noFill/>
                    </a:lnT>
                    <a:lnB>
                      <a:noFill/>
                    </a:lnB>
                    <a:solidFill>
                      <a:srgbClr val="EEF2F6"/>
                    </a:solidFill>
                  </a:tcPr>
                </a:tc>
                <a:extLst>
                  <a:ext uri="{0D108BD9-81ED-4DB2-BD59-A6C34878D82A}">
                    <a16:rowId xmlns:a16="http://schemas.microsoft.com/office/drawing/2014/main" val="3081392337"/>
                  </a:ext>
                </a:extLst>
              </a:tr>
            </a:tbl>
          </a:graphicData>
        </a:graphic>
      </p:graphicFrame>
      <p:pic>
        <p:nvPicPr>
          <p:cNvPr id="16" name="Picture 15" descr="SPSS">
            <a:extLst>
              <a:ext uri="{FF2B5EF4-FFF2-40B4-BE49-F238E27FC236}">
                <a16:creationId xmlns:a16="http://schemas.microsoft.com/office/drawing/2014/main" id="{0DF0A21E-DB37-5A01-C4C4-561B5075AFFD}"/>
              </a:ext>
            </a:extLst>
          </p:cNvPr>
          <p:cNvPicPr>
            <a:picLocks noChangeAspect="1"/>
          </p:cNvPicPr>
          <p:nvPr/>
        </p:nvPicPr>
        <p:blipFill>
          <a:blip r:embed="rId3"/>
          <a:stretch>
            <a:fillRect/>
          </a:stretch>
        </p:blipFill>
        <p:spPr>
          <a:xfrm>
            <a:off x="182249" y="2164770"/>
            <a:ext cx="3386072" cy="2644944"/>
          </a:xfrm>
          <a:prstGeom prst="rect">
            <a:avLst/>
          </a:prstGeom>
          <a:ln>
            <a:noFill/>
          </a:ln>
          <a:effectLst>
            <a:outerShdw blurRad="292100" dist="139700" dir="2700000" algn="tl" rotWithShape="0">
              <a:srgbClr val="333333">
                <a:alpha val="65000"/>
              </a:srgbClr>
            </a:outerShdw>
          </a:effectLst>
        </p:spPr>
      </p:pic>
      <p:pic>
        <p:nvPicPr>
          <p:cNvPr id="10" name="Picture 9" descr="SPSS">
            <a:extLst>
              <a:ext uri="{FF2B5EF4-FFF2-40B4-BE49-F238E27FC236}">
                <a16:creationId xmlns:a16="http://schemas.microsoft.com/office/drawing/2014/main" id="{8E553D25-ECFF-16D7-A337-B4092B41EEDF}"/>
              </a:ext>
            </a:extLst>
          </p:cNvPr>
          <p:cNvPicPr>
            <a:picLocks noChangeAspect="1"/>
          </p:cNvPicPr>
          <p:nvPr/>
        </p:nvPicPr>
        <p:blipFill>
          <a:blip r:embed="rId4"/>
          <a:stretch>
            <a:fillRect/>
          </a:stretch>
        </p:blipFill>
        <p:spPr>
          <a:xfrm>
            <a:off x="6530377" y="3971299"/>
            <a:ext cx="2160169" cy="2459469"/>
          </a:xfrm>
          <a:prstGeom prst="rect">
            <a:avLst/>
          </a:prstGeom>
          <a:ln>
            <a:noFill/>
          </a:ln>
          <a:effectLst>
            <a:outerShdw blurRad="292100" dist="139700" dir="2700000" algn="tl" rotWithShape="0">
              <a:srgbClr val="333333">
                <a:alpha val="65000"/>
              </a:srgbClr>
            </a:outerShdw>
          </a:effectLst>
        </p:spPr>
      </p:pic>
      <p:pic>
        <p:nvPicPr>
          <p:cNvPr id="19" name="Picture 18" descr="SPSS">
            <a:extLst>
              <a:ext uri="{FF2B5EF4-FFF2-40B4-BE49-F238E27FC236}">
                <a16:creationId xmlns:a16="http://schemas.microsoft.com/office/drawing/2014/main" id="{7AA84389-7E5A-58AD-8F4E-E6E90D0E4EF4}"/>
              </a:ext>
            </a:extLst>
          </p:cNvPr>
          <p:cNvPicPr>
            <a:picLocks noChangeAspect="1"/>
          </p:cNvPicPr>
          <p:nvPr/>
        </p:nvPicPr>
        <p:blipFill>
          <a:blip r:embed="rId5"/>
          <a:stretch>
            <a:fillRect/>
          </a:stretch>
        </p:blipFill>
        <p:spPr>
          <a:xfrm>
            <a:off x="2811807" y="3256518"/>
            <a:ext cx="3446294" cy="23934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15104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descr="SPSS utput">
            <a:extLst>
              <a:ext uri="{FF2B5EF4-FFF2-40B4-BE49-F238E27FC236}">
                <a16:creationId xmlns:a16="http://schemas.microsoft.com/office/drawing/2014/main" id="{E07DE7F0-C647-4092-4863-50E0C2FCD478}"/>
              </a:ext>
            </a:extLst>
          </p:cNvPr>
          <p:cNvPicPr>
            <a:picLocks noChangeAspect="1"/>
          </p:cNvPicPr>
          <p:nvPr/>
        </p:nvPicPr>
        <p:blipFill>
          <a:blip r:embed="rId2"/>
          <a:stretch>
            <a:fillRect/>
          </a:stretch>
        </p:blipFill>
        <p:spPr>
          <a:xfrm>
            <a:off x="66675" y="1556107"/>
            <a:ext cx="4505325" cy="1990725"/>
          </a:xfrm>
          <a:prstGeom prst="rect">
            <a:avLst/>
          </a:prstGeom>
        </p:spPr>
      </p:pic>
      <p:sp>
        <p:nvSpPr>
          <p:cNvPr id="2" name="Title 1">
            <a:extLst>
              <a:ext uri="{FF2B5EF4-FFF2-40B4-BE49-F238E27FC236}">
                <a16:creationId xmlns:a16="http://schemas.microsoft.com/office/drawing/2014/main" id="{18926283-EDB9-6C3C-9B26-F82ADBBDACCF}"/>
              </a:ext>
            </a:extLst>
          </p:cNvPr>
          <p:cNvSpPr>
            <a:spLocks noGrp="1"/>
          </p:cNvSpPr>
          <p:nvPr>
            <p:ph type="title"/>
          </p:nvPr>
        </p:nvSpPr>
        <p:spPr/>
        <p:txBody>
          <a:bodyPr/>
          <a:lstStyle/>
          <a:p>
            <a:r>
              <a:rPr lang="en-GB" dirty="0"/>
              <a:t>Chi-Squared Test</a:t>
            </a:r>
            <a:r>
              <a:rPr lang="el-GR" dirty="0"/>
              <a:t> </a:t>
            </a:r>
            <a:r>
              <a:rPr lang="en-GB" dirty="0"/>
              <a:t>results</a:t>
            </a:r>
          </a:p>
        </p:txBody>
      </p:sp>
      <p:sp>
        <p:nvSpPr>
          <p:cNvPr id="4" name="Footer Placeholder 3">
            <a:extLst>
              <a:ext uri="{FF2B5EF4-FFF2-40B4-BE49-F238E27FC236}">
                <a16:creationId xmlns:a16="http://schemas.microsoft.com/office/drawing/2014/main" id="{A2007018-AA6E-CD97-41A6-70D02F2C389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5677174-219C-7318-8705-39932A67E1A2}"/>
              </a:ext>
            </a:extLst>
          </p:cNvPr>
          <p:cNvSpPr>
            <a:spLocks noGrp="1"/>
          </p:cNvSpPr>
          <p:nvPr>
            <p:ph type="sldNum" sz="quarter" idx="4"/>
          </p:nvPr>
        </p:nvSpPr>
        <p:spPr/>
        <p:txBody>
          <a:bodyPr/>
          <a:lstStyle/>
          <a:p>
            <a:fld id="{9FD7ECCF-50E7-4327-B945-FA93FF7B2BEF}" type="slidenum">
              <a:rPr lang="en-US" smtClean="0"/>
              <a:pPr/>
              <a:t>14</a:t>
            </a:fld>
            <a:r>
              <a:rPr lang="en-GB"/>
              <a:t>/40</a:t>
            </a:r>
            <a:endParaRPr lang="en-US" dirty="0"/>
          </a:p>
        </p:txBody>
      </p:sp>
      <p:pic>
        <p:nvPicPr>
          <p:cNvPr id="8" name="Picture 7" descr="formuls">
            <a:extLst>
              <a:ext uri="{FF2B5EF4-FFF2-40B4-BE49-F238E27FC236}">
                <a16:creationId xmlns:a16="http://schemas.microsoft.com/office/drawing/2014/main" id="{F9D9192D-9BF1-6CFD-EBC6-FE92B73EABF3}"/>
              </a:ext>
            </a:extLst>
          </p:cNvPr>
          <p:cNvPicPr>
            <a:picLocks noChangeAspect="1"/>
          </p:cNvPicPr>
          <p:nvPr/>
        </p:nvPicPr>
        <p:blipFill>
          <a:blip r:embed="rId3"/>
          <a:stretch>
            <a:fillRect/>
          </a:stretch>
        </p:blipFill>
        <p:spPr>
          <a:xfrm>
            <a:off x="4860032" y="1076426"/>
            <a:ext cx="4068447" cy="1009227"/>
          </a:xfrm>
          <a:prstGeom prst="rect">
            <a:avLst/>
          </a:prstGeom>
          <a:ln>
            <a:noFill/>
          </a:ln>
          <a:effectLst>
            <a:outerShdw blurRad="292100" dist="139700" dir="2700000" algn="tl" rotWithShape="0">
              <a:srgbClr val="333333">
                <a:alpha val="65000"/>
              </a:srgbClr>
            </a:outerShdw>
          </a:effectLst>
        </p:spPr>
      </p:pic>
      <p:cxnSp>
        <p:nvCxnSpPr>
          <p:cNvPr id="23" name="Straight Arrow Connector 22">
            <a:extLst>
              <a:ext uri="{FF2B5EF4-FFF2-40B4-BE49-F238E27FC236}">
                <a16:creationId xmlns:a16="http://schemas.microsoft.com/office/drawing/2014/main" id="{134E1BEF-412A-F544-1BC9-24C6D2E5CEF8}"/>
              </a:ext>
            </a:extLst>
          </p:cNvPr>
          <p:cNvCxnSpPr>
            <a:cxnSpLocks/>
          </p:cNvCxnSpPr>
          <p:nvPr/>
        </p:nvCxnSpPr>
        <p:spPr>
          <a:xfrm flipH="1">
            <a:off x="3779912" y="2520763"/>
            <a:ext cx="1100177" cy="307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7" name="Straight Arrow Connector 56">
            <a:extLst>
              <a:ext uri="{FF2B5EF4-FFF2-40B4-BE49-F238E27FC236}">
                <a16:creationId xmlns:a16="http://schemas.microsoft.com/office/drawing/2014/main" id="{BF1B30F7-8602-96ED-20FD-897856F8703E}"/>
              </a:ext>
            </a:extLst>
          </p:cNvPr>
          <p:cNvCxnSpPr>
            <a:cxnSpLocks/>
          </p:cNvCxnSpPr>
          <p:nvPr/>
        </p:nvCxnSpPr>
        <p:spPr>
          <a:xfrm flipH="1">
            <a:off x="3779912" y="2527688"/>
            <a:ext cx="1080120" cy="39320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69" name="Picture 68" descr="Chi-Squared Test results">
            <a:extLst>
              <a:ext uri="{FF2B5EF4-FFF2-40B4-BE49-F238E27FC236}">
                <a16:creationId xmlns:a16="http://schemas.microsoft.com/office/drawing/2014/main" id="{9C042200-745E-5740-1242-B1D379CFBA73}"/>
              </a:ext>
            </a:extLst>
          </p:cNvPr>
          <p:cNvPicPr>
            <a:picLocks noGrp="1" noRot="1" noChangeAspect="1" noMove="1" noResize="1" noEditPoints="1" noAdjustHandles="1" noChangeArrowheads="1" noChangeShapeType="1" noCrop="1"/>
          </p:cNvPicPr>
          <p:nvPr/>
        </p:nvPicPr>
        <p:blipFill>
          <a:blip r:embed="rId4"/>
          <a:stretch>
            <a:fillRect/>
          </a:stretch>
        </p:blipFill>
        <p:spPr>
          <a:xfrm>
            <a:off x="4483015" y="4276363"/>
            <a:ext cx="4572000" cy="2051060"/>
          </a:xfrm>
          <a:prstGeom prst="rect">
            <a:avLst/>
          </a:prstGeom>
        </p:spPr>
      </p:pic>
      <p:cxnSp>
        <p:nvCxnSpPr>
          <p:cNvPr id="24" name="Straight Arrow Connector 23">
            <a:extLst>
              <a:ext uri="{FF2B5EF4-FFF2-40B4-BE49-F238E27FC236}">
                <a16:creationId xmlns:a16="http://schemas.microsoft.com/office/drawing/2014/main" id="{EB012C8F-7107-6583-F357-DB34AFAD514A}"/>
              </a:ext>
            </a:extLst>
          </p:cNvPr>
          <p:cNvCxnSpPr>
            <a:cxnSpLocks/>
          </p:cNvCxnSpPr>
          <p:nvPr/>
        </p:nvCxnSpPr>
        <p:spPr>
          <a:xfrm flipH="1" flipV="1">
            <a:off x="3779912" y="2708920"/>
            <a:ext cx="1100177" cy="29785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54" name="Straight Arrow Connector 53">
            <a:extLst>
              <a:ext uri="{FF2B5EF4-FFF2-40B4-BE49-F238E27FC236}">
                <a16:creationId xmlns:a16="http://schemas.microsoft.com/office/drawing/2014/main" id="{778E9683-F0A3-69C0-3B0D-E406D3D29E38}"/>
              </a:ext>
            </a:extLst>
          </p:cNvPr>
          <p:cNvCxnSpPr>
            <a:cxnSpLocks/>
          </p:cNvCxnSpPr>
          <p:nvPr/>
        </p:nvCxnSpPr>
        <p:spPr>
          <a:xfrm flipH="1">
            <a:off x="3779912" y="3000425"/>
            <a:ext cx="1100177" cy="68535"/>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78" name="TextBox 77">
            <a:extLst>
              <a:ext uri="{FF2B5EF4-FFF2-40B4-BE49-F238E27FC236}">
                <a16:creationId xmlns:a16="http://schemas.microsoft.com/office/drawing/2014/main" id="{8BB6F307-2CB2-E468-849B-192889AE00E7}"/>
              </a:ext>
            </a:extLst>
          </p:cNvPr>
          <p:cNvSpPr txBox="1"/>
          <p:nvPr/>
        </p:nvSpPr>
        <p:spPr>
          <a:xfrm>
            <a:off x="88985" y="3737862"/>
            <a:ext cx="4411007" cy="1754326"/>
          </a:xfrm>
          <a:prstGeom prst="rect">
            <a:avLst/>
          </a:prstGeom>
          <a:solidFill>
            <a:schemeClr val="accent1">
              <a:lumMod val="20000"/>
              <a:lumOff val="80000"/>
            </a:schemeClr>
          </a:solidFill>
        </p:spPr>
        <p:txBody>
          <a:bodyPr wrap="square" rtlCol="0">
            <a:spAutoFit/>
          </a:bodyPr>
          <a:lstStyle/>
          <a:p>
            <a:r>
              <a:rPr lang="en-GB" sz="1800" dirty="0">
                <a:latin typeface="+mn-lt"/>
              </a:rPr>
              <a:t>The degree of freedom of a Chi-squared test is calculated by the following equation:</a:t>
            </a:r>
          </a:p>
          <a:p>
            <a:r>
              <a:rPr lang="en-GB" sz="1800" dirty="0">
                <a:latin typeface="+mn-lt"/>
              </a:rPr>
              <a:t>Degree of freedom = (</a:t>
            </a:r>
            <a:r>
              <a:rPr lang="en-GB" sz="1800" dirty="0">
                <a:solidFill>
                  <a:schemeClr val="accent1">
                    <a:lumMod val="75000"/>
                  </a:schemeClr>
                </a:solidFill>
                <a:latin typeface="+mn-lt"/>
              </a:rPr>
              <a:t>Number of rows </a:t>
            </a:r>
            <a:r>
              <a:rPr lang="en-GB" sz="1800" dirty="0">
                <a:latin typeface="+mn-lt"/>
              </a:rPr>
              <a:t>– 1) x (</a:t>
            </a:r>
            <a:r>
              <a:rPr lang="en-GB" sz="1800" dirty="0">
                <a:solidFill>
                  <a:schemeClr val="accent6">
                    <a:lumMod val="75000"/>
                  </a:schemeClr>
                </a:solidFill>
                <a:latin typeface="+mn-lt"/>
              </a:rPr>
              <a:t>Number of columns  </a:t>
            </a:r>
            <a:r>
              <a:rPr lang="en-GB" sz="1800" dirty="0">
                <a:latin typeface="+mn-lt"/>
              </a:rPr>
              <a:t>– 1) </a:t>
            </a:r>
          </a:p>
          <a:p>
            <a:endParaRPr lang="en-GB" sz="1800" dirty="0">
              <a:latin typeface="+mn-lt"/>
            </a:endParaRPr>
          </a:p>
          <a:p>
            <a:r>
              <a:rPr lang="el-GR" sz="1800" dirty="0">
                <a:latin typeface="+mn-lt"/>
              </a:rPr>
              <a:t>Χ</a:t>
            </a:r>
            <a:r>
              <a:rPr lang="el-GR" sz="1800" baseline="30000" dirty="0">
                <a:latin typeface="+mn-lt"/>
              </a:rPr>
              <a:t>2</a:t>
            </a:r>
            <a:r>
              <a:rPr lang="el-GR" sz="1800" dirty="0">
                <a:latin typeface="+mn-lt"/>
              </a:rPr>
              <a:t>(</a:t>
            </a:r>
            <a:r>
              <a:rPr lang="en-GB" sz="1800" dirty="0">
                <a:latin typeface="+mn-lt"/>
              </a:rPr>
              <a:t>1</a:t>
            </a:r>
            <a:r>
              <a:rPr lang="el-GR" sz="1800" dirty="0">
                <a:latin typeface="+mn-lt"/>
              </a:rPr>
              <a:t>)</a:t>
            </a:r>
            <a:r>
              <a:rPr lang="en-GB" sz="1800" dirty="0">
                <a:latin typeface="+mn-lt"/>
              </a:rPr>
              <a:t> = 10.1, p &lt; 0. 05</a:t>
            </a:r>
          </a:p>
        </p:txBody>
      </p:sp>
      <p:cxnSp>
        <p:nvCxnSpPr>
          <p:cNvPr id="79" name="Straight Arrow Connector 78">
            <a:extLst>
              <a:ext uri="{FF2B5EF4-FFF2-40B4-BE49-F238E27FC236}">
                <a16:creationId xmlns:a16="http://schemas.microsoft.com/office/drawing/2014/main" id="{15AAADC6-9DEC-C151-1382-F0C0502B16BA}"/>
              </a:ext>
            </a:extLst>
          </p:cNvPr>
          <p:cNvCxnSpPr>
            <a:cxnSpLocks/>
          </p:cNvCxnSpPr>
          <p:nvPr/>
        </p:nvCxnSpPr>
        <p:spPr>
          <a:xfrm flipH="1" flipV="1">
            <a:off x="1152128" y="2920895"/>
            <a:ext cx="1763688" cy="1449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5E4BBFC6-C893-2B83-EF4D-09AC18A1F13A}"/>
              </a:ext>
            </a:extLst>
          </p:cNvPr>
          <p:cNvCxnSpPr>
            <a:cxnSpLocks/>
          </p:cNvCxnSpPr>
          <p:nvPr/>
        </p:nvCxnSpPr>
        <p:spPr>
          <a:xfrm flipH="1" flipV="1">
            <a:off x="1152128" y="2551469"/>
            <a:ext cx="1763688" cy="1842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4E5339C3-5F2A-A39B-934E-B8B98E028D36}"/>
              </a:ext>
            </a:extLst>
          </p:cNvPr>
          <p:cNvCxnSpPr>
            <a:cxnSpLocks/>
          </p:cNvCxnSpPr>
          <p:nvPr/>
        </p:nvCxnSpPr>
        <p:spPr>
          <a:xfrm flipV="1">
            <a:off x="1537636" y="2243174"/>
            <a:ext cx="977122" cy="241107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88" name="Straight Arrow Connector 87">
            <a:extLst>
              <a:ext uri="{FF2B5EF4-FFF2-40B4-BE49-F238E27FC236}">
                <a16:creationId xmlns:a16="http://schemas.microsoft.com/office/drawing/2014/main" id="{9386CA11-B1AF-4CAA-3D71-32E2A087A5E7}"/>
              </a:ext>
            </a:extLst>
          </p:cNvPr>
          <p:cNvCxnSpPr>
            <a:cxnSpLocks/>
          </p:cNvCxnSpPr>
          <p:nvPr/>
        </p:nvCxnSpPr>
        <p:spPr>
          <a:xfrm flipV="1">
            <a:off x="1537636" y="2243174"/>
            <a:ext cx="1686269" cy="241107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1" name="TextBox 20">
            <a:extLst>
              <a:ext uri="{FF2B5EF4-FFF2-40B4-BE49-F238E27FC236}">
                <a16:creationId xmlns:a16="http://schemas.microsoft.com/office/drawing/2014/main" id="{2AA65CEA-8D5C-4BC2-2A3C-B44EDA9D7E6C}"/>
              </a:ext>
            </a:extLst>
          </p:cNvPr>
          <p:cNvSpPr txBox="1"/>
          <p:nvPr/>
        </p:nvSpPr>
        <p:spPr>
          <a:xfrm>
            <a:off x="4880089" y="2304752"/>
            <a:ext cx="3965095" cy="1754326"/>
          </a:xfrm>
          <a:prstGeom prst="rect">
            <a:avLst/>
          </a:prstGeom>
          <a:solidFill>
            <a:schemeClr val="accent1">
              <a:lumMod val="20000"/>
              <a:lumOff val="80000"/>
            </a:schemeClr>
          </a:solidFill>
        </p:spPr>
        <p:txBody>
          <a:bodyPr wrap="square" rtlCol="0">
            <a:spAutoFit/>
          </a:bodyPr>
          <a:lstStyle/>
          <a:p>
            <a:r>
              <a:rPr lang="en-GB" sz="1800" dirty="0">
                <a:latin typeface="+mn-lt"/>
              </a:rPr>
              <a:t>What we would </a:t>
            </a:r>
            <a:r>
              <a:rPr lang="en-GB" sz="1800" dirty="0">
                <a:solidFill>
                  <a:schemeClr val="accent2">
                    <a:lumMod val="75000"/>
                  </a:schemeClr>
                </a:solidFill>
                <a:latin typeface="+mn-lt"/>
              </a:rPr>
              <a:t>expect</a:t>
            </a:r>
            <a:r>
              <a:rPr lang="en-GB" sz="1800" dirty="0">
                <a:latin typeface="+mn-lt"/>
              </a:rPr>
              <a:t> to observe if there was no association</a:t>
            </a:r>
          </a:p>
          <a:p>
            <a:r>
              <a:rPr lang="en-GB" sz="1800" dirty="0">
                <a:latin typeface="+mn-lt"/>
              </a:rPr>
              <a:t>What we actually </a:t>
            </a:r>
            <a:r>
              <a:rPr lang="en-GB" sz="1800" dirty="0">
                <a:solidFill>
                  <a:schemeClr val="accent1">
                    <a:lumMod val="50000"/>
                  </a:schemeClr>
                </a:solidFill>
                <a:latin typeface="+mn-lt"/>
              </a:rPr>
              <a:t>observed</a:t>
            </a:r>
          </a:p>
          <a:p>
            <a:r>
              <a:rPr lang="en-GB" sz="1800" dirty="0">
                <a:latin typeface="+mn-lt"/>
              </a:rPr>
              <a:t>The Chi-Square test helps to determine if the observed counts are different enough for the test to be significant </a:t>
            </a:r>
          </a:p>
        </p:txBody>
      </p:sp>
    </p:spTree>
    <p:extLst>
      <p:ext uri="{BB962C8B-B14F-4D97-AF65-F5344CB8AC3E}">
        <p14:creationId xmlns:p14="http://schemas.microsoft.com/office/powerpoint/2010/main" val="89070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extBox 77">
            <a:extLst>
              <a:ext uri="{FF2B5EF4-FFF2-40B4-BE49-F238E27FC236}">
                <a16:creationId xmlns:a16="http://schemas.microsoft.com/office/drawing/2014/main" id="{8BB6F307-2CB2-E468-849B-192889AE00E7}"/>
              </a:ext>
            </a:extLst>
          </p:cNvPr>
          <p:cNvSpPr txBox="1"/>
          <p:nvPr/>
        </p:nvSpPr>
        <p:spPr>
          <a:xfrm>
            <a:off x="4660985" y="2218033"/>
            <a:ext cx="4267494" cy="3062377"/>
          </a:xfrm>
          <a:prstGeom prst="rect">
            <a:avLst/>
          </a:prstGeom>
          <a:solidFill>
            <a:schemeClr val="accent1">
              <a:lumMod val="20000"/>
              <a:lumOff val="80000"/>
            </a:schemeClr>
          </a:solidFill>
        </p:spPr>
        <p:txBody>
          <a:bodyPr wrap="square" rtlCol="0">
            <a:spAutoFit/>
          </a:bodyPr>
          <a:lstStyle/>
          <a:p>
            <a:r>
              <a:rPr lang="el-GR" sz="1400" dirty="0">
                <a:latin typeface="+mn-lt"/>
              </a:rPr>
              <a:t>Χ</a:t>
            </a:r>
            <a:r>
              <a:rPr lang="el-GR" sz="1400" baseline="30000" dirty="0">
                <a:latin typeface="+mn-lt"/>
              </a:rPr>
              <a:t>2</a:t>
            </a:r>
            <a:r>
              <a:rPr lang="el-GR" sz="1400" dirty="0">
                <a:latin typeface="+mn-lt"/>
              </a:rPr>
              <a:t>(</a:t>
            </a:r>
            <a:r>
              <a:rPr lang="en-GB" sz="1400" dirty="0">
                <a:latin typeface="+mn-lt"/>
              </a:rPr>
              <a:t>1</a:t>
            </a:r>
            <a:r>
              <a:rPr lang="el-GR" sz="1400" dirty="0">
                <a:latin typeface="+mn-lt"/>
              </a:rPr>
              <a:t>)</a:t>
            </a:r>
            <a:r>
              <a:rPr lang="en-GB" sz="1400" dirty="0">
                <a:latin typeface="+mn-lt"/>
              </a:rPr>
              <a:t> = 10.1, p &lt; 0. 05 </a:t>
            </a:r>
            <a:r>
              <a:rPr lang="en-GB" sz="1400" b="0" i="0" dirty="0">
                <a:solidFill>
                  <a:srgbClr val="000000"/>
                </a:solidFill>
                <a:effectLst/>
                <a:latin typeface="+mn-lt"/>
              </a:rPr>
              <a:t>thus we reject the null hypothesis.</a:t>
            </a:r>
          </a:p>
          <a:p>
            <a:endParaRPr lang="en-GB" sz="1400" dirty="0">
              <a:solidFill>
                <a:srgbClr val="000000"/>
              </a:solidFill>
              <a:latin typeface="+mn-lt"/>
            </a:endParaRPr>
          </a:p>
          <a:p>
            <a:pPr>
              <a:spcBef>
                <a:spcPts val="600"/>
              </a:spcBef>
            </a:pPr>
            <a:r>
              <a:rPr lang="en-GB" sz="1400" b="0" i="0" dirty="0">
                <a:solidFill>
                  <a:srgbClr val="000000"/>
                </a:solidFill>
                <a:effectLst/>
                <a:latin typeface="+mn-lt"/>
              </a:rPr>
              <a:t>The Chi-Square test value is </a:t>
            </a:r>
            <a:r>
              <a:rPr lang="en-GB" sz="1400" b="1" i="0" dirty="0">
                <a:solidFill>
                  <a:srgbClr val="000000"/>
                </a:solidFill>
                <a:effectLst/>
                <a:latin typeface="+mn-lt"/>
              </a:rPr>
              <a:t>10.101</a:t>
            </a:r>
            <a:r>
              <a:rPr lang="en-GB" sz="1400" b="0" i="0" dirty="0">
                <a:solidFill>
                  <a:srgbClr val="000000"/>
                </a:solidFill>
                <a:effectLst/>
                <a:latin typeface="+mn-lt"/>
              </a:rPr>
              <a:t> </a:t>
            </a:r>
          </a:p>
          <a:p>
            <a:pPr>
              <a:spcBef>
                <a:spcPts val="600"/>
              </a:spcBef>
              <a:spcAft>
                <a:spcPts val="600"/>
              </a:spcAft>
            </a:pPr>
            <a:r>
              <a:rPr lang="en-GB" sz="1400" b="0" i="0" dirty="0">
                <a:solidFill>
                  <a:srgbClr val="000000"/>
                </a:solidFill>
                <a:effectLst/>
                <a:latin typeface="+mn-lt"/>
              </a:rPr>
              <a:t>The critical value for the test in the Chi-Square distribution table is determined by the cross-section of degrees of freedom and 0.05 alpha level, as we are looking at a confidence interval 95%.</a:t>
            </a:r>
          </a:p>
          <a:p>
            <a:pPr>
              <a:spcBef>
                <a:spcPts val="600"/>
              </a:spcBef>
            </a:pPr>
            <a:r>
              <a:rPr lang="en-GB" sz="1400" b="0" i="0" dirty="0">
                <a:solidFill>
                  <a:srgbClr val="000000"/>
                </a:solidFill>
                <a:effectLst/>
                <a:latin typeface="+mn-lt"/>
              </a:rPr>
              <a:t>Thus, according to the Chi-Square distribution table, the critical value of the test is</a:t>
            </a:r>
            <a:r>
              <a:rPr lang="en-GB" sz="1400" dirty="0">
                <a:solidFill>
                  <a:srgbClr val="000000"/>
                </a:solidFill>
                <a:latin typeface="+mn-lt"/>
              </a:rPr>
              <a:t> </a:t>
            </a:r>
            <a:r>
              <a:rPr lang="en-GB" sz="1400" b="1" dirty="0">
                <a:solidFill>
                  <a:srgbClr val="000000"/>
                </a:solidFill>
                <a:latin typeface="+mn-lt"/>
              </a:rPr>
              <a:t>3.84</a:t>
            </a:r>
          </a:p>
          <a:p>
            <a:pPr>
              <a:spcBef>
                <a:spcPts val="600"/>
              </a:spcBef>
            </a:pPr>
            <a:r>
              <a:rPr lang="en-GB" sz="1400" dirty="0">
                <a:solidFill>
                  <a:srgbClr val="000000"/>
                </a:solidFill>
                <a:latin typeface="+mn-lt"/>
              </a:rPr>
              <a:t>Our </a:t>
            </a:r>
            <a:r>
              <a:rPr lang="el-GR" sz="1400" dirty="0">
                <a:latin typeface="+mn-lt"/>
              </a:rPr>
              <a:t>Χ</a:t>
            </a:r>
            <a:r>
              <a:rPr lang="el-GR" sz="1400" baseline="30000" dirty="0">
                <a:latin typeface="+mn-lt"/>
              </a:rPr>
              <a:t>2</a:t>
            </a:r>
            <a:r>
              <a:rPr lang="el-GR" sz="1400" dirty="0">
                <a:latin typeface="+mn-lt"/>
              </a:rPr>
              <a:t>(</a:t>
            </a:r>
            <a:r>
              <a:rPr lang="en-GB" sz="1400" dirty="0">
                <a:latin typeface="+mn-lt"/>
              </a:rPr>
              <a:t>1</a:t>
            </a:r>
            <a:r>
              <a:rPr lang="el-GR" sz="1400" dirty="0">
                <a:latin typeface="+mn-lt"/>
              </a:rPr>
              <a:t>)</a:t>
            </a:r>
            <a:r>
              <a:rPr lang="en-GB" sz="1400" dirty="0">
                <a:latin typeface="+mn-lt"/>
              </a:rPr>
              <a:t> = </a:t>
            </a:r>
            <a:r>
              <a:rPr lang="en-GB" sz="1400" b="1" dirty="0">
                <a:latin typeface="+mn-lt"/>
              </a:rPr>
              <a:t>10.1</a:t>
            </a:r>
            <a:r>
              <a:rPr lang="en-GB" sz="1400" dirty="0">
                <a:latin typeface="+mn-lt"/>
              </a:rPr>
              <a:t> is larger than the </a:t>
            </a:r>
            <a:r>
              <a:rPr lang="en-GB" sz="1400" b="1" dirty="0">
                <a:latin typeface="+mn-lt"/>
              </a:rPr>
              <a:t>3.84</a:t>
            </a:r>
            <a:r>
              <a:rPr lang="en-GB" sz="1400" dirty="0">
                <a:latin typeface="+mn-lt"/>
              </a:rPr>
              <a:t> </a:t>
            </a:r>
            <a:r>
              <a:rPr lang="en-GB" sz="1400" b="0" i="0" dirty="0">
                <a:solidFill>
                  <a:srgbClr val="000000"/>
                </a:solidFill>
                <a:effectLst/>
                <a:latin typeface="+mn-lt"/>
              </a:rPr>
              <a:t>thus we reject the null hypothesis</a:t>
            </a:r>
            <a:endParaRPr lang="en-GB" sz="1400" dirty="0">
              <a:latin typeface="+mn-lt"/>
            </a:endParaRPr>
          </a:p>
          <a:p>
            <a:endParaRPr lang="en-GB" sz="1400" dirty="0">
              <a:latin typeface="+mn-lt"/>
            </a:endParaRPr>
          </a:p>
        </p:txBody>
      </p:sp>
      <p:pic>
        <p:nvPicPr>
          <p:cNvPr id="6" name="Picture 5" descr="p-value graph">
            <a:extLst>
              <a:ext uri="{FF2B5EF4-FFF2-40B4-BE49-F238E27FC236}">
                <a16:creationId xmlns:a16="http://schemas.microsoft.com/office/drawing/2014/main" id="{2544B178-7A50-B2E2-1CB2-42ED77258FD8}"/>
              </a:ext>
            </a:extLst>
          </p:cNvPr>
          <p:cNvPicPr>
            <a:picLocks noChangeAspect="1"/>
          </p:cNvPicPr>
          <p:nvPr/>
        </p:nvPicPr>
        <p:blipFill>
          <a:blip r:embed="rId2"/>
          <a:stretch>
            <a:fillRect/>
          </a:stretch>
        </p:blipFill>
        <p:spPr>
          <a:xfrm>
            <a:off x="6576074" y="4875301"/>
            <a:ext cx="2522108" cy="1899768"/>
          </a:xfrm>
          <a:prstGeom prst="rect">
            <a:avLst/>
          </a:prstGeom>
        </p:spPr>
      </p:pic>
      <p:sp>
        <p:nvSpPr>
          <p:cNvPr id="2" name="Title 1">
            <a:extLst>
              <a:ext uri="{FF2B5EF4-FFF2-40B4-BE49-F238E27FC236}">
                <a16:creationId xmlns:a16="http://schemas.microsoft.com/office/drawing/2014/main" id="{18926283-EDB9-6C3C-9B26-F82ADBBDACCF}"/>
              </a:ext>
            </a:extLst>
          </p:cNvPr>
          <p:cNvSpPr>
            <a:spLocks noGrp="1"/>
          </p:cNvSpPr>
          <p:nvPr>
            <p:ph type="title"/>
          </p:nvPr>
        </p:nvSpPr>
        <p:spPr>
          <a:xfrm>
            <a:off x="609600" y="106257"/>
            <a:ext cx="6983688" cy="990600"/>
          </a:xfrm>
        </p:spPr>
        <p:txBody>
          <a:bodyPr>
            <a:normAutofit fontScale="90000"/>
          </a:bodyPr>
          <a:lstStyle/>
          <a:p>
            <a:pPr>
              <a:lnSpc>
                <a:spcPts val="3500"/>
              </a:lnSpc>
            </a:pPr>
            <a:r>
              <a:rPr lang="en-GB" dirty="0"/>
              <a:t>Chi-Squared Test</a:t>
            </a:r>
            <a:r>
              <a:rPr lang="el-GR" dirty="0"/>
              <a:t> </a:t>
            </a:r>
            <a:r>
              <a:rPr lang="en-GB" dirty="0"/>
              <a:t>interpretation of the results</a:t>
            </a:r>
          </a:p>
        </p:txBody>
      </p:sp>
      <p:sp>
        <p:nvSpPr>
          <p:cNvPr id="4" name="Footer Placeholder 3">
            <a:extLst>
              <a:ext uri="{FF2B5EF4-FFF2-40B4-BE49-F238E27FC236}">
                <a16:creationId xmlns:a16="http://schemas.microsoft.com/office/drawing/2014/main" id="{A2007018-AA6E-CD97-41A6-70D02F2C3899}"/>
              </a:ext>
            </a:extLst>
          </p:cNvPr>
          <p:cNvSpPr>
            <a:spLocks noGrp="1"/>
          </p:cNvSpPr>
          <p:nvPr>
            <p:ph type="ftr" sz="quarter" idx="3"/>
          </p:nvPr>
        </p:nvSpPr>
        <p:spPr/>
        <p:txBody>
          <a:bodyPr/>
          <a:lstStyle/>
          <a:p>
            <a:pPr algn="l"/>
            <a:r>
              <a:rPr lang="en-GB" dirty="0"/>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5677174-219C-7318-8705-39932A67E1A2}"/>
              </a:ext>
            </a:extLst>
          </p:cNvPr>
          <p:cNvSpPr>
            <a:spLocks noGrp="1"/>
          </p:cNvSpPr>
          <p:nvPr>
            <p:ph type="sldNum" sz="quarter" idx="4"/>
          </p:nvPr>
        </p:nvSpPr>
        <p:spPr/>
        <p:txBody>
          <a:bodyPr/>
          <a:lstStyle/>
          <a:p>
            <a:fld id="{9FD7ECCF-50E7-4327-B945-FA93FF7B2BEF}" type="slidenum">
              <a:rPr lang="en-US" smtClean="0"/>
              <a:pPr/>
              <a:t>15</a:t>
            </a:fld>
            <a:r>
              <a:rPr lang="en-GB"/>
              <a:t>/40</a:t>
            </a:r>
            <a:endParaRPr lang="en-US" dirty="0"/>
          </a:p>
        </p:txBody>
      </p:sp>
      <p:pic>
        <p:nvPicPr>
          <p:cNvPr id="8" name="Picture 7" descr="formula">
            <a:extLst>
              <a:ext uri="{FF2B5EF4-FFF2-40B4-BE49-F238E27FC236}">
                <a16:creationId xmlns:a16="http://schemas.microsoft.com/office/drawing/2014/main" id="{F9D9192D-9BF1-6CFD-EBC6-FE92B73EABF3}"/>
              </a:ext>
            </a:extLst>
          </p:cNvPr>
          <p:cNvPicPr>
            <a:picLocks noChangeAspect="1"/>
          </p:cNvPicPr>
          <p:nvPr/>
        </p:nvPicPr>
        <p:blipFill>
          <a:blip r:embed="rId3"/>
          <a:stretch>
            <a:fillRect/>
          </a:stretch>
        </p:blipFill>
        <p:spPr>
          <a:xfrm>
            <a:off x="4860032" y="1076426"/>
            <a:ext cx="4068447" cy="1009227"/>
          </a:xfrm>
          <a:prstGeom prst="rect">
            <a:avLst/>
          </a:prstGeom>
          <a:ln>
            <a:noFill/>
          </a:ln>
          <a:effectLst>
            <a:outerShdw blurRad="292100" dist="139700" dir="2700000" algn="tl" rotWithShape="0">
              <a:srgbClr val="333333">
                <a:alpha val="65000"/>
              </a:srgbClr>
            </a:outerShdw>
          </a:effectLst>
        </p:spPr>
      </p:pic>
      <p:pic>
        <p:nvPicPr>
          <p:cNvPr id="69" name="Picture 68" descr="Chi-Squared Test results">
            <a:extLst>
              <a:ext uri="{FF2B5EF4-FFF2-40B4-BE49-F238E27FC236}">
                <a16:creationId xmlns:a16="http://schemas.microsoft.com/office/drawing/2014/main" id="{9C042200-745E-5740-1242-B1D379CFBA73}"/>
              </a:ext>
            </a:extLst>
          </p:cNvPr>
          <p:cNvPicPr>
            <a:picLocks noChangeAspect="1"/>
          </p:cNvPicPr>
          <p:nvPr/>
        </p:nvPicPr>
        <p:blipFill>
          <a:blip r:embed="rId4"/>
          <a:stretch>
            <a:fillRect/>
          </a:stretch>
        </p:blipFill>
        <p:spPr>
          <a:xfrm>
            <a:off x="0" y="1541810"/>
            <a:ext cx="4572000" cy="2051060"/>
          </a:xfrm>
          <a:prstGeom prst="rect">
            <a:avLst/>
          </a:prstGeom>
        </p:spPr>
      </p:pic>
      <p:sp>
        <p:nvSpPr>
          <p:cNvPr id="107" name="Rectangle 106">
            <a:extLst>
              <a:ext uri="{FF2B5EF4-FFF2-40B4-BE49-F238E27FC236}">
                <a16:creationId xmlns:a16="http://schemas.microsoft.com/office/drawing/2014/main" id="{A8EB60D2-A156-81FF-50C5-3F5F13A29E19}"/>
              </a:ext>
            </a:extLst>
          </p:cNvPr>
          <p:cNvSpPr>
            <a:spLocks/>
          </p:cNvSpPr>
          <p:nvPr/>
        </p:nvSpPr>
        <p:spPr>
          <a:xfrm>
            <a:off x="1385129" y="2080768"/>
            <a:ext cx="504056" cy="241962"/>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Rectangle 107">
            <a:extLst>
              <a:ext uri="{FF2B5EF4-FFF2-40B4-BE49-F238E27FC236}">
                <a16:creationId xmlns:a16="http://schemas.microsoft.com/office/drawing/2014/main" id="{81562899-F113-DB9F-FF45-BFCC1E86531A}"/>
              </a:ext>
            </a:extLst>
          </p:cNvPr>
          <p:cNvSpPr>
            <a:spLocks/>
          </p:cNvSpPr>
          <p:nvPr/>
        </p:nvSpPr>
        <p:spPr>
          <a:xfrm>
            <a:off x="1954944" y="2078371"/>
            <a:ext cx="504056" cy="241962"/>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9" name="Rectangle 108">
            <a:extLst>
              <a:ext uri="{FF2B5EF4-FFF2-40B4-BE49-F238E27FC236}">
                <a16:creationId xmlns:a16="http://schemas.microsoft.com/office/drawing/2014/main" id="{3A467CE3-0EDC-A6D4-05B6-8DBB7453F89B}"/>
              </a:ext>
            </a:extLst>
          </p:cNvPr>
          <p:cNvSpPr>
            <a:spLocks/>
          </p:cNvSpPr>
          <p:nvPr/>
        </p:nvSpPr>
        <p:spPr>
          <a:xfrm>
            <a:off x="2572231" y="2078371"/>
            <a:ext cx="504056" cy="241962"/>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Rectangle 109">
            <a:extLst>
              <a:ext uri="{FF2B5EF4-FFF2-40B4-BE49-F238E27FC236}">
                <a16:creationId xmlns:a16="http://schemas.microsoft.com/office/drawing/2014/main" id="{0ABEE096-A3F7-9B84-12C2-22F90EC32DBE}"/>
              </a:ext>
            </a:extLst>
          </p:cNvPr>
          <p:cNvSpPr>
            <a:spLocks/>
          </p:cNvSpPr>
          <p:nvPr/>
        </p:nvSpPr>
        <p:spPr>
          <a:xfrm>
            <a:off x="88985" y="3163049"/>
            <a:ext cx="3888432" cy="133319"/>
          </a:xfrm>
          <a:prstGeom prst="rect">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descr="Chi-square Distribution Table link &#10;">
            <a:extLst>
              <a:ext uri="{FF2B5EF4-FFF2-40B4-BE49-F238E27FC236}">
                <a16:creationId xmlns:a16="http://schemas.microsoft.com/office/drawing/2014/main" id="{BA1A0E7E-E5A3-3104-4FE4-53523106FBDA}"/>
              </a:ext>
            </a:extLst>
          </p:cNvPr>
          <p:cNvPicPr>
            <a:picLocks noChangeAspect="1"/>
          </p:cNvPicPr>
          <p:nvPr/>
        </p:nvPicPr>
        <p:blipFill>
          <a:blip r:embed="rId5"/>
          <a:stretch>
            <a:fillRect/>
          </a:stretch>
        </p:blipFill>
        <p:spPr>
          <a:xfrm>
            <a:off x="0" y="3528914"/>
            <a:ext cx="4417256" cy="2777385"/>
          </a:xfrm>
          <a:prstGeom prst="rect">
            <a:avLst/>
          </a:prstGeom>
        </p:spPr>
      </p:pic>
      <p:cxnSp>
        <p:nvCxnSpPr>
          <p:cNvPr id="9" name="Straight Arrow Connector 8">
            <a:extLst>
              <a:ext uri="{FF2B5EF4-FFF2-40B4-BE49-F238E27FC236}">
                <a16:creationId xmlns:a16="http://schemas.microsoft.com/office/drawing/2014/main" id="{2A8CD674-E05F-4839-9244-E2316A49C3F1}"/>
              </a:ext>
            </a:extLst>
          </p:cNvPr>
          <p:cNvCxnSpPr/>
          <p:nvPr/>
        </p:nvCxnSpPr>
        <p:spPr>
          <a:xfrm flipH="1" flipV="1">
            <a:off x="3419872" y="4365104"/>
            <a:ext cx="1241113" cy="72008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 name="Content Placeholder 2">
            <a:extLst>
              <a:ext uri="{FF2B5EF4-FFF2-40B4-BE49-F238E27FC236}">
                <a16:creationId xmlns:a16="http://schemas.microsoft.com/office/drawing/2014/main" id="{6A10C5F5-B408-CD7C-8A7B-909C28A90725}"/>
              </a:ext>
            </a:extLst>
          </p:cNvPr>
          <p:cNvSpPr>
            <a:spLocks noGrp="1"/>
          </p:cNvSpPr>
          <p:nvPr>
            <p:ph sz="quarter" idx="1"/>
          </p:nvPr>
        </p:nvSpPr>
        <p:spPr>
          <a:xfrm>
            <a:off x="920984" y="3473172"/>
            <a:ext cx="3085023" cy="539857"/>
          </a:xfrm>
        </p:spPr>
        <p:txBody>
          <a:bodyPr>
            <a:normAutofit fontScale="92500"/>
          </a:bodyPr>
          <a:lstStyle/>
          <a:p>
            <a:pPr marL="0" indent="0">
              <a:buNone/>
            </a:pPr>
            <a:r>
              <a:rPr lang="en-GB" sz="1800" dirty="0">
                <a:hlinkClick r:id="rId6"/>
              </a:rPr>
              <a:t>Chi-square Distribution Table link </a:t>
            </a:r>
            <a:endParaRPr lang="en-GB" sz="1800" dirty="0"/>
          </a:p>
          <a:p>
            <a:endParaRPr lang="en-GB" sz="1800" dirty="0"/>
          </a:p>
        </p:txBody>
      </p:sp>
    </p:spTree>
    <p:extLst>
      <p:ext uri="{BB962C8B-B14F-4D97-AF65-F5344CB8AC3E}">
        <p14:creationId xmlns:p14="http://schemas.microsoft.com/office/powerpoint/2010/main" val="2854848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6283-EDB9-6C3C-9B26-F82ADBBDACCF}"/>
              </a:ext>
            </a:extLst>
          </p:cNvPr>
          <p:cNvSpPr>
            <a:spLocks noGrp="1"/>
          </p:cNvSpPr>
          <p:nvPr>
            <p:ph type="title"/>
          </p:nvPr>
        </p:nvSpPr>
        <p:spPr/>
        <p:txBody>
          <a:bodyPr/>
          <a:lstStyle/>
          <a:p>
            <a:r>
              <a:rPr lang="en-GB" dirty="0"/>
              <a:t>Chi-Squared Test</a:t>
            </a:r>
          </a:p>
        </p:txBody>
      </p:sp>
      <p:sp>
        <p:nvSpPr>
          <p:cNvPr id="3" name="Content Placeholder 2">
            <a:extLst>
              <a:ext uri="{FF2B5EF4-FFF2-40B4-BE49-F238E27FC236}">
                <a16:creationId xmlns:a16="http://schemas.microsoft.com/office/drawing/2014/main" id="{96130EC5-C962-C092-3991-FF3668668637}"/>
              </a:ext>
            </a:extLst>
          </p:cNvPr>
          <p:cNvSpPr>
            <a:spLocks noGrp="1"/>
          </p:cNvSpPr>
          <p:nvPr>
            <p:ph sz="quarter" idx="1"/>
          </p:nvPr>
        </p:nvSpPr>
        <p:spPr>
          <a:xfrm>
            <a:off x="612648" y="3429000"/>
            <a:ext cx="8153400" cy="2952328"/>
          </a:xfrm>
        </p:spPr>
        <p:txBody>
          <a:bodyPr>
            <a:normAutofit/>
          </a:bodyPr>
          <a:lstStyle/>
          <a:p>
            <a:r>
              <a:rPr lang="en-GB" sz="1800" b="0" i="0" dirty="0">
                <a:solidFill>
                  <a:srgbClr val="3D3B49"/>
                </a:solidFill>
                <a:effectLst/>
              </a:rPr>
              <a:t>If we expand the study to three pointing devices and include children in it, we have three task conditions and three participant groups.</a:t>
            </a:r>
            <a:endParaRPr lang="en-GB" sz="1800" dirty="0"/>
          </a:p>
        </p:txBody>
      </p:sp>
      <p:sp>
        <p:nvSpPr>
          <p:cNvPr id="4" name="Footer Placeholder 3">
            <a:extLst>
              <a:ext uri="{FF2B5EF4-FFF2-40B4-BE49-F238E27FC236}">
                <a16:creationId xmlns:a16="http://schemas.microsoft.com/office/drawing/2014/main" id="{A2007018-AA6E-CD97-41A6-70D02F2C389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5677174-219C-7318-8705-39932A67E1A2}"/>
              </a:ext>
            </a:extLst>
          </p:cNvPr>
          <p:cNvSpPr>
            <a:spLocks noGrp="1"/>
          </p:cNvSpPr>
          <p:nvPr>
            <p:ph type="sldNum" sz="quarter" idx="4"/>
          </p:nvPr>
        </p:nvSpPr>
        <p:spPr/>
        <p:txBody>
          <a:bodyPr/>
          <a:lstStyle/>
          <a:p>
            <a:fld id="{9FD7ECCF-50E7-4327-B945-FA93FF7B2BEF}" type="slidenum">
              <a:rPr lang="en-US" smtClean="0"/>
              <a:pPr/>
              <a:t>16</a:t>
            </a:fld>
            <a:r>
              <a:rPr lang="en-GB"/>
              <a:t>/40</a:t>
            </a:r>
            <a:endParaRPr lang="en-US" dirty="0"/>
          </a:p>
        </p:txBody>
      </p:sp>
      <p:graphicFrame>
        <p:nvGraphicFramePr>
          <p:cNvPr id="7" name="Table 6">
            <a:extLst>
              <a:ext uri="{FF2B5EF4-FFF2-40B4-BE49-F238E27FC236}">
                <a16:creationId xmlns:a16="http://schemas.microsoft.com/office/drawing/2014/main" id="{4A494A29-6481-F704-7990-981602DA0258}"/>
              </a:ext>
            </a:extLst>
          </p:cNvPr>
          <p:cNvGraphicFramePr>
            <a:graphicFrameLocks noGrp="1"/>
          </p:cNvGraphicFramePr>
          <p:nvPr>
            <p:extLst>
              <p:ext uri="{D42A27DB-BD31-4B8C-83A1-F6EECF244321}">
                <p14:modId xmlns:p14="http://schemas.microsoft.com/office/powerpoint/2010/main" val="1772077886"/>
              </p:ext>
            </p:extLst>
          </p:nvPr>
        </p:nvGraphicFramePr>
        <p:xfrm>
          <a:off x="1707246" y="1639064"/>
          <a:ext cx="5964204" cy="1645920"/>
        </p:xfrm>
        <a:graphic>
          <a:graphicData uri="http://schemas.openxmlformats.org/drawingml/2006/table">
            <a:tbl>
              <a:tblPr/>
              <a:tblGrid>
                <a:gridCol w="1491051">
                  <a:extLst>
                    <a:ext uri="{9D8B030D-6E8A-4147-A177-3AD203B41FA5}">
                      <a16:colId xmlns:a16="http://schemas.microsoft.com/office/drawing/2014/main" val="4053989896"/>
                    </a:ext>
                  </a:extLst>
                </a:gridCol>
                <a:gridCol w="1491051">
                  <a:extLst>
                    <a:ext uri="{9D8B030D-6E8A-4147-A177-3AD203B41FA5}">
                      <a16:colId xmlns:a16="http://schemas.microsoft.com/office/drawing/2014/main" val="3108525874"/>
                    </a:ext>
                  </a:extLst>
                </a:gridCol>
                <a:gridCol w="1491051">
                  <a:extLst>
                    <a:ext uri="{9D8B030D-6E8A-4147-A177-3AD203B41FA5}">
                      <a16:colId xmlns:a16="http://schemas.microsoft.com/office/drawing/2014/main" val="3520399133"/>
                    </a:ext>
                  </a:extLst>
                </a:gridCol>
                <a:gridCol w="1491051">
                  <a:extLst>
                    <a:ext uri="{9D8B030D-6E8A-4147-A177-3AD203B41FA5}">
                      <a16:colId xmlns:a16="http://schemas.microsoft.com/office/drawing/2014/main" val="1383151304"/>
                    </a:ext>
                  </a:extLst>
                </a:gridCol>
              </a:tblGrid>
              <a:tr h="0">
                <a:tc gridSpan="4">
                  <a:txBody>
                    <a:bodyPr/>
                    <a:lstStyle/>
                    <a:p>
                      <a:r>
                        <a:rPr lang="en-GB" sz="1200">
                          <a:latin typeface="+mn-lt"/>
                        </a:rPr>
                        <a:t>A 3-by-3 Frequency Count Table</a:t>
                      </a:r>
                    </a:p>
                  </a:txBody>
                  <a:tcPr>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38568827"/>
                  </a:ext>
                </a:extLst>
              </a:tr>
              <a:tr h="0">
                <a:tc>
                  <a:txBody>
                    <a:bodyPr/>
                    <a:lstStyle/>
                    <a:p>
                      <a:pPr algn="l" fontAlgn="ctr"/>
                      <a:r>
                        <a:rPr lang="en-GB" sz="1200" b="1" i="0">
                          <a:effectLst/>
                          <a:latin typeface="+mn-lt"/>
                        </a:rPr>
                        <a:t>blank cell</a:t>
                      </a:r>
                    </a:p>
                  </a:txBody>
                  <a:tcPr anchor="ctr">
                    <a:lnL>
                      <a:noFill/>
                    </a:lnL>
                    <a:lnR>
                      <a:noFill/>
                    </a:lnR>
                    <a:lnB>
                      <a:noFill/>
                    </a:lnB>
                    <a:solidFill>
                      <a:srgbClr val="FFFFFF"/>
                    </a:solidFill>
                  </a:tcPr>
                </a:tc>
                <a:tc gridSpan="3">
                  <a:txBody>
                    <a:bodyPr/>
                    <a:lstStyle/>
                    <a:p>
                      <a:pPr algn="l" fontAlgn="ctr"/>
                      <a:r>
                        <a:rPr lang="en-GB" sz="1200" b="1" i="0">
                          <a:effectLst/>
                          <a:latin typeface="+mn-lt"/>
                        </a:rPr>
                        <a:t>Preferred Device</a:t>
                      </a:r>
                    </a:p>
                  </a:txBody>
                  <a:tcPr anchor="ctr">
                    <a:lnL>
                      <a:noFill/>
                    </a:lnL>
                    <a:lnR>
                      <a:noFill/>
                    </a:lnR>
                    <a:lnT>
                      <a:noFill/>
                    </a:lnT>
                    <a:lnB>
                      <a:noFill/>
                    </a:lnB>
                    <a:solidFill>
                      <a:srgbClr val="FFFFFF"/>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1490729"/>
                  </a:ext>
                </a:extLst>
              </a:tr>
              <a:tr h="0">
                <a:tc>
                  <a:txBody>
                    <a:bodyPr/>
                    <a:lstStyle/>
                    <a:p>
                      <a:pPr algn="l" fontAlgn="ctr"/>
                      <a:r>
                        <a:rPr lang="en-GB" sz="1200" b="1" i="0">
                          <a:effectLst/>
                          <a:latin typeface="+mn-lt"/>
                        </a:rPr>
                        <a:t>Age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Mouse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Touchscreen</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Stylus</a:t>
                      </a:r>
                    </a:p>
                  </a:txBody>
                  <a:tcPr anchor="ctr">
                    <a:lnL>
                      <a:noFill/>
                    </a:lnL>
                    <a:lnR>
                      <a:noFill/>
                    </a:lnR>
                    <a:lnT>
                      <a:noFill/>
                    </a:lnT>
                    <a:lnB>
                      <a:noFill/>
                    </a:lnB>
                    <a:solidFill>
                      <a:srgbClr val="FFFFFF"/>
                    </a:solidFill>
                  </a:tcPr>
                </a:tc>
                <a:extLst>
                  <a:ext uri="{0D108BD9-81ED-4DB2-BD59-A6C34878D82A}">
                    <a16:rowId xmlns:a16="http://schemas.microsoft.com/office/drawing/2014/main" val="1385077478"/>
                  </a:ext>
                </a:extLst>
              </a:tr>
              <a:tr h="0">
                <a:tc>
                  <a:txBody>
                    <a:bodyPr/>
                    <a:lstStyle/>
                    <a:p>
                      <a:pPr algn="l" fontAlgn="t"/>
                      <a:r>
                        <a:rPr lang="en-GB" sz="1200" b="0">
                          <a:effectLst/>
                          <a:latin typeface="+mn-lt"/>
                        </a:rPr>
                        <a:t>&lt; 18</a:t>
                      </a:r>
                    </a:p>
                  </a:txBody>
                  <a:tcPr>
                    <a:lnL>
                      <a:noFill/>
                    </a:lnL>
                    <a:lnR>
                      <a:noFill/>
                    </a:lnR>
                    <a:lnT>
                      <a:noFill/>
                    </a:lnT>
                    <a:lnB>
                      <a:noFill/>
                    </a:lnB>
                    <a:solidFill>
                      <a:srgbClr val="FFFFFF"/>
                    </a:solidFill>
                  </a:tcPr>
                </a:tc>
                <a:tc>
                  <a:txBody>
                    <a:bodyPr/>
                    <a:lstStyle/>
                    <a:p>
                      <a:pPr algn="l" fontAlgn="t"/>
                      <a:r>
                        <a:rPr lang="en-GB" sz="1200" b="0">
                          <a:effectLst/>
                          <a:latin typeface="+mn-lt"/>
                        </a:rPr>
                        <a:t> 4</a:t>
                      </a:r>
                    </a:p>
                  </a:txBody>
                  <a:tcPr>
                    <a:lnL>
                      <a:noFill/>
                    </a:lnL>
                    <a:lnR>
                      <a:noFill/>
                    </a:lnR>
                    <a:lnT>
                      <a:noFill/>
                    </a:lnT>
                    <a:lnB>
                      <a:noFill/>
                    </a:lnB>
                    <a:solidFill>
                      <a:srgbClr val="FFFFFF"/>
                    </a:solidFill>
                  </a:tcPr>
                </a:tc>
                <a:tc>
                  <a:txBody>
                    <a:bodyPr/>
                    <a:lstStyle/>
                    <a:p>
                      <a:pPr algn="l" fontAlgn="t"/>
                      <a:r>
                        <a:rPr lang="en-GB" sz="1200" b="0">
                          <a:effectLst/>
                          <a:latin typeface="+mn-lt"/>
                        </a:rPr>
                        <a:t> 9</a:t>
                      </a:r>
                    </a:p>
                  </a:txBody>
                  <a:tcPr>
                    <a:lnL>
                      <a:noFill/>
                    </a:lnL>
                    <a:lnR>
                      <a:noFill/>
                    </a:lnR>
                    <a:lnT>
                      <a:noFill/>
                    </a:lnT>
                    <a:lnB>
                      <a:noFill/>
                    </a:lnB>
                    <a:solidFill>
                      <a:srgbClr val="FFFFFF"/>
                    </a:solidFill>
                  </a:tcPr>
                </a:tc>
                <a:tc>
                  <a:txBody>
                    <a:bodyPr/>
                    <a:lstStyle/>
                    <a:p>
                      <a:pPr algn="l" fontAlgn="t"/>
                      <a:r>
                        <a:rPr lang="en-GB" sz="1200" b="0">
                          <a:effectLst/>
                          <a:latin typeface="+mn-lt"/>
                        </a:rPr>
                        <a:t>7</a:t>
                      </a:r>
                    </a:p>
                  </a:txBody>
                  <a:tcPr>
                    <a:lnL>
                      <a:noFill/>
                    </a:lnL>
                    <a:lnR>
                      <a:noFill/>
                    </a:lnR>
                    <a:lnT>
                      <a:noFill/>
                    </a:lnT>
                    <a:lnB>
                      <a:noFill/>
                    </a:lnB>
                    <a:solidFill>
                      <a:srgbClr val="FFFFFF"/>
                    </a:solidFill>
                  </a:tcPr>
                </a:tc>
                <a:extLst>
                  <a:ext uri="{0D108BD9-81ED-4DB2-BD59-A6C34878D82A}">
                    <a16:rowId xmlns:a16="http://schemas.microsoft.com/office/drawing/2014/main" val="3181156331"/>
                  </a:ext>
                </a:extLst>
              </a:tr>
              <a:tr h="0">
                <a:tc>
                  <a:txBody>
                    <a:bodyPr/>
                    <a:lstStyle/>
                    <a:p>
                      <a:pPr algn="l" fontAlgn="t"/>
                      <a:r>
                        <a:rPr lang="en-GB" sz="1200" b="0">
                          <a:effectLst/>
                          <a:latin typeface="+mn-lt"/>
                        </a:rPr>
                        <a:t>18–65</a:t>
                      </a:r>
                    </a:p>
                  </a:txBody>
                  <a:tcPr>
                    <a:lnL>
                      <a:noFill/>
                    </a:lnL>
                    <a:lnR>
                      <a:noFill/>
                    </a:lnR>
                    <a:lnT>
                      <a:noFill/>
                    </a:lnT>
                    <a:lnB>
                      <a:noFill/>
                    </a:lnB>
                    <a:solidFill>
                      <a:srgbClr val="EEF2F6"/>
                    </a:solidFill>
                  </a:tcPr>
                </a:tc>
                <a:tc>
                  <a:txBody>
                    <a:bodyPr/>
                    <a:lstStyle/>
                    <a:p>
                      <a:pPr algn="l" fontAlgn="t"/>
                      <a:r>
                        <a:rPr lang="en-GB" sz="1200" b="0">
                          <a:effectLst/>
                          <a:latin typeface="+mn-lt"/>
                        </a:rPr>
                        <a:t>12</a:t>
                      </a:r>
                    </a:p>
                  </a:txBody>
                  <a:tcPr>
                    <a:lnL>
                      <a:noFill/>
                    </a:lnL>
                    <a:lnR>
                      <a:noFill/>
                    </a:lnR>
                    <a:lnT>
                      <a:noFill/>
                    </a:lnT>
                    <a:lnB>
                      <a:noFill/>
                    </a:lnB>
                    <a:solidFill>
                      <a:srgbClr val="EEF2F6"/>
                    </a:solidFill>
                  </a:tcPr>
                </a:tc>
                <a:tc>
                  <a:txBody>
                    <a:bodyPr/>
                    <a:lstStyle/>
                    <a:p>
                      <a:pPr algn="l" fontAlgn="t"/>
                      <a:r>
                        <a:rPr lang="en-GB" sz="1200" b="0">
                          <a:effectLst/>
                          <a:latin typeface="+mn-lt"/>
                        </a:rPr>
                        <a:t> 6</a:t>
                      </a:r>
                    </a:p>
                  </a:txBody>
                  <a:tcPr>
                    <a:lnL>
                      <a:noFill/>
                    </a:lnL>
                    <a:lnR>
                      <a:noFill/>
                    </a:lnR>
                    <a:lnT>
                      <a:noFill/>
                    </a:lnT>
                    <a:lnB>
                      <a:noFill/>
                    </a:lnB>
                    <a:solidFill>
                      <a:srgbClr val="EEF2F6"/>
                    </a:solidFill>
                  </a:tcPr>
                </a:tc>
                <a:tc>
                  <a:txBody>
                    <a:bodyPr/>
                    <a:lstStyle/>
                    <a:p>
                      <a:pPr algn="l" fontAlgn="t"/>
                      <a:r>
                        <a:rPr lang="en-GB" sz="1200" b="0">
                          <a:effectLst/>
                          <a:latin typeface="+mn-lt"/>
                        </a:rPr>
                        <a:t>2</a:t>
                      </a:r>
                    </a:p>
                  </a:txBody>
                  <a:tcPr>
                    <a:lnL>
                      <a:noFill/>
                    </a:lnL>
                    <a:lnR>
                      <a:noFill/>
                    </a:lnR>
                    <a:lnT>
                      <a:noFill/>
                    </a:lnT>
                    <a:lnB>
                      <a:noFill/>
                    </a:lnB>
                    <a:solidFill>
                      <a:srgbClr val="EEF2F6"/>
                    </a:solidFill>
                  </a:tcPr>
                </a:tc>
                <a:extLst>
                  <a:ext uri="{0D108BD9-81ED-4DB2-BD59-A6C34878D82A}">
                    <a16:rowId xmlns:a16="http://schemas.microsoft.com/office/drawing/2014/main" val="3520235410"/>
                  </a:ext>
                </a:extLst>
              </a:tr>
              <a:tr h="0">
                <a:tc>
                  <a:txBody>
                    <a:bodyPr/>
                    <a:lstStyle/>
                    <a:p>
                      <a:pPr algn="l" fontAlgn="t"/>
                      <a:r>
                        <a:rPr lang="en-GB" sz="1200" b="0">
                          <a:effectLst/>
                          <a:latin typeface="+mn-lt"/>
                        </a:rPr>
                        <a:t>≥ 65</a:t>
                      </a:r>
                    </a:p>
                  </a:txBody>
                  <a:tcPr>
                    <a:lnL>
                      <a:noFill/>
                    </a:lnL>
                    <a:lnR>
                      <a:noFill/>
                    </a:lnR>
                    <a:lnT>
                      <a:noFill/>
                    </a:lnT>
                    <a:lnB>
                      <a:noFill/>
                    </a:lnB>
                    <a:solidFill>
                      <a:srgbClr val="FFFFFF"/>
                    </a:solidFill>
                  </a:tcPr>
                </a:tc>
                <a:tc>
                  <a:txBody>
                    <a:bodyPr/>
                    <a:lstStyle/>
                    <a:p>
                      <a:pPr algn="l" fontAlgn="t"/>
                      <a:r>
                        <a:rPr lang="en-GB" sz="1200" b="0">
                          <a:effectLst/>
                          <a:latin typeface="+mn-lt"/>
                        </a:rPr>
                        <a:t> 4</a:t>
                      </a:r>
                    </a:p>
                  </a:txBody>
                  <a:tcPr>
                    <a:lnL>
                      <a:noFill/>
                    </a:lnL>
                    <a:lnR>
                      <a:noFill/>
                    </a:lnR>
                    <a:lnT>
                      <a:noFill/>
                    </a:lnT>
                    <a:lnB>
                      <a:noFill/>
                    </a:lnB>
                    <a:solidFill>
                      <a:srgbClr val="FFFFFF"/>
                    </a:solidFill>
                  </a:tcPr>
                </a:tc>
                <a:tc>
                  <a:txBody>
                    <a:bodyPr/>
                    <a:lstStyle/>
                    <a:p>
                      <a:pPr algn="l" fontAlgn="t"/>
                      <a:r>
                        <a:rPr lang="en-GB" sz="1200" b="0">
                          <a:effectLst/>
                          <a:latin typeface="+mn-lt"/>
                        </a:rPr>
                        <a:t>15</a:t>
                      </a:r>
                    </a:p>
                  </a:txBody>
                  <a:tcPr>
                    <a:lnL>
                      <a:noFill/>
                    </a:lnL>
                    <a:lnR>
                      <a:noFill/>
                    </a:lnR>
                    <a:lnT>
                      <a:noFill/>
                    </a:lnT>
                    <a:lnB>
                      <a:noFill/>
                    </a:lnB>
                    <a:solidFill>
                      <a:srgbClr val="FFFFFF"/>
                    </a:solidFill>
                  </a:tcPr>
                </a:tc>
                <a:tc>
                  <a:txBody>
                    <a:bodyPr/>
                    <a:lstStyle/>
                    <a:p>
                      <a:pPr algn="l" fontAlgn="t"/>
                      <a:r>
                        <a:rPr lang="en-GB" sz="1200" b="0" dirty="0">
                          <a:effectLst/>
                          <a:latin typeface="+mn-lt"/>
                        </a:rPr>
                        <a:t>1</a:t>
                      </a:r>
                    </a:p>
                  </a:txBody>
                  <a:tcPr>
                    <a:lnL>
                      <a:noFill/>
                    </a:lnL>
                    <a:lnR>
                      <a:noFill/>
                    </a:lnR>
                    <a:lnT>
                      <a:noFill/>
                    </a:lnT>
                    <a:lnB>
                      <a:noFill/>
                    </a:lnB>
                    <a:solidFill>
                      <a:srgbClr val="FFFFFF"/>
                    </a:solidFill>
                  </a:tcPr>
                </a:tc>
                <a:extLst>
                  <a:ext uri="{0D108BD9-81ED-4DB2-BD59-A6C34878D82A}">
                    <a16:rowId xmlns:a16="http://schemas.microsoft.com/office/drawing/2014/main" val="1565400431"/>
                  </a:ext>
                </a:extLst>
              </a:tr>
            </a:tbl>
          </a:graphicData>
        </a:graphic>
      </p:graphicFrame>
    </p:spTree>
    <p:extLst>
      <p:ext uri="{BB962C8B-B14F-4D97-AF65-F5344CB8AC3E}">
        <p14:creationId xmlns:p14="http://schemas.microsoft.com/office/powerpoint/2010/main" val="3194692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130EC5-C962-C092-3991-FF3668668637}"/>
              </a:ext>
            </a:extLst>
          </p:cNvPr>
          <p:cNvSpPr>
            <a:spLocks noGrp="1"/>
          </p:cNvSpPr>
          <p:nvPr>
            <p:ph sz="quarter" idx="1"/>
          </p:nvPr>
        </p:nvSpPr>
        <p:spPr>
          <a:xfrm>
            <a:off x="612648" y="3573016"/>
            <a:ext cx="5652210" cy="2808311"/>
          </a:xfrm>
        </p:spPr>
        <p:txBody>
          <a:bodyPr>
            <a:normAutofit/>
          </a:bodyPr>
          <a:lstStyle/>
          <a:p>
            <a:r>
              <a:rPr lang="en-GB" sz="1800" b="0" i="0" dirty="0">
                <a:solidFill>
                  <a:srgbClr val="3D3B49"/>
                </a:solidFill>
                <a:effectLst/>
              </a:rPr>
              <a:t>If we expand the study to three pointing devices and include children in it, we have three task conditions and three participant groups.</a:t>
            </a:r>
            <a:endParaRPr lang="en-GB" sz="1800" dirty="0"/>
          </a:p>
        </p:txBody>
      </p:sp>
      <p:sp>
        <p:nvSpPr>
          <p:cNvPr id="4" name="Footer Placeholder 3">
            <a:extLst>
              <a:ext uri="{FF2B5EF4-FFF2-40B4-BE49-F238E27FC236}">
                <a16:creationId xmlns:a16="http://schemas.microsoft.com/office/drawing/2014/main" id="{A2007018-AA6E-CD97-41A6-70D02F2C389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5677174-219C-7318-8705-39932A67E1A2}"/>
              </a:ext>
            </a:extLst>
          </p:cNvPr>
          <p:cNvSpPr>
            <a:spLocks noGrp="1"/>
          </p:cNvSpPr>
          <p:nvPr>
            <p:ph type="sldNum" sz="quarter" idx="4"/>
          </p:nvPr>
        </p:nvSpPr>
        <p:spPr/>
        <p:txBody>
          <a:bodyPr/>
          <a:lstStyle/>
          <a:p>
            <a:fld id="{9FD7ECCF-50E7-4327-B945-FA93FF7B2BEF}" type="slidenum">
              <a:rPr lang="en-US" smtClean="0"/>
              <a:pPr/>
              <a:t>17</a:t>
            </a:fld>
            <a:r>
              <a:rPr lang="en-GB"/>
              <a:t>/40</a:t>
            </a:r>
            <a:endParaRPr lang="en-US" dirty="0"/>
          </a:p>
        </p:txBody>
      </p:sp>
      <p:graphicFrame>
        <p:nvGraphicFramePr>
          <p:cNvPr id="7" name="Table 6">
            <a:extLst>
              <a:ext uri="{FF2B5EF4-FFF2-40B4-BE49-F238E27FC236}">
                <a16:creationId xmlns:a16="http://schemas.microsoft.com/office/drawing/2014/main" id="{4A494A29-6481-F704-7990-981602DA0258}"/>
              </a:ext>
            </a:extLst>
          </p:cNvPr>
          <p:cNvGraphicFramePr>
            <a:graphicFrameLocks noGrp="1"/>
          </p:cNvGraphicFramePr>
          <p:nvPr>
            <p:extLst>
              <p:ext uri="{D42A27DB-BD31-4B8C-83A1-F6EECF244321}">
                <p14:modId xmlns:p14="http://schemas.microsoft.com/office/powerpoint/2010/main" val="2240116676"/>
              </p:ext>
            </p:extLst>
          </p:nvPr>
        </p:nvGraphicFramePr>
        <p:xfrm>
          <a:off x="586894" y="1674701"/>
          <a:ext cx="5652212" cy="1645920"/>
        </p:xfrm>
        <a:graphic>
          <a:graphicData uri="http://schemas.openxmlformats.org/drawingml/2006/table">
            <a:tbl>
              <a:tblPr/>
              <a:tblGrid>
                <a:gridCol w="1413053">
                  <a:extLst>
                    <a:ext uri="{9D8B030D-6E8A-4147-A177-3AD203B41FA5}">
                      <a16:colId xmlns:a16="http://schemas.microsoft.com/office/drawing/2014/main" val="4053989896"/>
                    </a:ext>
                  </a:extLst>
                </a:gridCol>
                <a:gridCol w="1413053">
                  <a:extLst>
                    <a:ext uri="{9D8B030D-6E8A-4147-A177-3AD203B41FA5}">
                      <a16:colId xmlns:a16="http://schemas.microsoft.com/office/drawing/2014/main" val="3108525874"/>
                    </a:ext>
                  </a:extLst>
                </a:gridCol>
                <a:gridCol w="1413053">
                  <a:extLst>
                    <a:ext uri="{9D8B030D-6E8A-4147-A177-3AD203B41FA5}">
                      <a16:colId xmlns:a16="http://schemas.microsoft.com/office/drawing/2014/main" val="3520399133"/>
                    </a:ext>
                  </a:extLst>
                </a:gridCol>
                <a:gridCol w="1413053">
                  <a:extLst>
                    <a:ext uri="{9D8B030D-6E8A-4147-A177-3AD203B41FA5}">
                      <a16:colId xmlns:a16="http://schemas.microsoft.com/office/drawing/2014/main" val="1383151304"/>
                    </a:ext>
                  </a:extLst>
                </a:gridCol>
              </a:tblGrid>
              <a:tr h="0">
                <a:tc gridSpan="4">
                  <a:txBody>
                    <a:bodyPr/>
                    <a:lstStyle/>
                    <a:p>
                      <a:r>
                        <a:rPr lang="en-GB" sz="1200">
                          <a:latin typeface="+mn-lt"/>
                        </a:rPr>
                        <a:t>A 3-by-3 Frequency Count Table</a:t>
                      </a:r>
                    </a:p>
                  </a:txBody>
                  <a:tcPr>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38568827"/>
                  </a:ext>
                </a:extLst>
              </a:tr>
              <a:tr h="0">
                <a:tc>
                  <a:txBody>
                    <a:bodyPr/>
                    <a:lstStyle/>
                    <a:p>
                      <a:pPr algn="l" fontAlgn="ctr"/>
                      <a:r>
                        <a:rPr lang="en-GB" sz="1200" b="1" i="0">
                          <a:effectLst/>
                          <a:latin typeface="+mn-lt"/>
                        </a:rPr>
                        <a:t>blank cell</a:t>
                      </a:r>
                    </a:p>
                  </a:txBody>
                  <a:tcPr anchor="ctr">
                    <a:lnL>
                      <a:noFill/>
                    </a:lnL>
                    <a:lnR>
                      <a:noFill/>
                    </a:lnR>
                    <a:lnB>
                      <a:noFill/>
                    </a:lnB>
                    <a:solidFill>
                      <a:srgbClr val="FFFFFF"/>
                    </a:solidFill>
                  </a:tcPr>
                </a:tc>
                <a:tc gridSpan="3">
                  <a:txBody>
                    <a:bodyPr/>
                    <a:lstStyle/>
                    <a:p>
                      <a:pPr algn="l" fontAlgn="ctr"/>
                      <a:r>
                        <a:rPr lang="en-GB" sz="1200" b="1" i="0">
                          <a:effectLst/>
                          <a:latin typeface="+mn-lt"/>
                        </a:rPr>
                        <a:t>Preferred Device</a:t>
                      </a:r>
                    </a:p>
                  </a:txBody>
                  <a:tcPr anchor="ctr">
                    <a:lnL>
                      <a:noFill/>
                    </a:lnL>
                    <a:lnR>
                      <a:noFill/>
                    </a:lnR>
                    <a:lnT>
                      <a:noFill/>
                    </a:lnT>
                    <a:lnB>
                      <a:noFill/>
                    </a:lnB>
                    <a:solidFill>
                      <a:srgbClr val="FFFFFF"/>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1490729"/>
                  </a:ext>
                </a:extLst>
              </a:tr>
              <a:tr h="0">
                <a:tc>
                  <a:txBody>
                    <a:bodyPr/>
                    <a:lstStyle/>
                    <a:p>
                      <a:pPr algn="l" fontAlgn="ctr"/>
                      <a:r>
                        <a:rPr lang="en-GB" sz="1200" b="1" i="0">
                          <a:effectLst/>
                          <a:latin typeface="+mn-lt"/>
                        </a:rPr>
                        <a:t>Age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Mouse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Touchscreen</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Stylus</a:t>
                      </a:r>
                    </a:p>
                  </a:txBody>
                  <a:tcPr anchor="ctr">
                    <a:lnL>
                      <a:noFill/>
                    </a:lnL>
                    <a:lnR>
                      <a:noFill/>
                    </a:lnR>
                    <a:lnT>
                      <a:noFill/>
                    </a:lnT>
                    <a:lnB>
                      <a:noFill/>
                    </a:lnB>
                    <a:solidFill>
                      <a:srgbClr val="FFFFFF"/>
                    </a:solidFill>
                  </a:tcPr>
                </a:tc>
                <a:extLst>
                  <a:ext uri="{0D108BD9-81ED-4DB2-BD59-A6C34878D82A}">
                    <a16:rowId xmlns:a16="http://schemas.microsoft.com/office/drawing/2014/main" val="1385077478"/>
                  </a:ext>
                </a:extLst>
              </a:tr>
              <a:tr h="0">
                <a:tc>
                  <a:txBody>
                    <a:bodyPr/>
                    <a:lstStyle/>
                    <a:p>
                      <a:pPr algn="l" fontAlgn="t"/>
                      <a:r>
                        <a:rPr lang="en-GB" sz="1200" b="0">
                          <a:effectLst/>
                          <a:latin typeface="+mn-lt"/>
                        </a:rPr>
                        <a:t>&lt; 18</a:t>
                      </a:r>
                    </a:p>
                  </a:txBody>
                  <a:tcPr>
                    <a:lnL>
                      <a:noFill/>
                    </a:lnL>
                    <a:lnR>
                      <a:noFill/>
                    </a:lnR>
                    <a:lnT>
                      <a:noFill/>
                    </a:lnT>
                    <a:lnB>
                      <a:noFill/>
                    </a:lnB>
                    <a:solidFill>
                      <a:srgbClr val="FFFFFF"/>
                    </a:solidFill>
                  </a:tcPr>
                </a:tc>
                <a:tc>
                  <a:txBody>
                    <a:bodyPr/>
                    <a:lstStyle/>
                    <a:p>
                      <a:pPr algn="l" fontAlgn="t"/>
                      <a:r>
                        <a:rPr lang="en-GB" sz="1200" b="0">
                          <a:effectLst/>
                          <a:latin typeface="+mn-lt"/>
                        </a:rPr>
                        <a:t> 4</a:t>
                      </a:r>
                    </a:p>
                  </a:txBody>
                  <a:tcPr>
                    <a:lnL>
                      <a:noFill/>
                    </a:lnL>
                    <a:lnR>
                      <a:noFill/>
                    </a:lnR>
                    <a:lnT>
                      <a:noFill/>
                    </a:lnT>
                    <a:lnB>
                      <a:noFill/>
                    </a:lnB>
                    <a:solidFill>
                      <a:srgbClr val="FFFFFF"/>
                    </a:solidFill>
                  </a:tcPr>
                </a:tc>
                <a:tc>
                  <a:txBody>
                    <a:bodyPr/>
                    <a:lstStyle/>
                    <a:p>
                      <a:pPr algn="l" fontAlgn="t"/>
                      <a:r>
                        <a:rPr lang="en-GB" sz="1200" b="0">
                          <a:effectLst/>
                          <a:latin typeface="+mn-lt"/>
                        </a:rPr>
                        <a:t> 9</a:t>
                      </a:r>
                    </a:p>
                  </a:txBody>
                  <a:tcPr>
                    <a:lnL>
                      <a:noFill/>
                    </a:lnL>
                    <a:lnR>
                      <a:noFill/>
                    </a:lnR>
                    <a:lnT>
                      <a:noFill/>
                    </a:lnT>
                    <a:lnB>
                      <a:noFill/>
                    </a:lnB>
                    <a:solidFill>
                      <a:srgbClr val="FFFFFF"/>
                    </a:solidFill>
                  </a:tcPr>
                </a:tc>
                <a:tc>
                  <a:txBody>
                    <a:bodyPr/>
                    <a:lstStyle/>
                    <a:p>
                      <a:pPr algn="l" fontAlgn="t"/>
                      <a:r>
                        <a:rPr lang="en-GB" sz="1200" b="0">
                          <a:effectLst/>
                          <a:latin typeface="+mn-lt"/>
                        </a:rPr>
                        <a:t>7</a:t>
                      </a:r>
                    </a:p>
                  </a:txBody>
                  <a:tcPr>
                    <a:lnL>
                      <a:noFill/>
                    </a:lnL>
                    <a:lnR>
                      <a:noFill/>
                    </a:lnR>
                    <a:lnT>
                      <a:noFill/>
                    </a:lnT>
                    <a:lnB>
                      <a:noFill/>
                    </a:lnB>
                    <a:solidFill>
                      <a:srgbClr val="FFFFFF"/>
                    </a:solidFill>
                  </a:tcPr>
                </a:tc>
                <a:extLst>
                  <a:ext uri="{0D108BD9-81ED-4DB2-BD59-A6C34878D82A}">
                    <a16:rowId xmlns:a16="http://schemas.microsoft.com/office/drawing/2014/main" val="3181156331"/>
                  </a:ext>
                </a:extLst>
              </a:tr>
              <a:tr h="0">
                <a:tc>
                  <a:txBody>
                    <a:bodyPr/>
                    <a:lstStyle/>
                    <a:p>
                      <a:pPr algn="l" fontAlgn="t"/>
                      <a:r>
                        <a:rPr lang="en-GB" sz="1200" b="0">
                          <a:effectLst/>
                          <a:latin typeface="+mn-lt"/>
                        </a:rPr>
                        <a:t>18–65</a:t>
                      </a:r>
                    </a:p>
                  </a:txBody>
                  <a:tcPr>
                    <a:lnL>
                      <a:noFill/>
                    </a:lnL>
                    <a:lnR>
                      <a:noFill/>
                    </a:lnR>
                    <a:lnT>
                      <a:noFill/>
                    </a:lnT>
                    <a:lnB>
                      <a:noFill/>
                    </a:lnB>
                    <a:solidFill>
                      <a:srgbClr val="EEF2F6"/>
                    </a:solidFill>
                  </a:tcPr>
                </a:tc>
                <a:tc>
                  <a:txBody>
                    <a:bodyPr/>
                    <a:lstStyle/>
                    <a:p>
                      <a:pPr algn="l" fontAlgn="t"/>
                      <a:r>
                        <a:rPr lang="en-GB" sz="1200" b="0">
                          <a:effectLst/>
                          <a:latin typeface="+mn-lt"/>
                        </a:rPr>
                        <a:t>12</a:t>
                      </a:r>
                    </a:p>
                  </a:txBody>
                  <a:tcPr>
                    <a:lnL>
                      <a:noFill/>
                    </a:lnL>
                    <a:lnR>
                      <a:noFill/>
                    </a:lnR>
                    <a:lnT>
                      <a:noFill/>
                    </a:lnT>
                    <a:lnB>
                      <a:noFill/>
                    </a:lnB>
                    <a:solidFill>
                      <a:srgbClr val="EEF2F6"/>
                    </a:solidFill>
                  </a:tcPr>
                </a:tc>
                <a:tc>
                  <a:txBody>
                    <a:bodyPr/>
                    <a:lstStyle/>
                    <a:p>
                      <a:pPr algn="l" fontAlgn="t"/>
                      <a:r>
                        <a:rPr lang="en-GB" sz="1200" b="0">
                          <a:effectLst/>
                          <a:latin typeface="+mn-lt"/>
                        </a:rPr>
                        <a:t> 6</a:t>
                      </a:r>
                    </a:p>
                  </a:txBody>
                  <a:tcPr>
                    <a:lnL>
                      <a:noFill/>
                    </a:lnL>
                    <a:lnR>
                      <a:noFill/>
                    </a:lnR>
                    <a:lnT>
                      <a:noFill/>
                    </a:lnT>
                    <a:lnB>
                      <a:noFill/>
                    </a:lnB>
                    <a:solidFill>
                      <a:srgbClr val="EEF2F6"/>
                    </a:solidFill>
                  </a:tcPr>
                </a:tc>
                <a:tc>
                  <a:txBody>
                    <a:bodyPr/>
                    <a:lstStyle/>
                    <a:p>
                      <a:pPr algn="l" fontAlgn="t"/>
                      <a:r>
                        <a:rPr lang="en-GB" sz="1200" b="0">
                          <a:effectLst/>
                          <a:latin typeface="+mn-lt"/>
                        </a:rPr>
                        <a:t>2</a:t>
                      </a:r>
                    </a:p>
                  </a:txBody>
                  <a:tcPr>
                    <a:lnL>
                      <a:noFill/>
                    </a:lnL>
                    <a:lnR>
                      <a:noFill/>
                    </a:lnR>
                    <a:lnT>
                      <a:noFill/>
                    </a:lnT>
                    <a:lnB>
                      <a:noFill/>
                    </a:lnB>
                    <a:solidFill>
                      <a:srgbClr val="EEF2F6"/>
                    </a:solidFill>
                  </a:tcPr>
                </a:tc>
                <a:extLst>
                  <a:ext uri="{0D108BD9-81ED-4DB2-BD59-A6C34878D82A}">
                    <a16:rowId xmlns:a16="http://schemas.microsoft.com/office/drawing/2014/main" val="3520235410"/>
                  </a:ext>
                </a:extLst>
              </a:tr>
              <a:tr h="0">
                <a:tc>
                  <a:txBody>
                    <a:bodyPr/>
                    <a:lstStyle/>
                    <a:p>
                      <a:pPr algn="l" fontAlgn="t"/>
                      <a:r>
                        <a:rPr lang="en-GB" sz="1200" b="0">
                          <a:effectLst/>
                          <a:latin typeface="+mn-lt"/>
                        </a:rPr>
                        <a:t>≥ 65</a:t>
                      </a:r>
                    </a:p>
                  </a:txBody>
                  <a:tcPr>
                    <a:lnL>
                      <a:noFill/>
                    </a:lnL>
                    <a:lnR>
                      <a:noFill/>
                    </a:lnR>
                    <a:lnT>
                      <a:noFill/>
                    </a:lnT>
                    <a:lnB>
                      <a:noFill/>
                    </a:lnB>
                    <a:solidFill>
                      <a:srgbClr val="FFFFFF"/>
                    </a:solidFill>
                  </a:tcPr>
                </a:tc>
                <a:tc>
                  <a:txBody>
                    <a:bodyPr/>
                    <a:lstStyle/>
                    <a:p>
                      <a:pPr algn="l" fontAlgn="t"/>
                      <a:r>
                        <a:rPr lang="en-GB" sz="1200" b="0">
                          <a:effectLst/>
                          <a:latin typeface="+mn-lt"/>
                        </a:rPr>
                        <a:t> 4</a:t>
                      </a:r>
                    </a:p>
                  </a:txBody>
                  <a:tcPr>
                    <a:lnL>
                      <a:noFill/>
                    </a:lnL>
                    <a:lnR>
                      <a:noFill/>
                    </a:lnR>
                    <a:lnT>
                      <a:noFill/>
                    </a:lnT>
                    <a:lnB>
                      <a:noFill/>
                    </a:lnB>
                    <a:solidFill>
                      <a:srgbClr val="FFFFFF"/>
                    </a:solidFill>
                  </a:tcPr>
                </a:tc>
                <a:tc>
                  <a:txBody>
                    <a:bodyPr/>
                    <a:lstStyle/>
                    <a:p>
                      <a:pPr algn="l" fontAlgn="t"/>
                      <a:r>
                        <a:rPr lang="en-GB" sz="1200" b="0">
                          <a:effectLst/>
                          <a:latin typeface="+mn-lt"/>
                        </a:rPr>
                        <a:t>15</a:t>
                      </a:r>
                    </a:p>
                  </a:txBody>
                  <a:tcPr>
                    <a:lnL>
                      <a:noFill/>
                    </a:lnL>
                    <a:lnR>
                      <a:noFill/>
                    </a:lnR>
                    <a:lnT>
                      <a:noFill/>
                    </a:lnT>
                    <a:lnB>
                      <a:noFill/>
                    </a:lnB>
                    <a:solidFill>
                      <a:srgbClr val="FFFFFF"/>
                    </a:solidFill>
                  </a:tcPr>
                </a:tc>
                <a:tc>
                  <a:txBody>
                    <a:bodyPr/>
                    <a:lstStyle/>
                    <a:p>
                      <a:pPr algn="l" fontAlgn="t"/>
                      <a:r>
                        <a:rPr lang="en-GB" sz="1200" b="0" dirty="0">
                          <a:effectLst/>
                          <a:latin typeface="+mn-lt"/>
                        </a:rPr>
                        <a:t>1</a:t>
                      </a:r>
                    </a:p>
                  </a:txBody>
                  <a:tcPr>
                    <a:lnL>
                      <a:noFill/>
                    </a:lnL>
                    <a:lnR>
                      <a:noFill/>
                    </a:lnR>
                    <a:lnT>
                      <a:noFill/>
                    </a:lnT>
                    <a:lnB>
                      <a:noFill/>
                    </a:lnB>
                    <a:solidFill>
                      <a:srgbClr val="FFFFFF"/>
                    </a:solidFill>
                  </a:tcPr>
                </a:tc>
                <a:extLst>
                  <a:ext uri="{0D108BD9-81ED-4DB2-BD59-A6C34878D82A}">
                    <a16:rowId xmlns:a16="http://schemas.microsoft.com/office/drawing/2014/main" val="1565400431"/>
                  </a:ext>
                </a:extLst>
              </a:tr>
            </a:tbl>
          </a:graphicData>
        </a:graphic>
      </p:graphicFrame>
      <p:pic>
        <p:nvPicPr>
          <p:cNvPr id="10" name="Picture 9" descr="SPSS data organisation table&#10;">
            <a:extLst>
              <a:ext uri="{FF2B5EF4-FFF2-40B4-BE49-F238E27FC236}">
                <a16:creationId xmlns:a16="http://schemas.microsoft.com/office/drawing/2014/main" id="{AE54450C-37E4-538E-FB13-C629FD4CE82A}"/>
              </a:ext>
            </a:extLst>
          </p:cNvPr>
          <p:cNvPicPr>
            <a:picLocks noChangeAspect="1"/>
          </p:cNvPicPr>
          <p:nvPr/>
        </p:nvPicPr>
        <p:blipFill>
          <a:blip r:embed="rId2"/>
          <a:stretch>
            <a:fillRect/>
          </a:stretch>
        </p:blipFill>
        <p:spPr>
          <a:xfrm>
            <a:off x="6264858" y="0"/>
            <a:ext cx="2579006" cy="6858000"/>
          </a:xfrm>
          <a:prstGeom prst="rect">
            <a:avLst/>
          </a:prstGeom>
        </p:spPr>
      </p:pic>
      <p:sp>
        <p:nvSpPr>
          <p:cNvPr id="11" name="Rectangle 10">
            <a:extLst>
              <a:ext uri="{FF2B5EF4-FFF2-40B4-BE49-F238E27FC236}">
                <a16:creationId xmlns:a16="http://schemas.microsoft.com/office/drawing/2014/main" id="{AF4DB8F9-9AEE-CAFE-8341-D4AFCDB8A3FE}"/>
              </a:ext>
            </a:extLst>
          </p:cNvPr>
          <p:cNvSpPr/>
          <p:nvPr/>
        </p:nvSpPr>
        <p:spPr>
          <a:xfrm>
            <a:off x="6156176" y="6430768"/>
            <a:ext cx="2987824" cy="571248"/>
          </a:xfrm>
          <a:prstGeom prst="rect">
            <a:avLst/>
          </a:prstGeom>
          <a:gradFill flip="none" rotWithShape="1">
            <a:gsLst>
              <a:gs pos="0">
                <a:schemeClr val="bg1"/>
              </a:gs>
              <a:gs pos="0">
                <a:schemeClr val="bg1">
                  <a:shade val="30000"/>
                  <a:satMod val="115000"/>
                </a:schemeClr>
              </a:gs>
              <a:gs pos="0">
                <a:srgbClr val="FFFFFF"/>
              </a:gs>
              <a:gs pos="13000">
                <a:schemeClr val="bg1"/>
              </a:gs>
              <a:gs pos="100000">
                <a:schemeClr val="bg1">
                  <a:shade val="100000"/>
                  <a:satMod val="115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Spss variables">
            <a:extLst>
              <a:ext uri="{FF2B5EF4-FFF2-40B4-BE49-F238E27FC236}">
                <a16:creationId xmlns:a16="http://schemas.microsoft.com/office/drawing/2014/main" id="{6982E6C9-E2B8-8A39-D2D7-9C98A12CD93C}"/>
              </a:ext>
            </a:extLst>
          </p:cNvPr>
          <p:cNvPicPr>
            <a:picLocks noChangeAspect="1"/>
          </p:cNvPicPr>
          <p:nvPr/>
        </p:nvPicPr>
        <p:blipFill>
          <a:blip r:embed="rId3"/>
          <a:stretch>
            <a:fillRect/>
          </a:stretch>
        </p:blipFill>
        <p:spPr>
          <a:xfrm>
            <a:off x="266700" y="4766498"/>
            <a:ext cx="8401050" cy="609600"/>
          </a:xfrm>
          <a:prstGeom prst="rect">
            <a:avLst/>
          </a:prstGeom>
        </p:spPr>
      </p:pic>
      <p:sp>
        <p:nvSpPr>
          <p:cNvPr id="14" name="Title 1">
            <a:extLst>
              <a:ext uri="{FF2B5EF4-FFF2-40B4-BE49-F238E27FC236}">
                <a16:creationId xmlns:a16="http://schemas.microsoft.com/office/drawing/2014/main" id="{FAAB90B2-6A54-ACE9-67C1-1706F957AF80}"/>
              </a:ext>
            </a:extLst>
          </p:cNvPr>
          <p:cNvSpPr>
            <a:spLocks noGrp="1"/>
          </p:cNvSpPr>
          <p:nvPr>
            <p:ph type="title"/>
          </p:nvPr>
        </p:nvSpPr>
        <p:spPr>
          <a:xfrm>
            <a:off x="612648" y="116632"/>
            <a:ext cx="8153400" cy="936104"/>
          </a:xfrm>
        </p:spPr>
        <p:txBody>
          <a:bodyPr>
            <a:normAutofit fontScale="90000"/>
          </a:bodyPr>
          <a:lstStyle/>
          <a:p>
            <a:pPr>
              <a:lnSpc>
                <a:spcPts val="3500"/>
              </a:lnSpc>
            </a:pPr>
            <a:r>
              <a:rPr lang="en-GB" dirty="0"/>
              <a:t>Chi-Squared Test – </a:t>
            </a:r>
            <a:br>
              <a:rPr lang="en-GB" dirty="0"/>
            </a:br>
            <a:r>
              <a:rPr lang="en-GB" dirty="0"/>
              <a:t>data organisation in SPSS</a:t>
            </a:r>
          </a:p>
        </p:txBody>
      </p:sp>
    </p:spTree>
    <p:extLst>
      <p:ext uri="{BB962C8B-B14F-4D97-AF65-F5344CB8AC3E}">
        <p14:creationId xmlns:p14="http://schemas.microsoft.com/office/powerpoint/2010/main" val="3321286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75989F-C148-9E36-B8FC-DD209AFC3737}"/>
              </a:ext>
            </a:extLst>
          </p:cNvPr>
          <p:cNvSpPr>
            <a:spLocks noGrp="1"/>
          </p:cNvSpPr>
          <p:nvPr>
            <p:ph sz="quarter" idx="1"/>
          </p:nvPr>
        </p:nvSpPr>
        <p:spPr/>
        <p:txBody>
          <a:bodyPr/>
          <a:lstStyle/>
          <a:p>
            <a:endParaRPr lang="en-GB" dirty="0"/>
          </a:p>
        </p:txBody>
      </p:sp>
      <p:sp>
        <p:nvSpPr>
          <p:cNvPr id="4" name="Footer Placeholder 3">
            <a:extLst>
              <a:ext uri="{FF2B5EF4-FFF2-40B4-BE49-F238E27FC236}">
                <a16:creationId xmlns:a16="http://schemas.microsoft.com/office/drawing/2014/main" id="{D862A124-4053-AB32-0C26-53B62BBA603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7ED2C27E-91D4-6228-2855-062C536CEC6A}"/>
              </a:ext>
            </a:extLst>
          </p:cNvPr>
          <p:cNvSpPr>
            <a:spLocks noGrp="1"/>
          </p:cNvSpPr>
          <p:nvPr>
            <p:ph type="sldNum" sz="quarter" idx="4"/>
          </p:nvPr>
        </p:nvSpPr>
        <p:spPr/>
        <p:txBody>
          <a:bodyPr/>
          <a:lstStyle/>
          <a:p>
            <a:fld id="{9FD7ECCF-50E7-4327-B945-FA93FF7B2BEF}" type="slidenum">
              <a:rPr lang="en-US" smtClean="0"/>
              <a:pPr/>
              <a:t>18</a:t>
            </a:fld>
            <a:r>
              <a:rPr lang="en-GB"/>
              <a:t>/40</a:t>
            </a:r>
            <a:endParaRPr lang="en-US" dirty="0"/>
          </a:p>
        </p:txBody>
      </p:sp>
      <p:sp>
        <p:nvSpPr>
          <p:cNvPr id="6" name="Title 1">
            <a:extLst>
              <a:ext uri="{FF2B5EF4-FFF2-40B4-BE49-F238E27FC236}">
                <a16:creationId xmlns:a16="http://schemas.microsoft.com/office/drawing/2014/main" id="{38402A1B-DE3E-325C-3BF2-22071E61840E}"/>
              </a:ext>
            </a:extLst>
          </p:cNvPr>
          <p:cNvSpPr>
            <a:spLocks noGrp="1"/>
          </p:cNvSpPr>
          <p:nvPr>
            <p:ph type="title"/>
          </p:nvPr>
        </p:nvSpPr>
        <p:spPr>
          <a:xfrm>
            <a:off x="612648" y="323995"/>
            <a:ext cx="8153400" cy="936104"/>
          </a:xfrm>
        </p:spPr>
        <p:txBody>
          <a:bodyPr>
            <a:normAutofit/>
          </a:bodyPr>
          <a:lstStyle/>
          <a:p>
            <a:pPr>
              <a:lnSpc>
                <a:spcPts val="3500"/>
              </a:lnSpc>
            </a:pPr>
            <a:r>
              <a:rPr lang="en-GB" dirty="0"/>
              <a:t>Run Chi-Squared Test in SPSS</a:t>
            </a:r>
          </a:p>
        </p:txBody>
      </p:sp>
      <p:graphicFrame>
        <p:nvGraphicFramePr>
          <p:cNvPr id="9" name="Table 8">
            <a:extLst>
              <a:ext uri="{FF2B5EF4-FFF2-40B4-BE49-F238E27FC236}">
                <a16:creationId xmlns:a16="http://schemas.microsoft.com/office/drawing/2014/main" id="{1A69E408-C144-28DD-3183-A0BDAD81F64D}"/>
              </a:ext>
            </a:extLst>
          </p:cNvPr>
          <p:cNvGraphicFramePr>
            <a:graphicFrameLocks noGrp="1"/>
          </p:cNvGraphicFramePr>
          <p:nvPr>
            <p:extLst>
              <p:ext uri="{D42A27DB-BD31-4B8C-83A1-F6EECF244321}">
                <p14:modId xmlns:p14="http://schemas.microsoft.com/office/powerpoint/2010/main" val="1817632348"/>
              </p:ext>
            </p:extLst>
          </p:nvPr>
        </p:nvGraphicFramePr>
        <p:xfrm>
          <a:off x="72147" y="1625085"/>
          <a:ext cx="4787884" cy="1645920"/>
        </p:xfrm>
        <a:graphic>
          <a:graphicData uri="http://schemas.openxmlformats.org/drawingml/2006/table">
            <a:tbl>
              <a:tblPr/>
              <a:tblGrid>
                <a:gridCol w="1196971">
                  <a:extLst>
                    <a:ext uri="{9D8B030D-6E8A-4147-A177-3AD203B41FA5}">
                      <a16:colId xmlns:a16="http://schemas.microsoft.com/office/drawing/2014/main" val="4053989896"/>
                    </a:ext>
                  </a:extLst>
                </a:gridCol>
                <a:gridCol w="1196971">
                  <a:extLst>
                    <a:ext uri="{9D8B030D-6E8A-4147-A177-3AD203B41FA5}">
                      <a16:colId xmlns:a16="http://schemas.microsoft.com/office/drawing/2014/main" val="3108525874"/>
                    </a:ext>
                  </a:extLst>
                </a:gridCol>
                <a:gridCol w="1196971">
                  <a:extLst>
                    <a:ext uri="{9D8B030D-6E8A-4147-A177-3AD203B41FA5}">
                      <a16:colId xmlns:a16="http://schemas.microsoft.com/office/drawing/2014/main" val="3520399133"/>
                    </a:ext>
                  </a:extLst>
                </a:gridCol>
                <a:gridCol w="1196971">
                  <a:extLst>
                    <a:ext uri="{9D8B030D-6E8A-4147-A177-3AD203B41FA5}">
                      <a16:colId xmlns:a16="http://schemas.microsoft.com/office/drawing/2014/main" val="1383151304"/>
                    </a:ext>
                  </a:extLst>
                </a:gridCol>
              </a:tblGrid>
              <a:tr h="156017">
                <a:tc gridSpan="4">
                  <a:txBody>
                    <a:bodyPr/>
                    <a:lstStyle/>
                    <a:p>
                      <a:r>
                        <a:rPr lang="en-GB" sz="1200" dirty="0">
                          <a:latin typeface="+mn-lt"/>
                        </a:rPr>
                        <a:t>A 3-by-3 Frequency Count Table</a:t>
                      </a:r>
                    </a:p>
                  </a:txBody>
                  <a:tcPr>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638568827"/>
                  </a:ext>
                </a:extLst>
              </a:tr>
              <a:tr h="156017">
                <a:tc>
                  <a:txBody>
                    <a:bodyPr/>
                    <a:lstStyle/>
                    <a:p>
                      <a:pPr algn="l" fontAlgn="ctr"/>
                      <a:r>
                        <a:rPr lang="en-GB" sz="1200" b="1" i="0">
                          <a:effectLst/>
                          <a:latin typeface="+mn-lt"/>
                        </a:rPr>
                        <a:t>blank cell</a:t>
                      </a:r>
                    </a:p>
                  </a:txBody>
                  <a:tcPr anchor="ctr">
                    <a:lnL>
                      <a:noFill/>
                    </a:lnL>
                    <a:lnR>
                      <a:noFill/>
                    </a:lnR>
                    <a:lnB>
                      <a:noFill/>
                    </a:lnB>
                    <a:solidFill>
                      <a:srgbClr val="FFFFFF"/>
                    </a:solidFill>
                  </a:tcPr>
                </a:tc>
                <a:tc gridSpan="3">
                  <a:txBody>
                    <a:bodyPr/>
                    <a:lstStyle/>
                    <a:p>
                      <a:pPr algn="l" fontAlgn="ctr"/>
                      <a:r>
                        <a:rPr lang="en-GB" sz="1200" b="1" i="0" dirty="0">
                          <a:effectLst/>
                          <a:latin typeface="+mn-lt"/>
                        </a:rPr>
                        <a:t>Preferred Device</a:t>
                      </a:r>
                    </a:p>
                  </a:txBody>
                  <a:tcPr anchor="ctr">
                    <a:lnL>
                      <a:noFill/>
                    </a:lnL>
                    <a:lnR>
                      <a:noFill/>
                    </a:lnR>
                    <a:lnT>
                      <a:noFill/>
                    </a:lnT>
                    <a:lnB>
                      <a:noFill/>
                    </a:lnB>
                    <a:solidFill>
                      <a:srgbClr val="FFFFFF"/>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1490729"/>
                  </a:ext>
                </a:extLst>
              </a:tr>
              <a:tr h="156017">
                <a:tc>
                  <a:txBody>
                    <a:bodyPr/>
                    <a:lstStyle/>
                    <a:p>
                      <a:pPr algn="l" fontAlgn="ctr"/>
                      <a:r>
                        <a:rPr lang="en-GB" sz="1200" b="1" i="0">
                          <a:effectLst/>
                          <a:latin typeface="+mn-lt"/>
                        </a:rPr>
                        <a:t>Age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Mouse</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Touchscreen</a:t>
                      </a:r>
                    </a:p>
                  </a:txBody>
                  <a:tcPr anchor="ctr">
                    <a:lnL>
                      <a:noFill/>
                    </a:lnL>
                    <a:lnR>
                      <a:noFill/>
                    </a:lnR>
                    <a:lnT>
                      <a:noFill/>
                    </a:lnT>
                    <a:lnB>
                      <a:noFill/>
                    </a:lnB>
                    <a:solidFill>
                      <a:srgbClr val="FFFFFF"/>
                    </a:solidFill>
                  </a:tcPr>
                </a:tc>
                <a:tc>
                  <a:txBody>
                    <a:bodyPr/>
                    <a:lstStyle/>
                    <a:p>
                      <a:pPr algn="l" fontAlgn="ctr"/>
                      <a:r>
                        <a:rPr lang="en-GB" sz="1200" b="1" i="0" dirty="0">
                          <a:effectLst/>
                          <a:latin typeface="+mn-lt"/>
                        </a:rPr>
                        <a:t>Stylus</a:t>
                      </a:r>
                    </a:p>
                  </a:txBody>
                  <a:tcPr anchor="ctr">
                    <a:lnL>
                      <a:noFill/>
                    </a:lnL>
                    <a:lnR>
                      <a:noFill/>
                    </a:lnR>
                    <a:lnT>
                      <a:noFill/>
                    </a:lnT>
                    <a:lnB>
                      <a:noFill/>
                    </a:lnB>
                    <a:solidFill>
                      <a:srgbClr val="FFFFFF"/>
                    </a:solidFill>
                  </a:tcPr>
                </a:tc>
                <a:extLst>
                  <a:ext uri="{0D108BD9-81ED-4DB2-BD59-A6C34878D82A}">
                    <a16:rowId xmlns:a16="http://schemas.microsoft.com/office/drawing/2014/main" val="1385077478"/>
                  </a:ext>
                </a:extLst>
              </a:tr>
              <a:tr h="156017">
                <a:tc>
                  <a:txBody>
                    <a:bodyPr/>
                    <a:lstStyle/>
                    <a:p>
                      <a:pPr algn="l" fontAlgn="t"/>
                      <a:r>
                        <a:rPr lang="en-GB" sz="1200" b="0">
                          <a:effectLst/>
                          <a:latin typeface="+mn-lt"/>
                        </a:rPr>
                        <a:t>&lt; 18</a:t>
                      </a:r>
                    </a:p>
                  </a:txBody>
                  <a:tcPr>
                    <a:lnL>
                      <a:noFill/>
                    </a:lnL>
                    <a:lnR>
                      <a:noFill/>
                    </a:lnR>
                    <a:lnT>
                      <a:noFill/>
                    </a:lnT>
                    <a:lnB>
                      <a:noFill/>
                    </a:lnB>
                    <a:solidFill>
                      <a:srgbClr val="FFFFFF"/>
                    </a:solidFill>
                  </a:tcPr>
                </a:tc>
                <a:tc>
                  <a:txBody>
                    <a:bodyPr/>
                    <a:lstStyle/>
                    <a:p>
                      <a:pPr algn="l" fontAlgn="t"/>
                      <a:r>
                        <a:rPr lang="en-GB" sz="1200" b="0">
                          <a:effectLst/>
                          <a:latin typeface="+mn-lt"/>
                        </a:rPr>
                        <a:t> 4</a:t>
                      </a:r>
                    </a:p>
                  </a:txBody>
                  <a:tcPr>
                    <a:lnL>
                      <a:noFill/>
                    </a:lnL>
                    <a:lnR>
                      <a:noFill/>
                    </a:lnR>
                    <a:lnT>
                      <a:noFill/>
                    </a:lnT>
                    <a:lnB>
                      <a:noFill/>
                    </a:lnB>
                    <a:solidFill>
                      <a:srgbClr val="FFFFFF"/>
                    </a:solidFill>
                  </a:tcPr>
                </a:tc>
                <a:tc>
                  <a:txBody>
                    <a:bodyPr/>
                    <a:lstStyle/>
                    <a:p>
                      <a:pPr algn="l" fontAlgn="t"/>
                      <a:r>
                        <a:rPr lang="en-GB" sz="1200" b="0">
                          <a:effectLst/>
                          <a:latin typeface="+mn-lt"/>
                        </a:rPr>
                        <a:t> 9</a:t>
                      </a:r>
                    </a:p>
                  </a:txBody>
                  <a:tcPr>
                    <a:lnL>
                      <a:noFill/>
                    </a:lnL>
                    <a:lnR>
                      <a:noFill/>
                    </a:lnR>
                    <a:lnT>
                      <a:noFill/>
                    </a:lnT>
                    <a:lnB>
                      <a:noFill/>
                    </a:lnB>
                    <a:solidFill>
                      <a:srgbClr val="FFFFFF"/>
                    </a:solidFill>
                  </a:tcPr>
                </a:tc>
                <a:tc>
                  <a:txBody>
                    <a:bodyPr/>
                    <a:lstStyle/>
                    <a:p>
                      <a:pPr algn="l" fontAlgn="t"/>
                      <a:r>
                        <a:rPr lang="en-GB" sz="1200" b="0">
                          <a:effectLst/>
                          <a:latin typeface="+mn-lt"/>
                        </a:rPr>
                        <a:t>7</a:t>
                      </a:r>
                    </a:p>
                  </a:txBody>
                  <a:tcPr>
                    <a:lnL>
                      <a:noFill/>
                    </a:lnL>
                    <a:lnR>
                      <a:noFill/>
                    </a:lnR>
                    <a:lnT>
                      <a:noFill/>
                    </a:lnT>
                    <a:lnB>
                      <a:noFill/>
                    </a:lnB>
                    <a:solidFill>
                      <a:srgbClr val="FFFFFF"/>
                    </a:solidFill>
                  </a:tcPr>
                </a:tc>
                <a:extLst>
                  <a:ext uri="{0D108BD9-81ED-4DB2-BD59-A6C34878D82A}">
                    <a16:rowId xmlns:a16="http://schemas.microsoft.com/office/drawing/2014/main" val="3181156331"/>
                  </a:ext>
                </a:extLst>
              </a:tr>
              <a:tr h="156017">
                <a:tc>
                  <a:txBody>
                    <a:bodyPr/>
                    <a:lstStyle/>
                    <a:p>
                      <a:pPr algn="l" fontAlgn="t"/>
                      <a:r>
                        <a:rPr lang="en-GB" sz="1200" b="0">
                          <a:effectLst/>
                          <a:latin typeface="+mn-lt"/>
                        </a:rPr>
                        <a:t>18–65</a:t>
                      </a:r>
                    </a:p>
                  </a:txBody>
                  <a:tcPr>
                    <a:lnL>
                      <a:noFill/>
                    </a:lnL>
                    <a:lnR>
                      <a:noFill/>
                    </a:lnR>
                    <a:lnT>
                      <a:noFill/>
                    </a:lnT>
                    <a:lnB>
                      <a:noFill/>
                    </a:lnB>
                    <a:solidFill>
                      <a:srgbClr val="EEF2F6"/>
                    </a:solidFill>
                  </a:tcPr>
                </a:tc>
                <a:tc>
                  <a:txBody>
                    <a:bodyPr/>
                    <a:lstStyle/>
                    <a:p>
                      <a:pPr algn="l" fontAlgn="t"/>
                      <a:r>
                        <a:rPr lang="en-GB" sz="1200" b="0">
                          <a:effectLst/>
                          <a:latin typeface="+mn-lt"/>
                        </a:rPr>
                        <a:t>12</a:t>
                      </a:r>
                    </a:p>
                  </a:txBody>
                  <a:tcPr>
                    <a:lnL>
                      <a:noFill/>
                    </a:lnL>
                    <a:lnR>
                      <a:noFill/>
                    </a:lnR>
                    <a:lnT>
                      <a:noFill/>
                    </a:lnT>
                    <a:lnB>
                      <a:noFill/>
                    </a:lnB>
                    <a:solidFill>
                      <a:srgbClr val="EEF2F6"/>
                    </a:solidFill>
                  </a:tcPr>
                </a:tc>
                <a:tc>
                  <a:txBody>
                    <a:bodyPr/>
                    <a:lstStyle/>
                    <a:p>
                      <a:pPr algn="l" fontAlgn="t"/>
                      <a:r>
                        <a:rPr lang="en-GB" sz="1200" b="0">
                          <a:effectLst/>
                          <a:latin typeface="+mn-lt"/>
                        </a:rPr>
                        <a:t> 6</a:t>
                      </a:r>
                    </a:p>
                  </a:txBody>
                  <a:tcPr>
                    <a:lnL>
                      <a:noFill/>
                    </a:lnL>
                    <a:lnR>
                      <a:noFill/>
                    </a:lnR>
                    <a:lnT>
                      <a:noFill/>
                    </a:lnT>
                    <a:lnB>
                      <a:noFill/>
                    </a:lnB>
                    <a:solidFill>
                      <a:srgbClr val="EEF2F6"/>
                    </a:solidFill>
                  </a:tcPr>
                </a:tc>
                <a:tc>
                  <a:txBody>
                    <a:bodyPr/>
                    <a:lstStyle/>
                    <a:p>
                      <a:pPr algn="l" fontAlgn="t"/>
                      <a:r>
                        <a:rPr lang="en-GB" sz="1200" b="0">
                          <a:effectLst/>
                          <a:latin typeface="+mn-lt"/>
                        </a:rPr>
                        <a:t>2</a:t>
                      </a:r>
                    </a:p>
                  </a:txBody>
                  <a:tcPr>
                    <a:lnL>
                      <a:noFill/>
                    </a:lnL>
                    <a:lnR>
                      <a:noFill/>
                    </a:lnR>
                    <a:lnT>
                      <a:noFill/>
                    </a:lnT>
                    <a:lnB>
                      <a:noFill/>
                    </a:lnB>
                    <a:solidFill>
                      <a:srgbClr val="EEF2F6"/>
                    </a:solidFill>
                  </a:tcPr>
                </a:tc>
                <a:extLst>
                  <a:ext uri="{0D108BD9-81ED-4DB2-BD59-A6C34878D82A}">
                    <a16:rowId xmlns:a16="http://schemas.microsoft.com/office/drawing/2014/main" val="3520235410"/>
                  </a:ext>
                </a:extLst>
              </a:tr>
              <a:tr h="156017">
                <a:tc>
                  <a:txBody>
                    <a:bodyPr/>
                    <a:lstStyle/>
                    <a:p>
                      <a:pPr algn="l" fontAlgn="t"/>
                      <a:r>
                        <a:rPr lang="en-GB" sz="1200" b="0">
                          <a:effectLst/>
                          <a:latin typeface="+mn-lt"/>
                        </a:rPr>
                        <a:t>≥ 65</a:t>
                      </a:r>
                    </a:p>
                  </a:txBody>
                  <a:tcPr>
                    <a:lnL>
                      <a:noFill/>
                    </a:lnL>
                    <a:lnR>
                      <a:noFill/>
                    </a:lnR>
                    <a:lnT>
                      <a:noFill/>
                    </a:lnT>
                    <a:lnB>
                      <a:noFill/>
                    </a:lnB>
                    <a:solidFill>
                      <a:srgbClr val="FFFFFF"/>
                    </a:solidFill>
                  </a:tcPr>
                </a:tc>
                <a:tc>
                  <a:txBody>
                    <a:bodyPr/>
                    <a:lstStyle/>
                    <a:p>
                      <a:pPr algn="l" fontAlgn="t"/>
                      <a:r>
                        <a:rPr lang="en-GB" sz="1200" b="0">
                          <a:effectLst/>
                          <a:latin typeface="+mn-lt"/>
                        </a:rPr>
                        <a:t> 4</a:t>
                      </a:r>
                    </a:p>
                  </a:txBody>
                  <a:tcPr>
                    <a:lnL>
                      <a:noFill/>
                    </a:lnL>
                    <a:lnR>
                      <a:noFill/>
                    </a:lnR>
                    <a:lnT>
                      <a:noFill/>
                    </a:lnT>
                    <a:lnB>
                      <a:noFill/>
                    </a:lnB>
                    <a:solidFill>
                      <a:srgbClr val="FFFFFF"/>
                    </a:solidFill>
                  </a:tcPr>
                </a:tc>
                <a:tc>
                  <a:txBody>
                    <a:bodyPr/>
                    <a:lstStyle/>
                    <a:p>
                      <a:pPr algn="l" fontAlgn="t"/>
                      <a:r>
                        <a:rPr lang="en-GB" sz="1200" b="0">
                          <a:effectLst/>
                          <a:latin typeface="+mn-lt"/>
                        </a:rPr>
                        <a:t>15</a:t>
                      </a:r>
                    </a:p>
                  </a:txBody>
                  <a:tcPr>
                    <a:lnL>
                      <a:noFill/>
                    </a:lnL>
                    <a:lnR>
                      <a:noFill/>
                    </a:lnR>
                    <a:lnT>
                      <a:noFill/>
                    </a:lnT>
                    <a:lnB>
                      <a:noFill/>
                    </a:lnB>
                    <a:solidFill>
                      <a:srgbClr val="FFFFFF"/>
                    </a:solidFill>
                  </a:tcPr>
                </a:tc>
                <a:tc>
                  <a:txBody>
                    <a:bodyPr/>
                    <a:lstStyle/>
                    <a:p>
                      <a:pPr algn="l" fontAlgn="t"/>
                      <a:r>
                        <a:rPr lang="en-GB" sz="1200" b="0" dirty="0">
                          <a:effectLst/>
                          <a:latin typeface="+mn-lt"/>
                        </a:rPr>
                        <a:t>1</a:t>
                      </a:r>
                    </a:p>
                  </a:txBody>
                  <a:tcPr>
                    <a:lnL>
                      <a:noFill/>
                    </a:lnL>
                    <a:lnR>
                      <a:noFill/>
                    </a:lnR>
                    <a:lnT>
                      <a:noFill/>
                    </a:lnT>
                    <a:lnB>
                      <a:noFill/>
                    </a:lnB>
                    <a:solidFill>
                      <a:srgbClr val="FFFFFF"/>
                    </a:solidFill>
                  </a:tcPr>
                </a:tc>
                <a:extLst>
                  <a:ext uri="{0D108BD9-81ED-4DB2-BD59-A6C34878D82A}">
                    <a16:rowId xmlns:a16="http://schemas.microsoft.com/office/drawing/2014/main" val="1565400431"/>
                  </a:ext>
                </a:extLst>
              </a:tr>
            </a:tbl>
          </a:graphicData>
        </a:graphic>
      </p:graphicFrame>
      <p:sp>
        <p:nvSpPr>
          <p:cNvPr id="12" name="TextBox 11">
            <a:extLst>
              <a:ext uri="{FF2B5EF4-FFF2-40B4-BE49-F238E27FC236}">
                <a16:creationId xmlns:a16="http://schemas.microsoft.com/office/drawing/2014/main" id="{1B832D79-012A-555E-9490-C7F098AAA325}"/>
              </a:ext>
            </a:extLst>
          </p:cNvPr>
          <p:cNvSpPr txBox="1"/>
          <p:nvPr/>
        </p:nvSpPr>
        <p:spPr>
          <a:xfrm>
            <a:off x="4967689" y="1600200"/>
            <a:ext cx="3924791" cy="2123658"/>
          </a:xfrm>
          <a:prstGeom prst="rect">
            <a:avLst/>
          </a:prstGeom>
          <a:solidFill>
            <a:schemeClr val="accent1">
              <a:lumMod val="20000"/>
              <a:lumOff val="80000"/>
            </a:schemeClr>
          </a:solidFill>
        </p:spPr>
        <p:txBody>
          <a:bodyPr wrap="square" rtlCol="0">
            <a:spAutoFit/>
          </a:bodyPr>
          <a:lstStyle/>
          <a:p>
            <a:r>
              <a:rPr lang="en-GB" sz="1800" dirty="0">
                <a:latin typeface="+mn-lt"/>
              </a:rPr>
              <a:t>The degree of freedom of a Chi-squared test is calculated by the following equation:</a:t>
            </a:r>
          </a:p>
          <a:p>
            <a:r>
              <a:rPr lang="en-GB" sz="1400" dirty="0">
                <a:latin typeface="+mn-lt"/>
              </a:rPr>
              <a:t>Degree of freedom = </a:t>
            </a:r>
          </a:p>
          <a:p>
            <a:r>
              <a:rPr lang="en-GB" sz="1400" dirty="0">
                <a:latin typeface="+mn-lt"/>
              </a:rPr>
              <a:t>(</a:t>
            </a:r>
            <a:r>
              <a:rPr lang="en-GB" sz="1400" dirty="0">
                <a:solidFill>
                  <a:schemeClr val="accent1">
                    <a:lumMod val="75000"/>
                  </a:schemeClr>
                </a:solidFill>
                <a:latin typeface="+mn-lt"/>
              </a:rPr>
              <a:t>Number of rows </a:t>
            </a:r>
            <a:r>
              <a:rPr lang="en-GB" sz="1400" dirty="0">
                <a:latin typeface="+mn-lt"/>
              </a:rPr>
              <a:t>– 1) x (</a:t>
            </a:r>
            <a:r>
              <a:rPr lang="en-GB" sz="1400" dirty="0">
                <a:solidFill>
                  <a:schemeClr val="accent6">
                    <a:lumMod val="75000"/>
                  </a:schemeClr>
                </a:solidFill>
                <a:latin typeface="+mn-lt"/>
              </a:rPr>
              <a:t>Number of columns  </a:t>
            </a:r>
            <a:r>
              <a:rPr lang="en-GB" sz="1400" dirty="0">
                <a:latin typeface="+mn-lt"/>
              </a:rPr>
              <a:t>– 1) =</a:t>
            </a:r>
          </a:p>
          <a:p>
            <a:r>
              <a:rPr lang="en-GB" sz="1400" dirty="0">
                <a:latin typeface="+mn-lt"/>
              </a:rPr>
              <a:t>(3-1) x (3-1) = 4</a:t>
            </a:r>
          </a:p>
          <a:p>
            <a:endParaRPr lang="en-GB" sz="1800" dirty="0">
              <a:latin typeface="+mn-lt"/>
            </a:endParaRPr>
          </a:p>
          <a:p>
            <a:r>
              <a:rPr lang="el-GR" sz="1800" dirty="0">
                <a:latin typeface="+mn-lt"/>
              </a:rPr>
              <a:t>Χ</a:t>
            </a:r>
            <a:r>
              <a:rPr lang="el-GR" sz="1800" baseline="30000" dirty="0">
                <a:latin typeface="+mn-lt"/>
              </a:rPr>
              <a:t>2</a:t>
            </a:r>
            <a:r>
              <a:rPr lang="el-GR" sz="1800" dirty="0">
                <a:latin typeface="+mn-lt"/>
              </a:rPr>
              <a:t>(</a:t>
            </a:r>
            <a:r>
              <a:rPr lang="en-GB" sz="1800" dirty="0">
                <a:latin typeface="+mn-lt"/>
              </a:rPr>
              <a:t>4</a:t>
            </a:r>
            <a:r>
              <a:rPr lang="el-GR" sz="1800" dirty="0">
                <a:latin typeface="+mn-lt"/>
              </a:rPr>
              <a:t>)</a:t>
            </a:r>
            <a:r>
              <a:rPr lang="en-GB" sz="1800" dirty="0">
                <a:latin typeface="+mn-lt"/>
              </a:rPr>
              <a:t> = 16.8, p &lt; 0. 05</a:t>
            </a:r>
          </a:p>
        </p:txBody>
      </p:sp>
      <p:pic>
        <p:nvPicPr>
          <p:cNvPr id="14" name="Picture 13" descr="Chi-square results&#10;">
            <a:extLst>
              <a:ext uri="{FF2B5EF4-FFF2-40B4-BE49-F238E27FC236}">
                <a16:creationId xmlns:a16="http://schemas.microsoft.com/office/drawing/2014/main" id="{655A3DF7-BB02-3A2A-69E5-201FB0116C44}"/>
              </a:ext>
            </a:extLst>
          </p:cNvPr>
          <p:cNvPicPr>
            <a:picLocks noChangeAspect="1"/>
          </p:cNvPicPr>
          <p:nvPr/>
        </p:nvPicPr>
        <p:blipFill>
          <a:blip r:embed="rId2"/>
          <a:stretch>
            <a:fillRect/>
          </a:stretch>
        </p:blipFill>
        <p:spPr>
          <a:xfrm>
            <a:off x="0" y="3819525"/>
            <a:ext cx="5086350" cy="2276475"/>
          </a:xfrm>
          <a:prstGeom prst="rect">
            <a:avLst/>
          </a:prstGeom>
        </p:spPr>
      </p:pic>
      <p:pic>
        <p:nvPicPr>
          <p:cNvPr id="16" name="Picture 15" descr="Chi-square results">
            <a:extLst>
              <a:ext uri="{FF2B5EF4-FFF2-40B4-BE49-F238E27FC236}">
                <a16:creationId xmlns:a16="http://schemas.microsoft.com/office/drawing/2014/main" id="{6B8495CE-2F29-3C6A-5DA3-76FF1AF00AD5}"/>
              </a:ext>
            </a:extLst>
          </p:cNvPr>
          <p:cNvPicPr>
            <a:picLocks noChangeAspect="1"/>
          </p:cNvPicPr>
          <p:nvPr/>
        </p:nvPicPr>
        <p:blipFill>
          <a:blip r:embed="rId3"/>
          <a:stretch>
            <a:fillRect/>
          </a:stretch>
        </p:blipFill>
        <p:spPr>
          <a:xfrm>
            <a:off x="5162550" y="4091749"/>
            <a:ext cx="3981450" cy="2038350"/>
          </a:xfrm>
          <a:prstGeom prst="rect">
            <a:avLst/>
          </a:prstGeom>
        </p:spPr>
      </p:pic>
      <p:cxnSp>
        <p:nvCxnSpPr>
          <p:cNvPr id="7" name="Straight Arrow Connector 6">
            <a:extLst>
              <a:ext uri="{FF2B5EF4-FFF2-40B4-BE49-F238E27FC236}">
                <a16:creationId xmlns:a16="http://schemas.microsoft.com/office/drawing/2014/main" id="{0988F509-E29A-3E2F-B18A-76B1557DB282}"/>
              </a:ext>
            </a:extLst>
          </p:cNvPr>
          <p:cNvCxnSpPr>
            <a:cxnSpLocks/>
          </p:cNvCxnSpPr>
          <p:nvPr/>
        </p:nvCxnSpPr>
        <p:spPr>
          <a:xfrm flipH="1">
            <a:off x="971600" y="2780928"/>
            <a:ext cx="3996089" cy="72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ight Brace 9">
            <a:extLst>
              <a:ext uri="{FF2B5EF4-FFF2-40B4-BE49-F238E27FC236}">
                <a16:creationId xmlns:a16="http://schemas.microsoft.com/office/drawing/2014/main" id="{F26E5159-AFE2-3817-08AF-EDE4833B9EE8}"/>
              </a:ext>
            </a:extLst>
          </p:cNvPr>
          <p:cNvSpPr/>
          <p:nvPr/>
        </p:nvSpPr>
        <p:spPr>
          <a:xfrm>
            <a:off x="755576" y="2492896"/>
            <a:ext cx="108366" cy="7200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Right Brace 12">
            <a:extLst>
              <a:ext uri="{FF2B5EF4-FFF2-40B4-BE49-F238E27FC236}">
                <a16:creationId xmlns:a16="http://schemas.microsoft.com/office/drawing/2014/main" id="{BB3BBCD6-942E-B0DC-8A1E-F0D78F5ADEE9}"/>
              </a:ext>
            </a:extLst>
          </p:cNvPr>
          <p:cNvSpPr/>
          <p:nvPr/>
        </p:nvSpPr>
        <p:spPr>
          <a:xfrm rot="5400000">
            <a:off x="2707645" y="1327969"/>
            <a:ext cx="128310" cy="23042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17" name="Straight Arrow Connector 16">
            <a:extLst>
              <a:ext uri="{FF2B5EF4-FFF2-40B4-BE49-F238E27FC236}">
                <a16:creationId xmlns:a16="http://schemas.microsoft.com/office/drawing/2014/main" id="{40EF4885-DDEE-5A05-7F34-27B48E17E143}"/>
              </a:ext>
            </a:extLst>
          </p:cNvPr>
          <p:cNvCxnSpPr/>
          <p:nvPr/>
        </p:nvCxnSpPr>
        <p:spPr>
          <a:xfrm flipH="1" flipV="1">
            <a:off x="3275856" y="2544252"/>
            <a:ext cx="3816424" cy="236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2827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26283-EDB9-6C3C-9B26-F82ADBBDACCF}"/>
              </a:ext>
            </a:extLst>
          </p:cNvPr>
          <p:cNvSpPr>
            <a:spLocks noGrp="1"/>
          </p:cNvSpPr>
          <p:nvPr>
            <p:ph type="title"/>
          </p:nvPr>
        </p:nvSpPr>
        <p:spPr>
          <a:xfrm>
            <a:off x="609600" y="106257"/>
            <a:ext cx="6983688" cy="990600"/>
          </a:xfrm>
        </p:spPr>
        <p:txBody>
          <a:bodyPr>
            <a:normAutofit fontScale="90000"/>
          </a:bodyPr>
          <a:lstStyle/>
          <a:p>
            <a:pPr>
              <a:lnSpc>
                <a:spcPts val="3500"/>
              </a:lnSpc>
            </a:pPr>
            <a:r>
              <a:rPr lang="en-GB" dirty="0"/>
              <a:t>Chi-Squared Test</a:t>
            </a:r>
            <a:r>
              <a:rPr lang="el-GR" dirty="0"/>
              <a:t> </a:t>
            </a:r>
            <a:r>
              <a:rPr lang="en-GB" dirty="0"/>
              <a:t>interpretation of the results</a:t>
            </a:r>
          </a:p>
        </p:txBody>
      </p:sp>
      <p:sp>
        <p:nvSpPr>
          <p:cNvPr id="4" name="Footer Placeholder 3">
            <a:extLst>
              <a:ext uri="{FF2B5EF4-FFF2-40B4-BE49-F238E27FC236}">
                <a16:creationId xmlns:a16="http://schemas.microsoft.com/office/drawing/2014/main" id="{A2007018-AA6E-CD97-41A6-70D02F2C389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5677174-219C-7318-8705-39932A67E1A2}"/>
              </a:ext>
            </a:extLst>
          </p:cNvPr>
          <p:cNvSpPr>
            <a:spLocks noGrp="1"/>
          </p:cNvSpPr>
          <p:nvPr>
            <p:ph type="sldNum" sz="quarter" idx="4"/>
          </p:nvPr>
        </p:nvSpPr>
        <p:spPr/>
        <p:txBody>
          <a:bodyPr/>
          <a:lstStyle/>
          <a:p>
            <a:fld id="{9FD7ECCF-50E7-4327-B945-FA93FF7B2BEF}" type="slidenum">
              <a:rPr lang="en-US" smtClean="0"/>
              <a:pPr/>
              <a:t>19</a:t>
            </a:fld>
            <a:r>
              <a:rPr lang="en-GB"/>
              <a:t>/40</a:t>
            </a:r>
            <a:endParaRPr lang="en-US" dirty="0"/>
          </a:p>
        </p:txBody>
      </p:sp>
      <p:pic>
        <p:nvPicPr>
          <p:cNvPr id="8" name="Picture 7" descr="frmula">
            <a:extLst>
              <a:ext uri="{FF2B5EF4-FFF2-40B4-BE49-F238E27FC236}">
                <a16:creationId xmlns:a16="http://schemas.microsoft.com/office/drawing/2014/main" id="{F9D9192D-9BF1-6CFD-EBC6-FE92B73EABF3}"/>
              </a:ext>
            </a:extLst>
          </p:cNvPr>
          <p:cNvPicPr>
            <a:picLocks noChangeAspect="1"/>
          </p:cNvPicPr>
          <p:nvPr/>
        </p:nvPicPr>
        <p:blipFill>
          <a:blip r:embed="rId2"/>
          <a:stretch>
            <a:fillRect/>
          </a:stretch>
        </p:blipFill>
        <p:spPr>
          <a:xfrm>
            <a:off x="4860032" y="1076426"/>
            <a:ext cx="4068447" cy="1009227"/>
          </a:xfrm>
          <a:prstGeom prst="rect">
            <a:avLst/>
          </a:prstGeom>
          <a:ln>
            <a:noFill/>
          </a:ln>
          <a:effectLst>
            <a:outerShdw blurRad="292100" dist="139700" dir="2700000" algn="tl" rotWithShape="0">
              <a:srgbClr val="333333">
                <a:alpha val="65000"/>
              </a:srgbClr>
            </a:outerShdw>
          </a:effectLst>
        </p:spPr>
      </p:pic>
      <p:sp>
        <p:nvSpPr>
          <p:cNvPr id="78" name="TextBox 77">
            <a:extLst>
              <a:ext uri="{FF2B5EF4-FFF2-40B4-BE49-F238E27FC236}">
                <a16:creationId xmlns:a16="http://schemas.microsoft.com/office/drawing/2014/main" id="{8BB6F307-2CB2-E468-849B-192889AE00E7}"/>
              </a:ext>
            </a:extLst>
          </p:cNvPr>
          <p:cNvSpPr txBox="1"/>
          <p:nvPr/>
        </p:nvSpPr>
        <p:spPr>
          <a:xfrm>
            <a:off x="4660985" y="2218033"/>
            <a:ext cx="4394030" cy="4355038"/>
          </a:xfrm>
          <a:prstGeom prst="rect">
            <a:avLst/>
          </a:prstGeom>
          <a:solidFill>
            <a:schemeClr val="accent1">
              <a:lumMod val="20000"/>
              <a:lumOff val="80000"/>
            </a:schemeClr>
          </a:solidFill>
        </p:spPr>
        <p:txBody>
          <a:bodyPr wrap="square" rtlCol="0">
            <a:spAutoFit/>
          </a:bodyPr>
          <a:lstStyle/>
          <a:p>
            <a:r>
              <a:rPr lang="el-GR" sz="1800" dirty="0">
                <a:latin typeface="+mn-lt"/>
              </a:rPr>
              <a:t>Χ</a:t>
            </a:r>
            <a:r>
              <a:rPr lang="el-GR" sz="1800" baseline="30000" dirty="0">
                <a:latin typeface="+mn-lt"/>
              </a:rPr>
              <a:t>2</a:t>
            </a:r>
            <a:r>
              <a:rPr lang="el-GR" sz="1800" dirty="0">
                <a:latin typeface="+mn-lt"/>
              </a:rPr>
              <a:t>(</a:t>
            </a:r>
            <a:r>
              <a:rPr lang="en-GB" sz="1800" dirty="0">
                <a:latin typeface="+mn-lt"/>
              </a:rPr>
              <a:t>4</a:t>
            </a:r>
            <a:r>
              <a:rPr lang="el-GR" sz="1800" dirty="0">
                <a:latin typeface="+mn-lt"/>
              </a:rPr>
              <a:t>)</a:t>
            </a:r>
            <a:r>
              <a:rPr lang="en-GB" sz="1800" dirty="0">
                <a:latin typeface="+mn-lt"/>
              </a:rPr>
              <a:t> = 16.8, p &lt; 0. 05 </a:t>
            </a:r>
            <a:r>
              <a:rPr lang="en-GB" sz="1800" b="0" i="0" dirty="0">
                <a:solidFill>
                  <a:srgbClr val="000000"/>
                </a:solidFill>
                <a:effectLst/>
                <a:latin typeface="+mn-lt"/>
              </a:rPr>
              <a:t>thus we reject the null hypothesis.</a:t>
            </a:r>
          </a:p>
          <a:p>
            <a:endParaRPr lang="en-GB" sz="1800" dirty="0">
              <a:solidFill>
                <a:srgbClr val="000000"/>
              </a:solidFill>
              <a:latin typeface="+mn-lt"/>
            </a:endParaRPr>
          </a:p>
          <a:p>
            <a:pPr>
              <a:spcBef>
                <a:spcPts val="600"/>
              </a:spcBef>
            </a:pPr>
            <a:r>
              <a:rPr lang="en-GB" sz="1800" b="0" i="0" dirty="0">
                <a:solidFill>
                  <a:srgbClr val="000000"/>
                </a:solidFill>
                <a:effectLst/>
                <a:latin typeface="+mn-lt"/>
              </a:rPr>
              <a:t>The Chi-Square test value is </a:t>
            </a:r>
            <a:r>
              <a:rPr lang="en-GB" sz="1800" b="1" i="0" dirty="0">
                <a:solidFill>
                  <a:srgbClr val="000000"/>
                </a:solidFill>
                <a:effectLst/>
                <a:latin typeface="+mn-lt"/>
              </a:rPr>
              <a:t>16.8</a:t>
            </a:r>
            <a:r>
              <a:rPr lang="en-GB" sz="1800" b="0" i="0" dirty="0">
                <a:solidFill>
                  <a:srgbClr val="000000"/>
                </a:solidFill>
                <a:effectLst/>
                <a:latin typeface="+mn-lt"/>
              </a:rPr>
              <a:t> </a:t>
            </a:r>
          </a:p>
          <a:p>
            <a:pPr>
              <a:spcBef>
                <a:spcPts val="600"/>
              </a:spcBef>
              <a:spcAft>
                <a:spcPts val="600"/>
              </a:spcAft>
            </a:pPr>
            <a:r>
              <a:rPr lang="en-GB" sz="1800" b="0" i="0" dirty="0">
                <a:solidFill>
                  <a:srgbClr val="000000"/>
                </a:solidFill>
                <a:effectLst/>
                <a:latin typeface="+mn-lt"/>
              </a:rPr>
              <a:t>The critical value for the test in the Chi-Square distribution table is determined by the cross-section of degrees of freedom and 0.05 alpha level, as we are looking at a confidence interval 95%.</a:t>
            </a:r>
          </a:p>
          <a:p>
            <a:pPr>
              <a:spcBef>
                <a:spcPts val="600"/>
              </a:spcBef>
            </a:pPr>
            <a:r>
              <a:rPr lang="en-GB" sz="1800" b="0" i="0" dirty="0">
                <a:solidFill>
                  <a:srgbClr val="000000"/>
                </a:solidFill>
                <a:effectLst/>
                <a:latin typeface="+mn-lt"/>
              </a:rPr>
              <a:t>Thus, according to the Chi-Square distribution table, the critical value of the test is</a:t>
            </a:r>
            <a:r>
              <a:rPr lang="en-GB" sz="1800" dirty="0">
                <a:solidFill>
                  <a:srgbClr val="000000"/>
                </a:solidFill>
                <a:latin typeface="+mn-lt"/>
              </a:rPr>
              <a:t> </a:t>
            </a:r>
            <a:r>
              <a:rPr lang="en-GB" sz="1800" b="1" dirty="0">
                <a:solidFill>
                  <a:srgbClr val="000000"/>
                </a:solidFill>
                <a:latin typeface="+mn-lt"/>
              </a:rPr>
              <a:t>9.49</a:t>
            </a:r>
          </a:p>
          <a:p>
            <a:pPr>
              <a:spcBef>
                <a:spcPts val="600"/>
              </a:spcBef>
            </a:pPr>
            <a:r>
              <a:rPr lang="en-GB" sz="1800" dirty="0">
                <a:solidFill>
                  <a:srgbClr val="000000"/>
                </a:solidFill>
                <a:latin typeface="+mn-lt"/>
              </a:rPr>
              <a:t>Our </a:t>
            </a:r>
            <a:r>
              <a:rPr lang="el-GR" sz="1800" dirty="0">
                <a:latin typeface="+mn-lt"/>
              </a:rPr>
              <a:t>Χ</a:t>
            </a:r>
            <a:r>
              <a:rPr lang="el-GR" sz="1800" baseline="30000" dirty="0">
                <a:latin typeface="+mn-lt"/>
              </a:rPr>
              <a:t>2</a:t>
            </a:r>
            <a:r>
              <a:rPr lang="el-GR" sz="1800" dirty="0">
                <a:latin typeface="+mn-lt"/>
              </a:rPr>
              <a:t>(</a:t>
            </a:r>
            <a:r>
              <a:rPr lang="en-GB" sz="1800" dirty="0">
                <a:latin typeface="+mn-lt"/>
              </a:rPr>
              <a:t>1</a:t>
            </a:r>
            <a:r>
              <a:rPr lang="el-GR" sz="1800" dirty="0">
                <a:latin typeface="+mn-lt"/>
              </a:rPr>
              <a:t>)</a:t>
            </a:r>
            <a:r>
              <a:rPr lang="en-GB" sz="1800" dirty="0">
                <a:latin typeface="+mn-lt"/>
              </a:rPr>
              <a:t> = </a:t>
            </a:r>
            <a:r>
              <a:rPr lang="en-GB" sz="1800" b="1" dirty="0">
                <a:latin typeface="+mn-lt"/>
              </a:rPr>
              <a:t>16.8</a:t>
            </a:r>
            <a:r>
              <a:rPr lang="en-GB" sz="1800" dirty="0">
                <a:latin typeface="+mn-lt"/>
              </a:rPr>
              <a:t> is larger than the </a:t>
            </a:r>
            <a:r>
              <a:rPr lang="en-GB" sz="1800" b="1" dirty="0">
                <a:latin typeface="+mn-lt"/>
              </a:rPr>
              <a:t>9.49</a:t>
            </a:r>
            <a:r>
              <a:rPr lang="en-GB" sz="1800" dirty="0">
                <a:latin typeface="+mn-lt"/>
              </a:rPr>
              <a:t> </a:t>
            </a:r>
            <a:r>
              <a:rPr lang="en-GB" sz="1800" b="0" i="0" dirty="0">
                <a:solidFill>
                  <a:srgbClr val="000000"/>
                </a:solidFill>
                <a:effectLst/>
                <a:latin typeface="+mn-lt"/>
              </a:rPr>
              <a:t>thus we reject the null hypothesis</a:t>
            </a:r>
            <a:endParaRPr lang="en-GB" sz="1800" dirty="0">
              <a:latin typeface="+mn-lt"/>
            </a:endParaRPr>
          </a:p>
          <a:p>
            <a:endParaRPr lang="en-GB" sz="1800" dirty="0">
              <a:latin typeface="+mn-lt"/>
            </a:endParaRPr>
          </a:p>
        </p:txBody>
      </p:sp>
      <p:sp>
        <p:nvSpPr>
          <p:cNvPr id="10" name="Content Placeholder 2">
            <a:extLst>
              <a:ext uri="{FF2B5EF4-FFF2-40B4-BE49-F238E27FC236}">
                <a16:creationId xmlns:a16="http://schemas.microsoft.com/office/drawing/2014/main" id="{6A10C5F5-B408-CD7C-8A7B-909C28A90725}"/>
              </a:ext>
            </a:extLst>
          </p:cNvPr>
          <p:cNvSpPr>
            <a:spLocks noGrp="1"/>
          </p:cNvSpPr>
          <p:nvPr>
            <p:ph sz="quarter" idx="1"/>
          </p:nvPr>
        </p:nvSpPr>
        <p:spPr>
          <a:xfrm>
            <a:off x="728556" y="3553076"/>
            <a:ext cx="3085023" cy="539857"/>
          </a:xfrm>
        </p:spPr>
        <p:txBody>
          <a:bodyPr>
            <a:normAutofit fontScale="92500"/>
          </a:bodyPr>
          <a:lstStyle/>
          <a:p>
            <a:pPr marL="0" indent="0">
              <a:buNone/>
            </a:pPr>
            <a:r>
              <a:rPr lang="en-GB" sz="1800" dirty="0">
                <a:hlinkClick r:id="rId3"/>
              </a:rPr>
              <a:t>Chi-square Distribution Table link </a:t>
            </a:r>
            <a:endParaRPr lang="en-GB" sz="1800" dirty="0"/>
          </a:p>
          <a:p>
            <a:endParaRPr lang="en-GB" sz="1800" dirty="0"/>
          </a:p>
        </p:txBody>
      </p:sp>
      <p:pic>
        <p:nvPicPr>
          <p:cNvPr id="7" name="Picture 6" descr="Chi-square table">
            <a:extLst>
              <a:ext uri="{FF2B5EF4-FFF2-40B4-BE49-F238E27FC236}">
                <a16:creationId xmlns:a16="http://schemas.microsoft.com/office/drawing/2014/main" id="{28FCB3A9-E2B2-56D9-D9D9-F1659C0609CD}"/>
              </a:ext>
            </a:extLst>
          </p:cNvPr>
          <p:cNvPicPr>
            <a:picLocks noChangeAspect="1"/>
          </p:cNvPicPr>
          <p:nvPr/>
        </p:nvPicPr>
        <p:blipFill>
          <a:blip r:embed="rId4"/>
          <a:stretch>
            <a:fillRect/>
          </a:stretch>
        </p:blipFill>
        <p:spPr>
          <a:xfrm>
            <a:off x="88985" y="4079372"/>
            <a:ext cx="4445122" cy="1779239"/>
          </a:xfrm>
          <a:prstGeom prst="rect">
            <a:avLst/>
          </a:prstGeom>
        </p:spPr>
      </p:pic>
      <p:cxnSp>
        <p:nvCxnSpPr>
          <p:cNvPr id="9" name="Straight Arrow Connector 8">
            <a:extLst>
              <a:ext uri="{FF2B5EF4-FFF2-40B4-BE49-F238E27FC236}">
                <a16:creationId xmlns:a16="http://schemas.microsoft.com/office/drawing/2014/main" id="{2A8CD674-E05F-4839-9244-E2316A49C3F1}"/>
              </a:ext>
            </a:extLst>
          </p:cNvPr>
          <p:cNvCxnSpPr>
            <a:cxnSpLocks/>
          </p:cNvCxnSpPr>
          <p:nvPr/>
        </p:nvCxnSpPr>
        <p:spPr>
          <a:xfrm flipH="1" flipV="1">
            <a:off x="3491880" y="5214109"/>
            <a:ext cx="1169105" cy="1362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13" name="Picture 12" descr="Chi-square results">
            <a:extLst>
              <a:ext uri="{FF2B5EF4-FFF2-40B4-BE49-F238E27FC236}">
                <a16:creationId xmlns:a16="http://schemas.microsoft.com/office/drawing/2014/main" id="{80D44A41-3900-C55F-8870-E487E88BABC4}"/>
              </a:ext>
            </a:extLst>
          </p:cNvPr>
          <p:cNvPicPr>
            <a:picLocks noChangeAspect="1"/>
          </p:cNvPicPr>
          <p:nvPr/>
        </p:nvPicPr>
        <p:blipFill>
          <a:blip r:embed="rId5"/>
          <a:stretch>
            <a:fillRect/>
          </a:stretch>
        </p:blipFill>
        <p:spPr>
          <a:xfrm>
            <a:off x="533400" y="1697397"/>
            <a:ext cx="3475336" cy="1779239"/>
          </a:xfrm>
          <a:prstGeom prst="rect">
            <a:avLst/>
          </a:prstGeom>
        </p:spPr>
      </p:pic>
    </p:spTree>
    <p:extLst>
      <p:ext uri="{BB962C8B-B14F-4D97-AF65-F5344CB8AC3E}">
        <p14:creationId xmlns:p14="http://schemas.microsoft.com/office/powerpoint/2010/main" val="2280340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26486-30D0-1F2C-7598-56E5A429D576}"/>
              </a:ext>
            </a:extLst>
          </p:cNvPr>
          <p:cNvSpPr>
            <a:spLocks noGrp="1"/>
          </p:cNvSpPr>
          <p:nvPr>
            <p:ph type="title"/>
          </p:nvPr>
        </p:nvSpPr>
        <p:spPr>
          <a:xfrm>
            <a:off x="533400" y="106901"/>
            <a:ext cx="8719120" cy="990600"/>
          </a:xfrm>
        </p:spPr>
        <p:txBody>
          <a:bodyPr>
            <a:normAutofit fontScale="90000"/>
          </a:bodyPr>
          <a:lstStyle/>
          <a:p>
            <a:pPr>
              <a:lnSpc>
                <a:spcPts val="3500"/>
              </a:lnSpc>
            </a:pPr>
            <a:r>
              <a:rPr lang="en-GB" dirty="0"/>
              <a:t>Nonparametric tests are not assumption-free</a:t>
            </a:r>
          </a:p>
        </p:txBody>
      </p:sp>
      <p:sp>
        <p:nvSpPr>
          <p:cNvPr id="3" name="Content Placeholder 2">
            <a:extLst>
              <a:ext uri="{FF2B5EF4-FFF2-40B4-BE49-F238E27FC236}">
                <a16:creationId xmlns:a16="http://schemas.microsoft.com/office/drawing/2014/main" id="{FF07B543-CCD6-E090-182C-5A5673ADC2EF}"/>
              </a:ext>
            </a:extLst>
          </p:cNvPr>
          <p:cNvSpPr>
            <a:spLocks noGrp="1"/>
          </p:cNvSpPr>
          <p:nvPr>
            <p:ph sz="quarter" idx="1"/>
          </p:nvPr>
        </p:nvSpPr>
        <p:spPr>
          <a:xfrm>
            <a:off x="612648" y="1600200"/>
            <a:ext cx="8153400" cy="4781128"/>
          </a:xfrm>
        </p:spPr>
        <p:txBody>
          <a:bodyPr>
            <a:normAutofit fontScale="85000" lnSpcReduction="20000"/>
          </a:bodyPr>
          <a:lstStyle/>
          <a:p>
            <a:r>
              <a:rPr lang="en-GB" i="1" dirty="0"/>
              <a:t>T</a:t>
            </a:r>
            <a:r>
              <a:rPr lang="en-GB" dirty="0"/>
              <a:t>he Chi-squared test requires two assumptions:</a:t>
            </a:r>
          </a:p>
          <a:p>
            <a:pPr marL="834390" lvl="1" indent="-514350">
              <a:buFont typeface="+mj-lt"/>
              <a:buAutoNum type="arabicPeriod"/>
            </a:pPr>
            <a:r>
              <a:rPr lang="en-GB" dirty="0"/>
              <a:t>the data points in the contingency table must be independent from each other</a:t>
            </a:r>
          </a:p>
          <a:p>
            <a:pPr marL="808038" lvl="2" indent="0">
              <a:buNone/>
            </a:pPr>
            <a:r>
              <a:rPr lang="en-GB" sz="2600" dirty="0"/>
              <a:t>In other words, one participant can only contribute one data point in the contingency table. To give a more specific example, you cannot have a participant that prefers both the mouse and the touchscreen. </a:t>
            </a:r>
          </a:p>
          <a:p>
            <a:pPr marL="808038" lvl="1" indent="-538163">
              <a:buFont typeface="+mj-lt"/>
              <a:buAutoNum type="arabicPeriod"/>
            </a:pPr>
            <a:r>
              <a:rPr lang="en-GB" dirty="0"/>
              <a:t>the Chi-squared test does not work well when the sample is too small. </a:t>
            </a:r>
          </a:p>
          <a:p>
            <a:pPr marL="808038" lvl="1" indent="0">
              <a:buNone/>
            </a:pPr>
            <a:r>
              <a:rPr lang="en-GB" dirty="0"/>
              <a:t>It is generally suggested that to acquire a robust Chi-square, the total sample size needs to be 20 or larger </a:t>
            </a:r>
          </a:p>
          <a:p>
            <a:pPr marL="808038" lvl="1" indent="0">
              <a:buNone/>
            </a:pPr>
            <a:endParaRPr lang="en-GB" dirty="0"/>
          </a:p>
          <a:p>
            <a:pPr marL="808038" lvl="1" indent="0">
              <a:buNone/>
            </a:pPr>
            <a:r>
              <a:rPr lang="en-GB" dirty="0" err="1"/>
              <a:t>Camilli</a:t>
            </a:r>
            <a:r>
              <a:rPr lang="en-GB" dirty="0"/>
              <a:t> G, Hopkins K. (1978) Applicability of chi-square to 2 × 2 contingency tables with small expected cell frequencies. </a:t>
            </a:r>
            <a:r>
              <a:rPr lang="en-GB" i="1" dirty="0"/>
              <a:t>Psychological Bulletin</a:t>
            </a:r>
            <a:r>
              <a:rPr lang="en-GB" dirty="0"/>
              <a:t>. 1978;85(1):163–167.</a:t>
            </a:r>
          </a:p>
        </p:txBody>
      </p:sp>
      <p:sp>
        <p:nvSpPr>
          <p:cNvPr id="4" name="Footer Placeholder 3">
            <a:extLst>
              <a:ext uri="{FF2B5EF4-FFF2-40B4-BE49-F238E27FC236}">
                <a16:creationId xmlns:a16="http://schemas.microsoft.com/office/drawing/2014/main" id="{57BE56AE-7BE9-AAD2-4D8F-4F1C1459AFB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89CDB18-8FD8-0A35-BEBE-8F012239CA69}"/>
              </a:ext>
            </a:extLst>
          </p:cNvPr>
          <p:cNvSpPr>
            <a:spLocks noGrp="1"/>
          </p:cNvSpPr>
          <p:nvPr>
            <p:ph type="sldNum" sz="quarter" idx="4"/>
          </p:nvPr>
        </p:nvSpPr>
        <p:spPr/>
        <p:txBody>
          <a:bodyPr/>
          <a:lstStyle/>
          <a:p>
            <a:fld id="{9FD7ECCF-50E7-4327-B945-FA93FF7B2BEF}" type="slidenum">
              <a:rPr lang="en-US" smtClean="0"/>
              <a:pPr/>
              <a:t>20</a:t>
            </a:fld>
            <a:r>
              <a:rPr lang="en-GB"/>
              <a:t>/40</a:t>
            </a:r>
            <a:endParaRPr lang="en-US" dirty="0"/>
          </a:p>
        </p:txBody>
      </p:sp>
    </p:spTree>
    <p:extLst>
      <p:ext uri="{BB962C8B-B14F-4D97-AF65-F5344CB8AC3E}">
        <p14:creationId xmlns:p14="http://schemas.microsoft.com/office/powerpoint/2010/main" val="613938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AEDC0-248C-71CD-7832-485CEFA7350F}"/>
              </a:ext>
            </a:extLst>
          </p:cNvPr>
          <p:cNvSpPr>
            <a:spLocks noGrp="1"/>
          </p:cNvSpPr>
          <p:nvPr>
            <p:ph type="title"/>
          </p:nvPr>
        </p:nvSpPr>
        <p:spPr/>
        <p:txBody>
          <a:bodyPr/>
          <a:lstStyle/>
          <a:p>
            <a:r>
              <a:rPr lang="en-GB" dirty="0"/>
              <a:t>Parametric vs Nonparametric </a:t>
            </a:r>
          </a:p>
        </p:txBody>
      </p:sp>
      <p:graphicFrame>
        <p:nvGraphicFramePr>
          <p:cNvPr id="6" name="Table 6">
            <a:extLst>
              <a:ext uri="{FF2B5EF4-FFF2-40B4-BE49-F238E27FC236}">
                <a16:creationId xmlns:a16="http://schemas.microsoft.com/office/drawing/2014/main" id="{D665F0B0-174D-5CBF-DB36-95DA2B8EC82D}"/>
              </a:ext>
            </a:extLst>
          </p:cNvPr>
          <p:cNvGraphicFramePr>
            <a:graphicFrameLocks noGrp="1"/>
          </p:cNvGraphicFramePr>
          <p:nvPr>
            <p:ph sz="quarter" idx="1"/>
          </p:nvPr>
        </p:nvGraphicFramePr>
        <p:xfrm>
          <a:off x="765477" y="1700808"/>
          <a:ext cx="5904656" cy="2251065"/>
        </p:xfrm>
        <a:graphic>
          <a:graphicData uri="http://schemas.openxmlformats.org/drawingml/2006/table">
            <a:tbl>
              <a:tblPr firstRow="1" bandRow="1">
                <a:tableStyleId>{85BE263C-DBD7-4A20-BB59-AAB30ACAA65A}</a:tableStyleId>
              </a:tblPr>
              <a:tblGrid>
                <a:gridCol w="2942427">
                  <a:extLst>
                    <a:ext uri="{9D8B030D-6E8A-4147-A177-3AD203B41FA5}">
                      <a16:colId xmlns:a16="http://schemas.microsoft.com/office/drawing/2014/main" val="3229368256"/>
                    </a:ext>
                  </a:extLst>
                </a:gridCol>
                <a:gridCol w="2962229">
                  <a:extLst>
                    <a:ext uri="{9D8B030D-6E8A-4147-A177-3AD203B41FA5}">
                      <a16:colId xmlns:a16="http://schemas.microsoft.com/office/drawing/2014/main" val="3369497873"/>
                    </a:ext>
                  </a:extLst>
                </a:gridCol>
              </a:tblGrid>
              <a:tr h="238478">
                <a:tc>
                  <a:txBody>
                    <a:bodyPr/>
                    <a:lstStyle/>
                    <a:p>
                      <a:r>
                        <a:rPr lang="en-GB" sz="1600" b="1" dirty="0">
                          <a:effectLst/>
                        </a:rPr>
                        <a:t>Parametric Alternative</a:t>
                      </a:r>
                    </a:p>
                  </a:txBody>
                  <a:tcPr marL="76200" marR="76200" marT="76200" marB="76200" anchor="ctr"/>
                </a:tc>
                <a:tc>
                  <a:txBody>
                    <a:bodyPr/>
                    <a:lstStyle/>
                    <a:p>
                      <a:pPr marL="0" indent="182563"/>
                      <a:r>
                        <a:rPr lang="en-GB" sz="1600" b="1" dirty="0">
                          <a:effectLst/>
                        </a:rPr>
                        <a:t>Nonparametric test</a:t>
                      </a:r>
                    </a:p>
                  </a:txBody>
                  <a:tcPr marL="76200" marR="76200" marT="76200" marB="76200" anchor="ctr"/>
                </a:tc>
                <a:extLst>
                  <a:ext uri="{0D108BD9-81ED-4DB2-BD59-A6C34878D82A}">
                    <a16:rowId xmlns:a16="http://schemas.microsoft.com/office/drawing/2014/main" val="1280883235"/>
                  </a:ext>
                </a:extLst>
              </a:tr>
              <a:tr h="391785">
                <a:tc>
                  <a:txBody>
                    <a:bodyPr/>
                    <a:lstStyle/>
                    <a:p>
                      <a:r>
                        <a:rPr kumimoji="0" lang="en-GB" sz="1400" u="none" strike="noStrike" kern="1200" dirty="0">
                          <a:solidFill>
                            <a:schemeClr val="tx1">
                              <a:lumMod val="85000"/>
                              <a:lumOff val="15000"/>
                            </a:schemeClr>
                          </a:solidFill>
                          <a:effectLst/>
                          <a:latin typeface="+mn-lt"/>
                          <a:ea typeface="+mn-ea"/>
                          <a:cs typeface="+mn-cs"/>
                        </a:rPr>
                        <a:t>Independent samples t-test</a:t>
                      </a:r>
                    </a:p>
                  </a:txBody>
                  <a:tcPr marL="76200" marR="76200" marT="76200" marB="76200" anchor="ctr"/>
                </a:tc>
                <a:tc>
                  <a:txBody>
                    <a:bodyPr/>
                    <a:lstStyle/>
                    <a:p>
                      <a:pPr marL="0" indent="182563"/>
                      <a:r>
                        <a:rPr kumimoji="0" lang="en-GB" sz="1400" u="none" strike="noStrike" kern="1200" dirty="0">
                          <a:solidFill>
                            <a:schemeClr val="tx1">
                              <a:lumMod val="85000"/>
                              <a:lumOff val="15000"/>
                            </a:schemeClr>
                          </a:solidFill>
                          <a:effectLst/>
                          <a:latin typeface="+mn-lt"/>
                          <a:ea typeface="+mn-ea"/>
                          <a:cs typeface="+mn-cs"/>
                        </a:rPr>
                        <a:t>Mann-Whitney test</a:t>
                      </a:r>
                    </a:p>
                  </a:txBody>
                  <a:tcPr marL="76200" marR="76200" marT="76200" marB="76200" anchor="ctr"/>
                </a:tc>
                <a:extLst>
                  <a:ext uri="{0D108BD9-81ED-4DB2-BD59-A6C34878D82A}">
                    <a16:rowId xmlns:a16="http://schemas.microsoft.com/office/drawing/2014/main" val="3673604331"/>
                  </a:ext>
                </a:extLst>
              </a:tr>
              <a:tr h="238478">
                <a:tc>
                  <a:txBody>
                    <a:bodyPr/>
                    <a:lstStyle/>
                    <a:p>
                      <a:r>
                        <a:rPr kumimoji="0" lang="en-GB" sz="1400" u="none" strike="noStrike" kern="1200" dirty="0">
                          <a:solidFill>
                            <a:schemeClr val="tx1">
                              <a:lumMod val="85000"/>
                              <a:lumOff val="15000"/>
                            </a:schemeClr>
                          </a:solidFill>
                          <a:effectLst/>
                          <a:latin typeface="+mn-lt"/>
                          <a:ea typeface="+mn-ea"/>
                          <a:cs typeface="+mn-cs"/>
                        </a:rPr>
                        <a:t>Paired sample t-test</a:t>
                      </a:r>
                    </a:p>
                  </a:txBody>
                  <a:tcPr marL="76200" marR="76200" marT="76200" marB="76200" anchor="ctr"/>
                </a:tc>
                <a:tc>
                  <a:txBody>
                    <a:bodyPr/>
                    <a:lstStyle/>
                    <a:p>
                      <a:pPr marL="0" indent="182563"/>
                      <a:r>
                        <a:rPr kumimoji="0" lang="en-GB" sz="1400" u="none" strike="noStrike" kern="1200" dirty="0">
                          <a:solidFill>
                            <a:schemeClr val="tx1">
                              <a:lumMod val="85000"/>
                              <a:lumOff val="15000"/>
                            </a:schemeClr>
                          </a:solidFill>
                          <a:effectLst/>
                          <a:latin typeface="+mn-lt"/>
                          <a:ea typeface="+mn-ea"/>
                          <a:cs typeface="+mn-cs"/>
                        </a:rPr>
                        <a:t>Wilcoxon Signed Rank test</a:t>
                      </a:r>
                    </a:p>
                  </a:txBody>
                  <a:tcPr marL="76200" marR="76200" marT="76200" marB="76200" anchor="ctr"/>
                </a:tc>
                <a:extLst>
                  <a:ext uri="{0D108BD9-81ED-4DB2-BD59-A6C34878D82A}">
                    <a16:rowId xmlns:a16="http://schemas.microsoft.com/office/drawing/2014/main" val="4270735922"/>
                  </a:ext>
                </a:extLst>
              </a:tr>
              <a:tr h="238478">
                <a:tc>
                  <a:txBody>
                    <a:bodyPr/>
                    <a:lstStyle/>
                    <a:p>
                      <a:r>
                        <a:rPr kumimoji="0" lang="en-GB" sz="1400" u="none" strike="noStrike" kern="1200" dirty="0">
                          <a:solidFill>
                            <a:schemeClr val="tx1">
                              <a:lumMod val="85000"/>
                              <a:lumOff val="15000"/>
                            </a:schemeClr>
                          </a:solidFill>
                          <a:effectLst/>
                          <a:latin typeface="+mn-lt"/>
                          <a:ea typeface="+mn-ea"/>
                          <a:cs typeface="+mn-cs"/>
                        </a:rPr>
                        <a:t>One-way ANOVA or Factorial ANOVA</a:t>
                      </a:r>
                    </a:p>
                  </a:txBody>
                  <a:tcPr marL="76200" marR="76200" marT="76200" marB="76200" anchor="ctr"/>
                </a:tc>
                <a:tc>
                  <a:txBody>
                    <a:bodyPr/>
                    <a:lstStyle/>
                    <a:p>
                      <a:pPr marL="0" indent="182563"/>
                      <a:r>
                        <a:rPr kumimoji="0" lang="en-GB" sz="1400" u="none" strike="noStrike" kern="1200" dirty="0">
                          <a:solidFill>
                            <a:schemeClr val="tx1">
                              <a:lumMod val="85000"/>
                              <a:lumOff val="15000"/>
                            </a:schemeClr>
                          </a:solidFill>
                          <a:effectLst/>
                          <a:latin typeface="+mn-lt"/>
                          <a:ea typeface="+mn-ea"/>
                          <a:cs typeface="+mn-cs"/>
                        </a:rPr>
                        <a:t>Kruskal-Wallis test</a:t>
                      </a:r>
                    </a:p>
                  </a:txBody>
                  <a:tcPr marL="76200" marR="76200" marT="76200" marB="76200" anchor="ctr"/>
                </a:tc>
                <a:extLst>
                  <a:ext uri="{0D108BD9-81ED-4DB2-BD59-A6C34878D82A}">
                    <a16:rowId xmlns:a16="http://schemas.microsoft.com/office/drawing/2014/main" val="3906922789"/>
                  </a:ext>
                </a:extLst>
              </a:tr>
              <a:tr h="238478">
                <a:tc>
                  <a:txBody>
                    <a:bodyPr/>
                    <a:lstStyle/>
                    <a:p>
                      <a:r>
                        <a:rPr kumimoji="0" lang="en-GB" sz="1400" u="none" strike="noStrike" kern="1200" dirty="0">
                          <a:solidFill>
                            <a:schemeClr val="tx1">
                              <a:lumMod val="85000"/>
                              <a:lumOff val="15000"/>
                            </a:schemeClr>
                          </a:solidFill>
                          <a:effectLst/>
                          <a:latin typeface="+mn-lt"/>
                          <a:ea typeface="+mn-ea"/>
                          <a:cs typeface="+mn-cs"/>
                        </a:rPr>
                        <a:t>Repeated ANOVA</a:t>
                      </a:r>
                    </a:p>
                  </a:txBody>
                  <a:tcPr marL="76200" marR="76200" marT="76200" marB="76200" anchor="ctr"/>
                </a:tc>
                <a:tc>
                  <a:txBody>
                    <a:bodyPr/>
                    <a:lstStyle/>
                    <a:p>
                      <a:pPr marL="0" indent="182563"/>
                      <a:r>
                        <a:rPr kumimoji="0" lang="en-GB" sz="1400" u="none" strike="noStrike" kern="1200" dirty="0" err="1">
                          <a:solidFill>
                            <a:schemeClr val="tx1">
                              <a:lumMod val="85000"/>
                              <a:lumOff val="15000"/>
                            </a:schemeClr>
                          </a:solidFill>
                          <a:effectLst/>
                          <a:latin typeface="+mn-lt"/>
                          <a:ea typeface="+mn-ea"/>
                          <a:cs typeface="+mn-cs"/>
                        </a:rPr>
                        <a:t>Friedmans’s</a:t>
                      </a:r>
                      <a:r>
                        <a:rPr kumimoji="0" lang="en-GB" sz="1400" u="none" strike="noStrike" kern="1200" dirty="0">
                          <a:solidFill>
                            <a:schemeClr val="tx1">
                              <a:lumMod val="85000"/>
                              <a:lumOff val="15000"/>
                            </a:schemeClr>
                          </a:solidFill>
                          <a:effectLst/>
                          <a:latin typeface="+mn-lt"/>
                          <a:ea typeface="+mn-ea"/>
                          <a:cs typeface="+mn-cs"/>
                        </a:rPr>
                        <a:t> ANOVA</a:t>
                      </a:r>
                    </a:p>
                  </a:txBody>
                  <a:tcPr marL="76200" marR="76200" marT="76200" marB="76200" anchor="ctr"/>
                </a:tc>
                <a:extLst>
                  <a:ext uri="{0D108BD9-81ED-4DB2-BD59-A6C34878D82A}">
                    <a16:rowId xmlns:a16="http://schemas.microsoft.com/office/drawing/2014/main" val="610244859"/>
                  </a:ext>
                </a:extLst>
              </a:tr>
              <a:tr h="238478">
                <a:tc>
                  <a:txBody>
                    <a:bodyPr/>
                    <a:lstStyle/>
                    <a:p>
                      <a:r>
                        <a:rPr kumimoji="0" lang="en-GB" sz="1400" u="none" strike="noStrike" kern="1200" dirty="0">
                          <a:solidFill>
                            <a:schemeClr val="tx1">
                              <a:lumMod val="85000"/>
                              <a:lumOff val="15000"/>
                            </a:schemeClr>
                          </a:solidFill>
                          <a:effectLst/>
                          <a:latin typeface="+mn-lt"/>
                          <a:ea typeface="+mn-ea"/>
                          <a:cs typeface="+mn-cs"/>
                        </a:rPr>
                        <a:t>Correlation Coefficient</a:t>
                      </a:r>
                    </a:p>
                  </a:txBody>
                  <a:tcPr marL="76200" marR="76200" marT="76200" marB="76200" anchor="ctr"/>
                </a:tc>
                <a:tc>
                  <a:txBody>
                    <a:bodyPr/>
                    <a:lstStyle/>
                    <a:p>
                      <a:pPr marL="0" indent="182563"/>
                      <a:r>
                        <a:rPr kumimoji="0" lang="en-GB" sz="1400" u="none" strike="noStrike" kern="1200" dirty="0">
                          <a:solidFill>
                            <a:schemeClr val="tx1">
                              <a:lumMod val="85000"/>
                              <a:lumOff val="15000"/>
                            </a:schemeClr>
                          </a:solidFill>
                          <a:effectLst/>
                          <a:latin typeface="+mn-lt"/>
                          <a:ea typeface="+mn-ea"/>
                          <a:cs typeface="+mn-cs"/>
                        </a:rPr>
                        <a:t>Spearman Rank Correlation</a:t>
                      </a:r>
                    </a:p>
                  </a:txBody>
                  <a:tcPr marL="76200" marR="76200" marT="76200" marB="76200" anchor="ctr"/>
                </a:tc>
                <a:extLst>
                  <a:ext uri="{0D108BD9-81ED-4DB2-BD59-A6C34878D82A}">
                    <a16:rowId xmlns:a16="http://schemas.microsoft.com/office/drawing/2014/main" val="344974358"/>
                  </a:ext>
                </a:extLst>
              </a:tr>
            </a:tbl>
          </a:graphicData>
        </a:graphic>
      </p:graphicFrame>
      <p:sp>
        <p:nvSpPr>
          <p:cNvPr id="4" name="Footer Placeholder 3">
            <a:extLst>
              <a:ext uri="{FF2B5EF4-FFF2-40B4-BE49-F238E27FC236}">
                <a16:creationId xmlns:a16="http://schemas.microsoft.com/office/drawing/2014/main" id="{19DEBE59-8A99-2047-AF63-798876FC44A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E11582E6-451A-2413-BBF7-A66FC0BAC824}"/>
              </a:ext>
            </a:extLst>
          </p:cNvPr>
          <p:cNvSpPr>
            <a:spLocks noGrp="1"/>
          </p:cNvSpPr>
          <p:nvPr>
            <p:ph type="sldNum" sz="quarter" idx="4"/>
          </p:nvPr>
        </p:nvSpPr>
        <p:spPr/>
        <p:txBody>
          <a:bodyPr/>
          <a:lstStyle/>
          <a:p>
            <a:fld id="{9FD7ECCF-50E7-4327-B945-FA93FF7B2BEF}" type="slidenum">
              <a:rPr lang="en-US" smtClean="0"/>
              <a:pPr/>
              <a:t>21</a:t>
            </a:fld>
            <a:r>
              <a:rPr lang="en-GB"/>
              <a:t>/40</a:t>
            </a:r>
            <a:endParaRPr lang="en-US" dirty="0"/>
          </a:p>
        </p:txBody>
      </p:sp>
      <p:graphicFrame>
        <p:nvGraphicFramePr>
          <p:cNvPr id="7" name="Table 6">
            <a:extLst>
              <a:ext uri="{FF2B5EF4-FFF2-40B4-BE49-F238E27FC236}">
                <a16:creationId xmlns:a16="http://schemas.microsoft.com/office/drawing/2014/main" id="{CA6F4167-4221-3F8A-1B5F-F028B8A9DEA4}"/>
              </a:ext>
            </a:extLst>
          </p:cNvPr>
          <p:cNvGraphicFramePr>
            <a:graphicFrameLocks/>
          </p:cNvGraphicFramePr>
          <p:nvPr/>
        </p:nvGraphicFramePr>
        <p:xfrm>
          <a:off x="971599" y="4088735"/>
          <a:ext cx="5698533" cy="2194560"/>
        </p:xfrm>
        <a:graphic>
          <a:graphicData uri="http://schemas.openxmlformats.org/drawingml/2006/table">
            <a:tbl>
              <a:tblPr firstRow="1" bandRow="1">
                <a:tableStyleId>{2D5ABB26-0587-4C30-8999-92F81FD0307C}</a:tableStyleId>
              </a:tblPr>
              <a:tblGrid>
                <a:gridCol w="3048194">
                  <a:extLst>
                    <a:ext uri="{9D8B030D-6E8A-4147-A177-3AD203B41FA5}">
                      <a16:colId xmlns:a16="http://schemas.microsoft.com/office/drawing/2014/main" val="3229368256"/>
                    </a:ext>
                  </a:extLst>
                </a:gridCol>
                <a:gridCol w="2650339">
                  <a:extLst>
                    <a:ext uri="{9D8B030D-6E8A-4147-A177-3AD203B41FA5}">
                      <a16:colId xmlns:a16="http://schemas.microsoft.com/office/drawing/2014/main" val="3369497873"/>
                    </a:ext>
                  </a:extLst>
                </a:gridCol>
              </a:tblGrid>
              <a:tr h="330178">
                <a:tc>
                  <a:txBody>
                    <a:bodyPr/>
                    <a:lstStyle/>
                    <a:p>
                      <a:r>
                        <a:rPr lang="en-GB" sz="1400" b="0" dirty="0">
                          <a:effectLst/>
                        </a:rPr>
                        <a:t>Interval or ratio</a:t>
                      </a:r>
                    </a:p>
                  </a:txBody>
                  <a:tcPr marL="76200" marR="76200" marT="76200" marB="76200" anchor="ctr"/>
                </a:tc>
                <a:tc>
                  <a:txBody>
                    <a:bodyPr/>
                    <a:lstStyle/>
                    <a:p>
                      <a:r>
                        <a:rPr lang="en-GB" sz="1400" b="0" dirty="0">
                          <a:effectLst/>
                        </a:rPr>
                        <a:t>Nominal or ordinal</a:t>
                      </a:r>
                    </a:p>
                  </a:txBody>
                  <a:tcPr marL="76200" marR="76200" marT="76200" marB="76200" anchor="ctr"/>
                </a:tc>
                <a:extLst>
                  <a:ext uri="{0D108BD9-81ED-4DB2-BD59-A6C34878D82A}">
                    <a16:rowId xmlns:a16="http://schemas.microsoft.com/office/drawing/2014/main" val="1280883235"/>
                  </a:ext>
                </a:extLst>
              </a:tr>
              <a:tr h="353671">
                <a:tc>
                  <a:txBody>
                    <a:bodyPr/>
                    <a:lstStyle/>
                    <a:p>
                      <a:r>
                        <a:rPr kumimoji="0" lang="en-GB" sz="1400" u="none" strike="noStrike" kern="1200" dirty="0">
                          <a:solidFill>
                            <a:schemeClr val="tx1">
                              <a:lumMod val="85000"/>
                              <a:lumOff val="15000"/>
                            </a:schemeClr>
                          </a:solidFill>
                          <a:effectLst/>
                          <a:latin typeface="+mn-lt"/>
                          <a:ea typeface="+mn-ea"/>
                          <a:cs typeface="+mn-cs"/>
                        </a:rPr>
                        <a:t>Normally distributed</a:t>
                      </a:r>
                    </a:p>
                  </a:txBody>
                  <a:tcPr marL="76200" marR="76200" marT="76200" marB="76200" anchor="ctr"/>
                </a:tc>
                <a:tc>
                  <a:txBody>
                    <a:bodyPr/>
                    <a:lstStyle/>
                    <a:p>
                      <a:r>
                        <a:rPr kumimoji="0" lang="en-GB" sz="1400" u="none" strike="noStrike" kern="1200" dirty="0">
                          <a:solidFill>
                            <a:schemeClr val="tx1">
                              <a:lumMod val="85000"/>
                              <a:lumOff val="15000"/>
                            </a:schemeClr>
                          </a:solidFill>
                          <a:effectLst/>
                          <a:latin typeface="+mn-lt"/>
                          <a:ea typeface="+mn-ea"/>
                          <a:cs typeface="+mn-cs"/>
                        </a:rPr>
                        <a:t>Not Normal distribution</a:t>
                      </a:r>
                    </a:p>
                  </a:txBody>
                  <a:tcPr marL="76200" marR="76200" marT="76200" marB="76200" anchor="ctr"/>
                </a:tc>
                <a:extLst>
                  <a:ext uri="{0D108BD9-81ED-4DB2-BD59-A6C34878D82A}">
                    <a16:rowId xmlns:a16="http://schemas.microsoft.com/office/drawing/2014/main" val="3673604331"/>
                  </a:ext>
                </a:extLst>
              </a:tr>
              <a:tr h="330178">
                <a:tc>
                  <a:txBody>
                    <a:bodyPr/>
                    <a:lstStyle/>
                    <a:p>
                      <a:r>
                        <a:rPr kumimoji="0" lang="en-GB" sz="1400" u="none" strike="noStrike" kern="1200" dirty="0">
                          <a:solidFill>
                            <a:schemeClr val="tx1">
                              <a:lumMod val="85000"/>
                              <a:lumOff val="15000"/>
                            </a:schemeClr>
                          </a:solidFill>
                          <a:effectLst/>
                          <a:latin typeface="+mn-lt"/>
                          <a:ea typeface="+mn-ea"/>
                          <a:cs typeface="+mn-cs"/>
                        </a:rPr>
                        <a:t>No outliers</a:t>
                      </a:r>
                    </a:p>
                  </a:txBody>
                  <a:tcPr marL="76200" marR="76200" marT="76200" marB="76200" anchor="ctr"/>
                </a:tc>
                <a:tc>
                  <a:txBody>
                    <a:bodyPr/>
                    <a:lstStyle/>
                    <a:p>
                      <a:r>
                        <a:rPr kumimoji="0" lang="en-GB" sz="1400" u="none" strike="noStrike" kern="1200" dirty="0">
                          <a:solidFill>
                            <a:schemeClr val="tx1">
                              <a:lumMod val="85000"/>
                              <a:lumOff val="15000"/>
                            </a:schemeClr>
                          </a:solidFill>
                          <a:effectLst/>
                          <a:latin typeface="+mn-lt"/>
                          <a:ea typeface="+mn-ea"/>
                          <a:cs typeface="+mn-cs"/>
                        </a:rPr>
                        <a:t>Outliers</a:t>
                      </a:r>
                    </a:p>
                  </a:txBody>
                  <a:tcPr marL="76200" marR="76200" marT="76200" marB="76200" anchor="ctr"/>
                </a:tc>
                <a:extLst>
                  <a:ext uri="{0D108BD9-81ED-4DB2-BD59-A6C34878D82A}">
                    <a16:rowId xmlns:a16="http://schemas.microsoft.com/office/drawing/2014/main" val="4270735922"/>
                  </a:ext>
                </a:extLst>
              </a:tr>
              <a:tr h="330178">
                <a:tc>
                  <a:txBody>
                    <a:bodyPr/>
                    <a:lstStyle/>
                    <a:p>
                      <a:r>
                        <a:rPr kumimoji="0" lang="en-GB" sz="1400" u="none" strike="noStrike" kern="1200" dirty="0">
                          <a:solidFill>
                            <a:schemeClr val="tx1">
                              <a:lumMod val="85000"/>
                              <a:lumOff val="15000"/>
                            </a:schemeClr>
                          </a:solidFill>
                          <a:effectLst/>
                          <a:latin typeface="+mn-lt"/>
                          <a:ea typeface="+mn-ea"/>
                          <a:cs typeface="+mn-cs"/>
                        </a:rPr>
                        <a:t>Equal variances</a:t>
                      </a:r>
                    </a:p>
                  </a:txBody>
                  <a:tcPr marL="76200" marR="76200" marT="76200" marB="76200" anchor="ctr"/>
                </a:tc>
                <a:tc>
                  <a:txBody>
                    <a:bodyPr/>
                    <a:lstStyle/>
                    <a:p>
                      <a:r>
                        <a:rPr kumimoji="0" lang="en-GB" sz="1400" u="none" strike="noStrike" kern="1200" dirty="0">
                          <a:solidFill>
                            <a:schemeClr val="tx1">
                              <a:lumMod val="85000"/>
                              <a:lumOff val="15000"/>
                            </a:schemeClr>
                          </a:solidFill>
                          <a:effectLst/>
                          <a:latin typeface="+mn-lt"/>
                          <a:ea typeface="+mn-ea"/>
                          <a:cs typeface="+mn-cs"/>
                        </a:rPr>
                        <a:t>Unequal variances</a:t>
                      </a:r>
                    </a:p>
                  </a:txBody>
                  <a:tcPr marL="76200" marR="76200" marT="76200" marB="76200" anchor="ctr"/>
                </a:tc>
                <a:extLst>
                  <a:ext uri="{0D108BD9-81ED-4DB2-BD59-A6C34878D82A}">
                    <a16:rowId xmlns:a16="http://schemas.microsoft.com/office/drawing/2014/main" val="3906922789"/>
                  </a:ext>
                </a:extLst>
              </a:tr>
              <a:tr h="330178">
                <a:tc>
                  <a:txBody>
                    <a:bodyPr/>
                    <a:lstStyle/>
                    <a:p>
                      <a:r>
                        <a:rPr kumimoji="0" lang="en-GB" sz="1400" u="none" strike="noStrike" kern="1200" dirty="0">
                          <a:solidFill>
                            <a:schemeClr val="tx1">
                              <a:lumMod val="85000"/>
                              <a:lumOff val="15000"/>
                            </a:schemeClr>
                          </a:solidFill>
                          <a:effectLst/>
                          <a:latin typeface="+mn-lt"/>
                          <a:ea typeface="+mn-ea"/>
                          <a:cs typeface="+mn-cs"/>
                        </a:rPr>
                        <a:t>Large samples &gt;30</a:t>
                      </a:r>
                    </a:p>
                  </a:txBody>
                  <a:tcPr marL="76200" marR="76200" marT="76200" marB="76200" anchor="ctr"/>
                </a:tc>
                <a:tc>
                  <a:txBody>
                    <a:bodyPr/>
                    <a:lstStyle/>
                    <a:p>
                      <a:r>
                        <a:rPr kumimoji="0" lang="en-GB" sz="1400" u="none" strike="noStrike" kern="1200" dirty="0">
                          <a:solidFill>
                            <a:schemeClr val="tx1">
                              <a:lumMod val="85000"/>
                              <a:lumOff val="15000"/>
                            </a:schemeClr>
                          </a:solidFill>
                          <a:effectLst/>
                          <a:latin typeface="+mn-lt"/>
                          <a:ea typeface="+mn-ea"/>
                          <a:cs typeface="+mn-cs"/>
                        </a:rPr>
                        <a:t>Small sample</a:t>
                      </a:r>
                    </a:p>
                  </a:txBody>
                  <a:tcPr marL="76200" marR="76200" marT="76200" marB="76200" anchor="ctr"/>
                </a:tc>
                <a:extLst>
                  <a:ext uri="{0D108BD9-81ED-4DB2-BD59-A6C34878D82A}">
                    <a16:rowId xmlns:a16="http://schemas.microsoft.com/office/drawing/2014/main" val="610244859"/>
                  </a:ext>
                </a:extLst>
              </a:tr>
              <a:tr h="330178">
                <a:tc>
                  <a:txBody>
                    <a:bodyPr/>
                    <a:lstStyle/>
                    <a:p>
                      <a:endParaRPr kumimoji="0" lang="en-GB" sz="1400" u="none" strike="noStrike" kern="1200" dirty="0">
                        <a:solidFill>
                          <a:schemeClr val="tx1">
                            <a:lumMod val="85000"/>
                            <a:lumOff val="15000"/>
                          </a:schemeClr>
                        </a:solidFill>
                        <a:effectLst/>
                        <a:latin typeface="+mn-lt"/>
                        <a:ea typeface="+mn-ea"/>
                        <a:cs typeface="+mn-cs"/>
                      </a:endParaRPr>
                    </a:p>
                  </a:txBody>
                  <a:tcPr marL="76200" marR="76200" marT="76200" marB="76200" anchor="ctr"/>
                </a:tc>
                <a:tc>
                  <a:txBody>
                    <a:bodyPr/>
                    <a:lstStyle/>
                    <a:p>
                      <a:endParaRPr kumimoji="0" lang="en-GB" sz="1400" u="none" strike="noStrike" kern="1200" dirty="0">
                        <a:solidFill>
                          <a:schemeClr val="tx1">
                            <a:lumMod val="85000"/>
                            <a:lumOff val="15000"/>
                          </a:schemeClr>
                        </a:solidFill>
                        <a:effectLst/>
                        <a:latin typeface="+mn-lt"/>
                        <a:ea typeface="+mn-ea"/>
                        <a:cs typeface="+mn-cs"/>
                      </a:endParaRPr>
                    </a:p>
                  </a:txBody>
                  <a:tcPr marL="76200" marR="76200" marT="76200" marB="76200" anchor="ctr"/>
                </a:tc>
                <a:extLst>
                  <a:ext uri="{0D108BD9-81ED-4DB2-BD59-A6C34878D82A}">
                    <a16:rowId xmlns:a16="http://schemas.microsoft.com/office/drawing/2014/main" val="344974358"/>
                  </a:ext>
                </a:extLst>
              </a:tr>
            </a:tbl>
          </a:graphicData>
        </a:graphic>
      </p:graphicFrame>
      <p:graphicFrame>
        <p:nvGraphicFramePr>
          <p:cNvPr id="8" name="Table 7">
            <a:extLst>
              <a:ext uri="{FF2B5EF4-FFF2-40B4-BE49-F238E27FC236}">
                <a16:creationId xmlns:a16="http://schemas.microsoft.com/office/drawing/2014/main" id="{E0F939E8-3890-656E-5634-50BC94F4EF92}"/>
              </a:ext>
            </a:extLst>
          </p:cNvPr>
          <p:cNvGraphicFramePr>
            <a:graphicFrameLocks/>
          </p:cNvGraphicFramePr>
          <p:nvPr/>
        </p:nvGraphicFramePr>
        <p:xfrm>
          <a:off x="7200058" y="2052932"/>
          <a:ext cx="2086272" cy="2194560"/>
        </p:xfrm>
        <a:graphic>
          <a:graphicData uri="http://schemas.openxmlformats.org/drawingml/2006/table">
            <a:tbl>
              <a:tblPr firstRow="1" bandRow="1">
                <a:tableStyleId>{2D5ABB26-0587-4C30-8999-92F81FD0307C}</a:tableStyleId>
              </a:tblPr>
              <a:tblGrid>
                <a:gridCol w="2086272">
                  <a:extLst>
                    <a:ext uri="{9D8B030D-6E8A-4147-A177-3AD203B41FA5}">
                      <a16:colId xmlns:a16="http://schemas.microsoft.com/office/drawing/2014/main" val="3229368256"/>
                    </a:ext>
                  </a:extLst>
                </a:gridCol>
              </a:tblGrid>
              <a:tr h="0">
                <a:tc>
                  <a:txBody>
                    <a:bodyPr/>
                    <a:lstStyle/>
                    <a:p>
                      <a:r>
                        <a:rPr lang="en-GB" sz="1400" b="0" dirty="0">
                          <a:effectLst/>
                        </a:rPr>
                        <a:t>Same distribution</a:t>
                      </a:r>
                    </a:p>
                  </a:txBody>
                  <a:tcPr marL="76200" marR="76200" marT="76200" marB="76200" anchor="ctr"/>
                </a:tc>
                <a:extLst>
                  <a:ext uri="{0D108BD9-81ED-4DB2-BD59-A6C34878D82A}">
                    <a16:rowId xmlns:a16="http://schemas.microsoft.com/office/drawing/2014/main" val="1280883235"/>
                  </a:ext>
                </a:extLst>
              </a:tr>
              <a:tr h="0">
                <a:tc>
                  <a:txBody>
                    <a:bodyPr/>
                    <a:lstStyle/>
                    <a:p>
                      <a:r>
                        <a:rPr kumimoji="0" lang="en-GB" sz="1400" u="none" strike="noStrike" kern="1200" dirty="0">
                          <a:solidFill>
                            <a:schemeClr val="tx1">
                              <a:lumMod val="85000"/>
                              <a:lumOff val="15000"/>
                            </a:schemeClr>
                          </a:solidFill>
                          <a:effectLst/>
                          <a:latin typeface="+mn-lt"/>
                          <a:ea typeface="+mn-ea"/>
                          <a:cs typeface="+mn-cs"/>
                        </a:rPr>
                        <a:t>Symmetric distribution</a:t>
                      </a:r>
                    </a:p>
                  </a:txBody>
                  <a:tcPr marL="76200" marR="76200" marT="76200" marB="76200" anchor="ctr"/>
                </a:tc>
                <a:extLst>
                  <a:ext uri="{0D108BD9-81ED-4DB2-BD59-A6C34878D82A}">
                    <a16:rowId xmlns:a16="http://schemas.microsoft.com/office/drawing/2014/main" val="3673604331"/>
                  </a:ext>
                </a:extLst>
              </a:tr>
              <a:tr h="0">
                <a:tc>
                  <a:txBody>
                    <a:bodyPr/>
                    <a:lstStyle/>
                    <a:p>
                      <a:r>
                        <a:rPr kumimoji="0" lang="en-GB" sz="1400" u="none" strike="noStrike" kern="1200" dirty="0">
                          <a:solidFill>
                            <a:schemeClr val="tx1">
                              <a:lumMod val="85000"/>
                              <a:lumOff val="15000"/>
                            </a:schemeClr>
                          </a:solidFill>
                          <a:effectLst/>
                          <a:latin typeface="+mn-lt"/>
                          <a:ea typeface="+mn-ea"/>
                          <a:cs typeface="+mn-cs"/>
                        </a:rPr>
                        <a:t>Same distribution</a:t>
                      </a:r>
                    </a:p>
                  </a:txBody>
                  <a:tcPr marL="76200" marR="76200" marT="76200" marB="76200" anchor="ctr"/>
                </a:tc>
                <a:extLst>
                  <a:ext uri="{0D108BD9-81ED-4DB2-BD59-A6C34878D82A}">
                    <a16:rowId xmlns:a16="http://schemas.microsoft.com/office/drawing/2014/main" val="4270735922"/>
                  </a:ext>
                </a:extLst>
              </a:tr>
              <a:tr h="0">
                <a:tc>
                  <a:txBody>
                    <a:bodyPr/>
                    <a:lstStyle/>
                    <a:p>
                      <a:r>
                        <a:rPr kumimoji="0" lang="en-GB" sz="1400" u="none" strike="noStrike" kern="1200" dirty="0">
                          <a:solidFill>
                            <a:schemeClr val="tx1">
                              <a:lumMod val="85000"/>
                              <a:lumOff val="15000"/>
                            </a:schemeClr>
                          </a:solidFill>
                          <a:effectLst/>
                          <a:latin typeface="+mn-lt"/>
                          <a:ea typeface="+mn-ea"/>
                          <a:cs typeface="+mn-cs"/>
                        </a:rPr>
                        <a:t>Equal variances</a:t>
                      </a:r>
                    </a:p>
                  </a:txBody>
                  <a:tcPr marL="76200" marR="76200" marT="76200" marB="76200" anchor="ctr"/>
                </a:tc>
                <a:extLst>
                  <a:ext uri="{0D108BD9-81ED-4DB2-BD59-A6C34878D82A}">
                    <a16:rowId xmlns:a16="http://schemas.microsoft.com/office/drawing/2014/main" val="3906922789"/>
                  </a:ext>
                </a:extLst>
              </a:tr>
              <a:tr h="0">
                <a:tc>
                  <a:txBody>
                    <a:bodyPr/>
                    <a:lstStyle/>
                    <a:p>
                      <a:r>
                        <a:rPr kumimoji="0" lang="en-GB" sz="1400" u="none" strike="noStrike" kern="1200" dirty="0">
                          <a:solidFill>
                            <a:schemeClr val="tx1">
                              <a:lumMod val="85000"/>
                              <a:lumOff val="15000"/>
                            </a:schemeClr>
                          </a:solidFill>
                          <a:effectLst/>
                          <a:latin typeface="+mn-lt"/>
                          <a:ea typeface="+mn-ea"/>
                          <a:cs typeface="+mn-cs"/>
                        </a:rPr>
                        <a:t>Interval, ratio or ordinal</a:t>
                      </a:r>
                    </a:p>
                  </a:txBody>
                  <a:tcPr marL="76200" marR="76200" marT="76200" marB="76200" anchor="ctr"/>
                </a:tc>
                <a:extLst>
                  <a:ext uri="{0D108BD9-81ED-4DB2-BD59-A6C34878D82A}">
                    <a16:rowId xmlns:a16="http://schemas.microsoft.com/office/drawing/2014/main" val="61024485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u="none" strike="noStrike" kern="1200" dirty="0">
                          <a:solidFill>
                            <a:schemeClr val="tx1">
                              <a:lumMod val="85000"/>
                              <a:lumOff val="15000"/>
                            </a:schemeClr>
                          </a:solidFill>
                          <a:effectLst/>
                          <a:latin typeface="+mn-lt"/>
                          <a:ea typeface="+mn-ea"/>
                          <a:cs typeface="+mn-cs"/>
                        </a:rPr>
                        <a:t>Monotonic relationship</a:t>
                      </a:r>
                    </a:p>
                  </a:txBody>
                  <a:tcPr marL="76200" marR="76200" marT="76200" marB="76200" anchor="ctr"/>
                </a:tc>
                <a:extLst>
                  <a:ext uri="{0D108BD9-81ED-4DB2-BD59-A6C34878D82A}">
                    <a16:rowId xmlns:a16="http://schemas.microsoft.com/office/drawing/2014/main" val="344974358"/>
                  </a:ext>
                </a:extLst>
              </a:tr>
            </a:tbl>
          </a:graphicData>
        </a:graphic>
      </p:graphicFrame>
      <p:cxnSp>
        <p:nvCxnSpPr>
          <p:cNvPr id="10" name="Straight Connector 9">
            <a:extLst>
              <a:ext uri="{FF2B5EF4-FFF2-40B4-BE49-F238E27FC236}">
                <a16:creationId xmlns:a16="http://schemas.microsoft.com/office/drawing/2014/main" id="{E272754B-5D13-048A-83D7-9944396E4E59}"/>
              </a:ext>
            </a:extLst>
          </p:cNvPr>
          <p:cNvCxnSpPr>
            <a:cxnSpLocks/>
          </p:cNvCxnSpPr>
          <p:nvPr/>
        </p:nvCxnSpPr>
        <p:spPr>
          <a:xfrm>
            <a:off x="3707904" y="4088735"/>
            <a:ext cx="0" cy="1717313"/>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F3672AE7-8DDA-70C6-F462-27DF107A4188}"/>
              </a:ext>
            </a:extLst>
          </p:cNvPr>
          <p:cNvCxnSpPr>
            <a:cxnSpLocks/>
          </p:cNvCxnSpPr>
          <p:nvPr/>
        </p:nvCxnSpPr>
        <p:spPr>
          <a:xfrm>
            <a:off x="6285303" y="2276872"/>
            <a:ext cx="712450" cy="0"/>
          </a:xfrm>
          <a:prstGeom prst="straightConnector1">
            <a:avLst/>
          </a:prstGeom>
          <a:ln>
            <a:headEnd type="oval" w="med" len="med"/>
            <a:tailEnd type="triangle" w="med" len="med"/>
          </a:ln>
        </p:spPr>
        <p:style>
          <a:lnRef idx="1">
            <a:schemeClr val="accent2"/>
          </a:lnRef>
          <a:fillRef idx="0">
            <a:schemeClr val="accent2"/>
          </a:fillRef>
          <a:effectRef idx="0">
            <a:schemeClr val="accent2"/>
          </a:effectRef>
          <a:fontRef idx="minor">
            <a:schemeClr val="tx1"/>
          </a:fontRef>
        </p:style>
      </p:cxnSp>
      <p:sp>
        <p:nvSpPr>
          <p:cNvPr id="15" name="Right Brace 14">
            <a:extLst>
              <a:ext uri="{FF2B5EF4-FFF2-40B4-BE49-F238E27FC236}">
                <a16:creationId xmlns:a16="http://schemas.microsoft.com/office/drawing/2014/main" id="{7C3D15E0-4871-0DBC-C010-9FEA93AE3EF2}"/>
              </a:ext>
            </a:extLst>
          </p:cNvPr>
          <p:cNvSpPr/>
          <p:nvPr/>
        </p:nvSpPr>
        <p:spPr>
          <a:xfrm>
            <a:off x="6771828" y="2924944"/>
            <a:ext cx="225925" cy="462222"/>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cxnSp>
        <p:nvCxnSpPr>
          <p:cNvPr id="32" name="Straight Arrow Connector 31">
            <a:extLst>
              <a:ext uri="{FF2B5EF4-FFF2-40B4-BE49-F238E27FC236}">
                <a16:creationId xmlns:a16="http://schemas.microsoft.com/office/drawing/2014/main" id="{D880C964-70D1-5545-87DA-6E31573CCB0F}"/>
              </a:ext>
            </a:extLst>
          </p:cNvPr>
          <p:cNvCxnSpPr>
            <a:cxnSpLocks/>
          </p:cNvCxnSpPr>
          <p:nvPr/>
        </p:nvCxnSpPr>
        <p:spPr>
          <a:xfrm>
            <a:off x="6285303" y="2636912"/>
            <a:ext cx="712450" cy="0"/>
          </a:xfrm>
          <a:prstGeom prst="straightConnector1">
            <a:avLst/>
          </a:prstGeom>
          <a:ln>
            <a:headEnd type="oval"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33" name="Straight Arrow Connector 32">
            <a:extLst>
              <a:ext uri="{FF2B5EF4-FFF2-40B4-BE49-F238E27FC236}">
                <a16:creationId xmlns:a16="http://schemas.microsoft.com/office/drawing/2014/main" id="{85A160B2-A7BE-F958-D71F-6C574CE87B35}"/>
              </a:ext>
            </a:extLst>
          </p:cNvPr>
          <p:cNvCxnSpPr>
            <a:cxnSpLocks/>
          </p:cNvCxnSpPr>
          <p:nvPr/>
        </p:nvCxnSpPr>
        <p:spPr>
          <a:xfrm>
            <a:off x="6312400" y="3717032"/>
            <a:ext cx="712450" cy="0"/>
          </a:xfrm>
          <a:prstGeom prst="straightConnector1">
            <a:avLst/>
          </a:prstGeom>
          <a:ln>
            <a:headEnd type="oval" w="med" len="med"/>
            <a:tailEnd type="triangle"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94929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5831B-1347-39B3-02AA-403E0996C90F}"/>
              </a:ext>
            </a:extLst>
          </p:cNvPr>
          <p:cNvSpPr>
            <a:spLocks noGrp="1"/>
          </p:cNvSpPr>
          <p:nvPr>
            <p:ph type="title"/>
          </p:nvPr>
        </p:nvSpPr>
        <p:spPr/>
        <p:txBody>
          <a:bodyPr/>
          <a:lstStyle/>
          <a:p>
            <a:r>
              <a:rPr lang="en-GB" dirty="0"/>
              <a:t>Mann-Whitney U test</a:t>
            </a:r>
          </a:p>
        </p:txBody>
      </p:sp>
      <p:sp>
        <p:nvSpPr>
          <p:cNvPr id="4" name="Footer Placeholder 3">
            <a:extLst>
              <a:ext uri="{FF2B5EF4-FFF2-40B4-BE49-F238E27FC236}">
                <a16:creationId xmlns:a16="http://schemas.microsoft.com/office/drawing/2014/main" id="{287B8AEE-D671-972A-8A30-E0D1BD45D7B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11FCD0A0-4914-01CF-0A2D-700C26D02997}"/>
              </a:ext>
            </a:extLst>
          </p:cNvPr>
          <p:cNvSpPr>
            <a:spLocks noGrp="1"/>
          </p:cNvSpPr>
          <p:nvPr>
            <p:ph type="sldNum" sz="quarter" idx="4"/>
          </p:nvPr>
        </p:nvSpPr>
        <p:spPr/>
        <p:txBody>
          <a:bodyPr/>
          <a:lstStyle/>
          <a:p>
            <a:fld id="{9FD7ECCF-50E7-4327-B945-FA93FF7B2BEF}" type="slidenum">
              <a:rPr lang="en-US" smtClean="0"/>
              <a:pPr/>
              <a:t>22</a:t>
            </a:fld>
            <a:r>
              <a:rPr lang="en-GB"/>
              <a:t>/40</a:t>
            </a:r>
            <a:endParaRPr lang="en-US" dirty="0"/>
          </a:p>
        </p:txBody>
      </p:sp>
      <p:sp>
        <p:nvSpPr>
          <p:cNvPr id="8" name="Content Placeholder 7">
            <a:extLst>
              <a:ext uri="{FF2B5EF4-FFF2-40B4-BE49-F238E27FC236}">
                <a16:creationId xmlns:a16="http://schemas.microsoft.com/office/drawing/2014/main" id="{0019EE97-7D65-682C-A41E-E6524010C2EC}"/>
              </a:ext>
            </a:extLst>
          </p:cNvPr>
          <p:cNvSpPr>
            <a:spLocks noGrp="1"/>
          </p:cNvSpPr>
          <p:nvPr>
            <p:ph sz="quarter" idx="1"/>
          </p:nvPr>
        </p:nvSpPr>
        <p:spPr>
          <a:xfrm>
            <a:off x="612648" y="1600200"/>
            <a:ext cx="6891762" cy="4495800"/>
          </a:xfrm>
        </p:spPr>
        <p:txBody>
          <a:bodyPr>
            <a:normAutofit fontScale="70000" lnSpcReduction="20000"/>
          </a:bodyPr>
          <a:lstStyle/>
          <a:p>
            <a:r>
              <a:rPr lang="en-GB" dirty="0"/>
              <a:t>Lets examine a scenario where we are evaluating two authentication techniques: </a:t>
            </a:r>
          </a:p>
          <a:p>
            <a:pPr lvl="1"/>
            <a:r>
              <a:rPr lang="en-GB" dirty="0"/>
              <a:t>a traditional alphanumeric password and </a:t>
            </a:r>
          </a:p>
          <a:p>
            <a:pPr lvl="1"/>
            <a:r>
              <a:rPr lang="en-GB" dirty="0"/>
              <a:t>an image-based password that contain several images preselected by the user.</a:t>
            </a:r>
          </a:p>
          <a:p>
            <a:r>
              <a:rPr lang="en-GB" dirty="0"/>
              <a:t>You recruit two groups of participants. </a:t>
            </a:r>
          </a:p>
          <a:p>
            <a:r>
              <a:rPr lang="en-GB" dirty="0"/>
              <a:t>Each group uses one authentication technique to complete a number of login tasks. </a:t>
            </a:r>
          </a:p>
          <a:p>
            <a:r>
              <a:rPr lang="en-GB" dirty="0"/>
              <a:t>In addition to performance measures such as task completion time, failed login tasks, and keystroke level data, you also ask the participants to answer a questionnaire at the end of the study.</a:t>
            </a:r>
          </a:p>
          <a:p>
            <a:r>
              <a:rPr lang="en-GB" dirty="0"/>
              <a:t>Each participant rates the general level of frustration when using the authentication technique through a 7-point Likert scale question (1 = least frustrated, 7 = most frustrated). contains</a:t>
            </a:r>
          </a:p>
        </p:txBody>
      </p:sp>
      <p:pic>
        <p:nvPicPr>
          <p:cNvPr id="9" name="Picture 8" descr="Lets examine a scenario where we are evaluating two authentication techniques: &#10;a traditional alphanumeric password and &#10;an image-based password that contain several images preselected by the user.&#10;">
            <a:extLst>
              <a:ext uri="{FF2B5EF4-FFF2-40B4-BE49-F238E27FC236}">
                <a16:creationId xmlns:a16="http://schemas.microsoft.com/office/drawing/2014/main" id="{377DD656-26EE-E508-B0C2-C67F99A3F066}"/>
              </a:ext>
            </a:extLst>
          </p:cNvPr>
          <p:cNvPicPr>
            <a:picLocks noChangeAspect="1"/>
          </p:cNvPicPr>
          <p:nvPr/>
        </p:nvPicPr>
        <p:blipFill>
          <a:blip r:embed="rId2"/>
          <a:stretch>
            <a:fillRect/>
          </a:stretch>
        </p:blipFill>
        <p:spPr>
          <a:xfrm>
            <a:off x="7504410" y="1613320"/>
            <a:ext cx="1384611" cy="2463752"/>
          </a:xfrm>
          <a:prstGeom prst="rect">
            <a:avLst/>
          </a:prstGeom>
        </p:spPr>
      </p:pic>
    </p:spTree>
    <p:extLst>
      <p:ext uri="{BB962C8B-B14F-4D97-AF65-F5344CB8AC3E}">
        <p14:creationId xmlns:p14="http://schemas.microsoft.com/office/powerpoint/2010/main" val="37359554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37481-75EA-7E8B-FA0B-1B448FC53C05}"/>
              </a:ext>
            </a:extLst>
          </p:cNvPr>
          <p:cNvSpPr>
            <a:spLocks noGrp="1"/>
          </p:cNvSpPr>
          <p:nvPr>
            <p:ph type="title"/>
          </p:nvPr>
        </p:nvSpPr>
        <p:spPr/>
        <p:txBody>
          <a:bodyPr/>
          <a:lstStyle/>
          <a:p>
            <a:r>
              <a:rPr lang="en-GB" dirty="0"/>
              <a:t>Mann-Whitney U test</a:t>
            </a:r>
          </a:p>
        </p:txBody>
      </p:sp>
      <p:graphicFrame>
        <p:nvGraphicFramePr>
          <p:cNvPr id="10" name="Content Placeholder 9">
            <a:extLst>
              <a:ext uri="{FF2B5EF4-FFF2-40B4-BE49-F238E27FC236}">
                <a16:creationId xmlns:a16="http://schemas.microsoft.com/office/drawing/2014/main" id="{23ACD4C0-7180-E800-7D17-8D45ADEB15C3}"/>
              </a:ext>
            </a:extLst>
          </p:cNvPr>
          <p:cNvGraphicFramePr>
            <a:graphicFrameLocks noGrp="1"/>
          </p:cNvGraphicFramePr>
          <p:nvPr>
            <p:ph sz="quarter" idx="1"/>
            <p:extLst>
              <p:ext uri="{D42A27DB-BD31-4B8C-83A1-F6EECF244321}">
                <p14:modId xmlns:p14="http://schemas.microsoft.com/office/powerpoint/2010/main" val="3892510331"/>
              </p:ext>
            </p:extLst>
          </p:nvPr>
        </p:nvGraphicFramePr>
        <p:xfrm>
          <a:off x="652462" y="1649738"/>
          <a:ext cx="3111384" cy="3558524"/>
        </p:xfrm>
        <a:graphic>
          <a:graphicData uri="http://schemas.openxmlformats.org/drawingml/2006/table">
            <a:tbl>
              <a:tblPr/>
              <a:tblGrid>
                <a:gridCol w="777846">
                  <a:extLst>
                    <a:ext uri="{9D8B030D-6E8A-4147-A177-3AD203B41FA5}">
                      <a16:colId xmlns:a16="http://schemas.microsoft.com/office/drawing/2014/main" val="1357671207"/>
                    </a:ext>
                  </a:extLst>
                </a:gridCol>
                <a:gridCol w="965386">
                  <a:extLst>
                    <a:ext uri="{9D8B030D-6E8A-4147-A177-3AD203B41FA5}">
                      <a16:colId xmlns:a16="http://schemas.microsoft.com/office/drawing/2014/main" val="396116997"/>
                    </a:ext>
                  </a:extLst>
                </a:gridCol>
                <a:gridCol w="590306">
                  <a:extLst>
                    <a:ext uri="{9D8B030D-6E8A-4147-A177-3AD203B41FA5}">
                      <a16:colId xmlns:a16="http://schemas.microsoft.com/office/drawing/2014/main" val="1911789672"/>
                    </a:ext>
                  </a:extLst>
                </a:gridCol>
                <a:gridCol w="777846">
                  <a:extLst>
                    <a:ext uri="{9D8B030D-6E8A-4147-A177-3AD203B41FA5}">
                      <a16:colId xmlns:a16="http://schemas.microsoft.com/office/drawing/2014/main" val="1789683471"/>
                    </a:ext>
                  </a:extLst>
                </a:gridCol>
              </a:tblGrid>
              <a:tr h="117038">
                <a:tc gridSpan="4">
                  <a:txBody>
                    <a:bodyPr/>
                    <a:lstStyle/>
                    <a:p>
                      <a:r>
                        <a:rPr lang="en-GB" sz="1000">
                          <a:latin typeface="+mn-lt"/>
                        </a:rPr>
                        <a:t>Sample Data for Mann-Whitney U test</a:t>
                      </a:r>
                    </a:p>
                  </a:txBody>
                  <a:tcPr marL="36551" marR="36551" marT="18276" marB="18276">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033354200"/>
                  </a:ext>
                </a:extLst>
              </a:tr>
              <a:tr h="158481">
                <a:tc>
                  <a:txBody>
                    <a:bodyPr/>
                    <a:lstStyle/>
                    <a:p>
                      <a:pPr algn="l" fontAlgn="ctr"/>
                      <a:r>
                        <a:rPr lang="en-GB" sz="1000" b="1" i="0">
                          <a:effectLst/>
                          <a:latin typeface="+mn-lt"/>
                        </a:rPr>
                        <a:t>Group</a:t>
                      </a:r>
                    </a:p>
                  </a:txBody>
                  <a:tcPr marL="36551" marR="36551" marT="18276" marB="18276" anchor="ctr">
                    <a:lnL>
                      <a:noFill/>
                    </a:lnL>
                    <a:lnR>
                      <a:noFill/>
                    </a:lnR>
                    <a:lnB>
                      <a:noFill/>
                    </a:lnB>
                    <a:solidFill>
                      <a:srgbClr val="FFFFFF"/>
                    </a:solidFill>
                  </a:tcPr>
                </a:tc>
                <a:tc>
                  <a:txBody>
                    <a:bodyPr/>
                    <a:lstStyle/>
                    <a:p>
                      <a:pPr algn="l" fontAlgn="ctr"/>
                      <a:r>
                        <a:rPr lang="en-GB" sz="1000" b="1" i="0">
                          <a:effectLst/>
                          <a:latin typeface="+mn-lt"/>
                        </a:rPr>
                        <a:t>Participants</a:t>
                      </a:r>
                    </a:p>
                  </a:txBody>
                  <a:tcPr marL="36551" marR="36551" marT="18276" marB="18276" anchor="ctr">
                    <a:lnL>
                      <a:noFill/>
                    </a:lnL>
                    <a:lnR>
                      <a:noFill/>
                    </a:lnR>
                    <a:lnT>
                      <a:noFill/>
                    </a:lnT>
                    <a:lnB>
                      <a:noFill/>
                    </a:lnB>
                    <a:solidFill>
                      <a:srgbClr val="FFFFFF"/>
                    </a:solidFill>
                  </a:tcPr>
                </a:tc>
                <a:tc>
                  <a:txBody>
                    <a:bodyPr/>
                    <a:lstStyle/>
                    <a:p>
                      <a:pPr algn="l" fontAlgn="ctr"/>
                      <a:r>
                        <a:rPr lang="en-GB" sz="1000" b="1" i="0">
                          <a:effectLst/>
                          <a:latin typeface="+mn-lt"/>
                        </a:rPr>
                        <a:t>Rating</a:t>
                      </a:r>
                    </a:p>
                  </a:txBody>
                  <a:tcPr marL="36551" marR="36551" marT="18276" marB="18276" anchor="ctr">
                    <a:lnL>
                      <a:noFill/>
                    </a:lnL>
                    <a:lnR>
                      <a:noFill/>
                    </a:lnR>
                    <a:lnT>
                      <a:noFill/>
                    </a:lnT>
                    <a:lnB>
                      <a:noFill/>
                    </a:lnB>
                    <a:solidFill>
                      <a:srgbClr val="FFFFFF"/>
                    </a:solidFill>
                  </a:tcPr>
                </a:tc>
                <a:tc>
                  <a:txBody>
                    <a:bodyPr/>
                    <a:lstStyle/>
                    <a:p>
                      <a:pPr algn="l" fontAlgn="ctr"/>
                      <a:r>
                        <a:rPr lang="en-GB" sz="1000" b="1" i="0">
                          <a:effectLst/>
                          <a:latin typeface="+mn-lt"/>
                        </a:rPr>
                        <a:t>Coding</a:t>
                      </a:r>
                    </a:p>
                  </a:txBody>
                  <a:tcPr marL="36551" marR="36551" marT="18276" marB="18276" anchor="ctr">
                    <a:lnL>
                      <a:noFill/>
                    </a:lnL>
                    <a:lnR>
                      <a:noFill/>
                    </a:lnR>
                    <a:lnT>
                      <a:noFill/>
                    </a:lnT>
                    <a:lnB>
                      <a:noFill/>
                    </a:lnB>
                    <a:solidFill>
                      <a:srgbClr val="FFFFFF"/>
                    </a:solidFill>
                  </a:tcPr>
                </a:tc>
                <a:extLst>
                  <a:ext uri="{0D108BD9-81ED-4DB2-BD59-A6C34878D82A}">
                    <a16:rowId xmlns:a16="http://schemas.microsoft.com/office/drawing/2014/main" val="3819652501"/>
                  </a:ext>
                </a:extLst>
              </a:tr>
              <a:tr h="158481">
                <a:tc>
                  <a:txBody>
                    <a:bodyPr/>
                    <a:lstStyle/>
                    <a:p>
                      <a:pPr algn="l" fontAlgn="t"/>
                      <a:r>
                        <a:rPr lang="en-GB" sz="1000" b="0">
                          <a:effectLst/>
                          <a:latin typeface="+mn-lt"/>
                        </a:rPr>
                        <a:t>Alphanumeric</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Participant 1</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4</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0</a:t>
                      </a:r>
                    </a:p>
                  </a:txBody>
                  <a:tcPr marL="36551" marR="36551" marT="18276" marB="18276">
                    <a:lnL>
                      <a:noFill/>
                    </a:lnL>
                    <a:lnR>
                      <a:noFill/>
                    </a:lnR>
                    <a:lnT>
                      <a:noFill/>
                    </a:lnT>
                    <a:lnB>
                      <a:noFill/>
                    </a:lnB>
                    <a:solidFill>
                      <a:srgbClr val="FFFFFF"/>
                    </a:solidFill>
                  </a:tcPr>
                </a:tc>
                <a:extLst>
                  <a:ext uri="{0D108BD9-81ED-4DB2-BD59-A6C34878D82A}">
                    <a16:rowId xmlns:a16="http://schemas.microsoft.com/office/drawing/2014/main" val="2091164819"/>
                  </a:ext>
                </a:extLst>
              </a:tr>
              <a:tr h="158481">
                <a:tc>
                  <a:txBody>
                    <a:bodyPr/>
                    <a:lstStyle/>
                    <a:p>
                      <a:pPr algn="l" fontAlgn="t"/>
                      <a:r>
                        <a:rPr lang="en-GB" sz="1000" b="0">
                          <a:effectLst/>
                          <a:latin typeface="+mn-lt"/>
                        </a:rPr>
                        <a:t>Alphanumeric</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Participant 2</a:t>
                      </a:r>
                    </a:p>
                  </a:txBody>
                  <a:tcPr marL="36551" marR="36551" marT="18276" marB="18276">
                    <a:lnL>
                      <a:noFill/>
                    </a:lnL>
                    <a:lnR>
                      <a:noFill/>
                    </a:lnR>
                    <a:lnT>
                      <a:noFill/>
                    </a:lnT>
                    <a:lnB>
                      <a:noFill/>
                    </a:lnB>
                    <a:solidFill>
                      <a:srgbClr val="EEF2F6"/>
                    </a:solidFill>
                  </a:tcPr>
                </a:tc>
                <a:tc>
                  <a:txBody>
                    <a:bodyPr/>
                    <a:lstStyle/>
                    <a:p>
                      <a:pPr algn="l" fontAlgn="t"/>
                      <a:r>
                        <a:rPr lang="en-GB" sz="1000" b="0" dirty="0">
                          <a:effectLst/>
                          <a:latin typeface="+mn-lt"/>
                        </a:rPr>
                        <a:t>3</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0</a:t>
                      </a:r>
                    </a:p>
                  </a:txBody>
                  <a:tcPr marL="36551" marR="36551" marT="18276" marB="18276">
                    <a:lnL>
                      <a:noFill/>
                    </a:lnL>
                    <a:lnR>
                      <a:noFill/>
                    </a:lnR>
                    <a:lnT>
                      <a:noFill/>
                    </a:lnT>
                    <a:lnB>
                      <a:noFill/>
                    </a:lnB>
                    <a:solidFill>
                      <a:srgbClr val="EEF2F6"/>
                    </a:solidFill>
                  </a:tcPr>
                </a:tc>
                <a:extLst>
                  <a:ext uri="{0D108BD9-81ED-4DB2-BD59-A6C34878D82A}">
                    <a16:rowId xmlns:a16="http://schemas.microsoft.com/office/drawing/2014/main" val="2379417545"/>
                  </a:ext>
                </a:extLst>
              </a:tr>
              <a:tr h="158481">
                <a:tc>
                  <a:txBody>
                    <a:bodyPr/>
                    <a:lstStyle/>
                    <a:p>
                      <a:pPr algn="l" fontAlgn="t"/>
                      <a:r>
                        <a:rPr lang="en-GB" sz="1000" b="0">
                          <a:effectLst/>
                          <a:latin typeface="+mn-lt"/>
                        </a:rPr>
                        <a:t>Alphanumeric</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Participant 3</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6</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0</a:t>
                      </a:r>
                    </a:p>
                  </a:txBody>
                  <a:tcPr marL="36551" marR="36551" marT="18276" marB="18276">
                    <a:lnL>
                      <a:noFill/>
                    </a:lnL>
                    <a:lnR>
                      <a:noFill/>
                    </a:lnR>
                    <a:lnT>
                      <a:noFill/>
                    </a:lnT>
                    <a:lnB>
                      <a:noFill/>
                    </a:lnB>
                    <a:solidFill>
                      <a:srgbClr val="FFFFFF"/>
                    </a:solidFill>
                  </a:tcPr>
                </a:tc>
                <a:extLst>
                  <a:ext uri="{0D108BD9-81ED-4DB2-BD59-A6C34878D82A}">
                    <a16:rowId xmlns:a16="http://schemas.microsoft.com/office/drawing/2014/main" val="443500721"/>
                  </a:ext>
                </a:extLst>
              </a:tr>
              <a:tr h="158481">
                <a:tc>
                  <a:txBody>
                    <a:bodyPr/>
                    <a:lstStyle/>
                    <a:p>
                      <a:pPr algn="l" fontAlgn="t"/>
                      <a:r>
                        <a:rPr lang="en-GB" sz="1000" b="0">
                          <a:effectLst/>
                          <a:latin typeface="+mn-lt"/>
                        </a:rPr>
                        <a:t>Alphanumeric</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Participant 4</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4</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0</a:t>
                      </a:r>
                    </a:p>
                  </a:txBody>
                  <a:tcPr marL="36551" marR="36551" marT="18276" marB="18276">
                    <a:lnL>
                      <a:noFill/>
                    </a:lnL>
                    <a:lnR>
                      <a:noFill/>
                    </a:lnR>
                    <a:lnT>
                      <a:noFill/>
                    </a:lnT>
                    <a:lnB>
                      <a:noFill/>
                    </a:lnB>
                    <a:solidFill>
                      <a:srgbClr val="EEF2F6"/>
                    </a:solidFill>
                  </a:tcPr>
                </a:tc>
                <a:extLst>
                  <a:ext uri="{0D108BD9-81ED-4DB2-BD59-A6C34878D82A}">
                    <a16:rowId xmlns:a16="http://schemas.microsoft.com/office/drawing/2014/main" val="1601412167"/>
                  </a:ext>
                </a:extLst>
              </a:tr>
              <a:tr h="158481">
                <a:tc>
                  <a:txBody>
                    <a:bodyPr/>
                    <a:lstStyle/>
                    <a:p>
                      <a:pPr algn="l" fontAlgn="t"/>
                      <a:r>
                        <a:rPr lang="en-GB" sz="1000" b="0">
                          <a:effectLst/>
                          <a:latin typeface="+mn-lt"/>
                        </a:rPr>
                        <a:t>Alphanumeric</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Participant 5</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3</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0</a:t>
                      </a:r>
                    </a:p>
                  </a:txBody>
                  <a:tcPr marL="36551" marR="36551" marT="18276" marB="18276">
                    <a:lnL>
                      <a:noFill/>
                    </a:lnL>
                    <a:lnR>
                      <a:noFill/>
                    </a:lnR>
                    <a:lnT>
                      <a:noFill/>
                    </a:lnT>
                    <a:lnB>
                      <a:noFill/>
                    </a:lnB>
                    <a:solidFill>
                      <a:srgbClr val="FFFFFF"/>
                    </a:solidFill>
                  </a:tcPr>
                </a:tc>
                <a:extLst>
                  <a:ext uri="{0D108BD9-81ED-4DB2-BD59-A6C34878D82A}">
                    <a16:rowId xmlns:a16="http://schemas.microsoft.com/office/drawing/2014/main" val="3639055763"/>
                  </a:ext>
                </a:extLst>
              </a:tr>
              <a:tr h="158481">
                <a:tc>
                  <a:txBody>
                    <a:bodyPr/>
                    <a:lstStyle/>
                    <a:p>
                      <a:pPr algn="l" fontAlgn="t"/>
                      <a:r>
                        <a:rPr lang="en-GB" sz="1000" b="0">
                          <a:effectLst/>
                          <a:latin typeface="+mn-lt"/>
                        </a:rPr>
                        <a:t>Alphanumeric</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Participant 6</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2</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0</a:t>
                      </a:r>
                    </a:p>
                  </a:txBody>
                  <a:tcPr marL="36551" marR="36551" marT="18276" marB="18276">
                    <a:lnL>
                      <a:noFill/>
                    </a:lnL>
                    <a:lnR>
                      <a:noFill/>
                    </a:lnR>
                    <a:lnT>
                      <a:noFill/>
                    </a:lnT>
                    <a:lnB>
                      <a:noFill/>
                    </a:lnB>
                    <a:solidFill>
                      <a:srgbClr val="EEF2F6"/>
                    </a:solidFill>
                  </a:tcPr>
                </a:tc>
                <a:extLst>
                  <a:ext uri="{0D108BD9-81ED-4DB2-BD59-A6C34878D82A}">
                    <a16:rowId xmlns:a16="http://schemas.microsoft.com/office/drawing/2014/main" val="4287899356"/>
                  </a:ext>
                </a:extLst>
              </a:tr>
              <a:tr h="158481">
                <a:tc>
                  <a:txBody>
                    <a:bodyPr/>
                    <a:lstStyle/>
                    <a:p>
                      <a:pPr algn="l" fontAlgn="t"/>
                      <a:r>
                        <a:rPr lang="en-GB" sz="1000" b="0">
                          <a:effectLst/>
                          <a:latin typeface="+mn-lt"/>
                        </a:rPr>
                        <a:t>Alphanumeric</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Participant 7</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4</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0</a:t>
                      </a:r>
                    </a:p>
                  </a:txBody>
                  <a:tcPr marL="36551" marR="36551" marT="18276" marB="18276">
                    <a:lnL>
                      <a:noFill/>
                    </a:lnL>
                    <a:lnR>
                      <a:noFill/>
                    </a:lnR>
                    <a:lnT>
                      <a:noFill/>
                    </a:lnT>
                    <a:lnB>
                      <a:noFill/>
                    </a:lnB>
                    <a:solidFill>
                      <a:srgbClr val="FFFFFF"/>
                    </a:solidFill>
                  </a:tcPr>
                </a:tc>
                <a:extLst>
                  <a:ext uri="{0D108BD9-81ED-4DB2-BD59-A6C34878D82A}">
                    <a16:rowId xmlns:a16="http://schemas.microsoft.com/office/drawing/2014/main" val="729093136"/>
                  </a:ext>
                </a:extLst>
              </a:tr>
              <a:tr h="158481">
                <a:tc>
                  <a:txBody>
                    <a:bodyPr/>
                    <a:lstStyle/>
                    <a:p>
                      <a:pPr algn="l" fontAlgn="t"/>
                      <a:r>
                        <a:rPr lang="en-GB" sz="1000" b="0">
                          <a:effectLst/>
                          <a:latin typeface="+mn-lt"/>
                        </a:rPr>
                        <a:t>Alphanumeric</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Participant 8</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5</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0</a:t>
                      </a:r>
                    </a:p>
                  </a:txBody>
                  <a:tcPr marL="36551" marR="36551" marT="18276" marB="18276">
                    <a:lnL>
                      <a:noFill/>
                    </a:lnL>
                    <a:lnR>
                      <a:noFill/>
                    </a:lnR>
                    <a:lnT>
                      <a:noFill/>
                    </a:lnT>
                    <a:lnB>
                      <a:noFill/>
                    </a:lnB>
                    <a:solidFill>
                      <a:srgbClr val="EEF2F6"/>
                    </a:solidFill>
                  </a:tcPr>
                </a:tc>
                <a:extLst>
                  <a:ext uri="{0D108BD9-81ED-4DB2-BD59-A6C34878D82A}">
                    <a16:rowId xmlns:a16="http://schemas.microsoft.com/office/drawing/2014/main" val="518719711"/>
                  </a:ext>
                </a:extLst>
              </a:tr>
              <a:tr h="158481">
                <a:tc>
                  <a:txBody>
                    <a:bodyPr/>
                    <a:lstStyle/>
                    <a:p>
                      <a:pPr algn="l" fontAlgn="t"/>
                      <a:r>
                        <a:rPr lang="en-GB" sz="1000" b="0">
                          <a:effectLst/>
                          <a:latin typeface="+mn-lt"/>
                        </a:rPr>
                        <a:t>Image-based</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Participant 9</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4</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1</a:t>
                      </a:r>
                    </a:p>
                  </a:txBody>
                  <a:tcPr marL="36551" marR="36551" marT="18276" marB="18276">
                    <a:lnL>
                      <a:noFill/>
                    </a:lnL>
                    <a:lnR>
                      <a:noFill/>
                    </a:lnR>
                    <a:lnT>
                      <a:noFill/>
                    </a:lnT>
                    <a:lnB>
                      <a:noFill/>
                    </a:lnB>
                    <a:solidFill>
                      <a:srgbClr val="FFFFFF"/>
                    </a:solidFill>
                  </a:tcPr>
                </a:tc>
                <a:extLst>
                  <a:ext uri="{0D108BD9-81ED-4DB2-BD59-A6C34878D82A}">
                    <a16:rowId xmlns:a16="http://schemas.microsoft.com/office/drawing/2014/main" val="398191433"/>
                  </a:ext>
                </a:extLst>
              </a:tr>
              <a:tr h="211436">
                <a:tc>
                  <a:txBody>
                    <a:bodyPr/>
                    <a:lstStyle/>
                    <a:p>
                      <a:pPr algn="l" fontAlgn="t"/>
                      <a:r>
                        <a:rPr lang="en-GB" sz="1000" b="0">
                          <a:effectLst/>
                          <a:latin typeface="+mn-lt"/>
                        </a:rPr>
                        <a:t>Image-based</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Participant 10</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6</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1</a:t>
                      </a:r>
                    </a:p>
                  </a:txBody>
                  <a:tcPr marL="36551" marR="36551" marT="18276" marB="18276">
                    <a:lnL>
                      <a:noFill/>
                    </a:lnL>
                    <a:lnR>
                      <a:noFill/>
                    </a:lnR>
                    <a:lnT>
                      <a:noFill/>
                    </a:lnT>
                    <a:lnB>
                      <a:noFill/>
                    </a:lnB>
                    <a:solidFill>
                      <a:srgbClr val="EEF2F6"/>
                    </a:solidFill>
                  </a:tcPr>
                </a:tc>
                <a:extLst>
                  <a:ext uri="{0D108BD9-81ED-4DB2-BD59-A6C34878D82A}">
                    <a16:rowId xmlns:a16="http://schemas.microsoft.com/office/drawing/2014/main" val="937669275"/>
                  </a:ext>
                </a:extLst>
              </a:tr>
              <a:tr h="211436">
                <a:tc>
                  <a:txBody>
                    <a:bodyPr/>
                    <a:lstStyle/>
                    <a:p>
                      <a:pPr algn="l" fontAlgn="t"/>
                      <a:r>
                        <a:rPr lang="en-GB" sz="1000" b="0">
                          <a:effectLst/>
                          <a:latin typeface="+mn-lt"/>
                        </a:rPr>
                        <a:t>Image-based</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Participant 11</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6</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1</a:t>
                      </a:r>
                    </a:p>
                  </a:txBody>
                  <a:tcPr marL="36551" marR="36551" marT="18276" marB="18276">
                    <a:lnL>
                      <a:noFill/>
                    </a:lnL>
                    <a:lnR>
                      <a:noFill/>
                    </a:lnR>
                    <a:lnT>
                      <a:noFill/>
                    </a:lnT>
                    <a:lnB>
                      <a:noFill/>
                    </a:lnB>
                    <a:solidFill>
                      <a:srgbClr val="FFFFFF"/>
                    </a:solidFill>
                  </a:tcPr>
                </a:tc>
                <a:extLst>
                  <a:ext uri="{0D108BD9-81ED-4DB2-BD59-A6C34878D82A}">
                    <a16:rowId xmlns:a16="http://schemas.microsoft.com/office/drawing/2014/main" val="867202064"/>
                  </a:ext>
                </a:extLst>
              </a:tr>
              <a:tr h="211436">
                <a:tc>
                  <a:txBody>
                    <a:bodyPr/>
                    <a:lstStyle/>
                    <a:p>
                      <a:pPr algn="l" fontAlgn="t"/>
                      <a:r>
                        <a:rPr lang="en-GB" sz="1000" b="0">
                          <a:effectLst/>
                          <a:latin typeface="+mn-lt"/>
                        </a:rPr>
                        <a:t>Image-based</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Participant 12</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7</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1</a:t>
                      </a:r>
                    </a:p>
                  </a:txBody>
                  <a:tcPr marL="36551" marR="36551" marT="18276" marB="18276">
                    <a:lnL>
                      <a:noFill/>
                    </a:lnL>
                    <a:lnR>
                      <a:noFill/>
                    </a:lnR>
                    <a:lnT>
                      <a:noFill/>
                    </a:lnT>
                    <a:lnB>
                      <a:noFill/>
                    </a:lnB>
                    <a:solidFill>
                      <a:srgbClr val="EEF2F6"/>
                    </a:solidFill>
                  </a:tcPr>
                </a:tc>
                <a:extLst>
                  <a:ext uri="{0D108BD9-81ED-4DB2-BD59-A6C34878D82A}">
                    <a16:rowId xmlns:a16="http://schemas.microsoft.com/office/drawing/2014/main" val="2443025225"/>
                  </a:ext>
                </a:extLst>
              </a:tr>
              <a:tr h="211436">
                <a:tc>
                  <a:txBody>
                    <a:bodyPr/>
                    <a:lstStyle/>
                    <a:p>
                      <a:pPr algn="l" fontAlgn="t"/>
                      <a:r>
                        <a:rPr lang="en-GB" sz="1000" b="0">
                          <a:effectLst/>
                          <a:latin typeface="+mn-lt"/>
                        </a:rPr>
                        <a:t>Image-based</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Participant 13</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5</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1</a:t>
                      </a:r>
                    </a:p>
                  </a:txBody>
                  <a:tcPr marL="36551" marR="36551" marT="18276" marB="18276">
                    <a:lnL>
                      <a:noFill/>
                    </a:lnL>
                    <a:lnR>
                      <a:noFill/>
                    </a:lnR>
                    <a:lnT>
                      <a:noFill/>
                    </a:lnT>
                    <a:lnB>
                      <a:noFill/>
                    </a:lnB>
                    <a:solidFill>
                      <a:srgbClr val="FFFFFF"/>
                    </a:solidFill>
                  </a:tcPr>
                </a:tc>
                <a:extLst>
                  <a:ext uri="{0D108BD9-81ED-4DB2-BD59-A6C34878D82A}">
                    <a16:rowId xmlns:a16="http://schemas.microsoft.com/office/drawing/2014/main" val="1018764884"/>
                  </a:ext>
                </a:extLst>
              </a:tr>
              <a:tr h="211436">
                <a:tc>
                  <a:txBody>
                    <a:bodyPr/>
                    <a:lstStyle/>
                    <a:p>
                      <a:pPr algn="l" fontAlgn="t"/>
                      <a:r>
                        <a:rPr lang="en-GB" sz="1000" b="0">
                          <a:effectLst/>
                          <a:latin typeface="+mn-lt"/>
                        </a:rPr>
                        <a:t>Image-based</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Participant 14</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6</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1</a:t>
                      </a:r>
                    </a:p>
                  </a:txBody>
                  <a:tcPr marL="36551" marR="36551" marT="18276" marB="18276">
                    <a:lnL>
                      <a:noFill/>
                    </a:lnL>
                    <a:lnR>
                      <a:noFill/>
                    </a:lnR>
                    <a:lnT>
                      <a:noFill/>
                    </a:lnT>
                    <a:lnB>
                      <a:noFill/>
                    </a:lnB>
                    <a:solidFill>
                      <a:srgbClr val="EEF2F6"/>
                    </a:solidFill>
                  </a:tcPr>
                </a:tc>
                <a:extLst>
                  <a:ext uri="{0D108BD9-81ED-4DB2-BD59-A6C34878D82A}">
                    <a16:rowId xmlns:a16="http://schemas.microsoft.com/office/drawing/2014/main" val="3520575989"/>
                  </a:ext>
                </a:extLst>
              </a:tr>
              <a:tr h="211436">
                <a:tc>
                  <a:txBody>
                    <a:bodyPr/>
                    <a:lstStyle/>
                    <a:p>
                      <a:pPr algn="l" fontAlgn="t"/>
                      <a:r>
                        <a:rPr lang="en-GB" sz="1000" b="0">
                          <a:effectLst/>
                          <a:latin typeface="+mn-lt"/>
                        </a:rPr>
                        <a:t>Image-based</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Participant 15</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4</a:t>
                      </a:r>
                    </a:p>
                  </a:txBody>
                  <a:tcPr marL="36551" marR="36551" marT="18276" marB="18276">
                    <a:lnL>
                      <a:noFill/>
                    </a:lnL>
                    <a:lnR>
                      <a:noFill/>
                    </a:lnR>
                    <a:lnT>
                      <a:noFill/>
                    </a:lnT>
                    <a:lnB>
                      <a:noFill/>
                    </a:lnB>
                    <a:solidFill>
                      <a:srgbClr val="FFFFFF"/>
                    </a:solidFill>
                  </a:tcPr>
                </a:tc>
                <a:tc>
                  <a:txBody>
                    <a:bodyPr/>
                    <a:lstStyle/>
                    <a:p>
                      <a:pPr algn="l" fontAlgn="t"/>
                      <a:r>
                        <a:rPr lang="en-GB" sz="1000" b="0">
                          <a:effectLst/>
                          <a:latin typeface="+mn-lt"/>
                        </a:rPr>
                        <a:t>1</a:t>
                      </a:r>
                    </a:p>
                  </a:txBody>
                  <a:tcPr marL="36551" marR="36551" marT="18276" marB="18276">
                    <a:lnL>
                      <a:noFill/>
                    </a:lnL>
                    <a:lnR>
                      <a:noFill/>
                    </a:lnR>
                    <a:lnT>
                      <a:noFill/>
                    </a:lnT>
                    <a:lnB>
                      <a:noFill/>
                    </a:lnB>
                    <a:solidFill>
                      <a:srgbClr val="FFFFFF"/>
                    </a:solidFill>
                  </a:tcPr>
                </a:tc>
                <a:extLst>
                  <a:ext uri="{0D108BD9-81ED-4DB2-BD59-A6C34878D82A}">
                    <a16:rowId xmlns:a16="http://schemas.microsoft.com/office/drawing/2014/main" val="1490600416"/>
                  </a:ext>
                </a:extLst>
              </a:tr>
              <a:tr h="211436">
                <a:tc>
                  <a:txBody>
                    <a:bodyPr/>
                    <a:lstStyle/>
                    <a:p>
                      <a:pPr algn="l" fontAlgn="t"/>
                      <a:r>
                        <a:rPr lang="en-GB" sz="1000" b="0">
                          <a:effectLst/>
                          <a:latin typeface="+mn-lt"/>
                        </a:rPr>
                        <a:t>Image-based</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Participant 16</a:t>
                      </a:r>
                    </a:p>
                  </a:txBody>
                  <a:tcPr marL="36551" marR="36551" marT="18276" marB="18276">
                    <a:lnL>
                      <a:noFill/>
                    </a:lnL>
                    <a:lnR>
                      <a:noFill/>
                    </a:lnR>
                    <a:lnT>
                      <a:noFill/>
                    </a:lnT>
                    <a:lnB>
                      <a:noFill/>
                    </a:lnB>
                    <a:solidFill>
                      <a:srgbClr val="EEF2F6"/>
                    </a:solidFill>
                  </a:tcPr>
                </a:tc>
                <a:tc>
                  <a:txBody>
                    <a:bodyPr/>
                    <a:lstStyle/>
                    <a:p>
                      <a:pPr algn="l" fontAlgn="t"/>
                      <a:r>
                        <a:rPr lang="en-GB" sz="1000" b="0">
                          <a:effectLst/>
                          <a:latin typeface="+mn-lt"/>
                        </a:rPr>
                        <a:t>6</a:t>
                      </a:r>
                    </a:p>
                  </a:txBody>
                  <a:tcPr marL="36551" marR="36551" marT="18276" marB="18276">
                    <a:lnL>
                      <a:noFill/>
                    </a:lnL>
                    <a:lnR>
                      <a:noFill/>
                    </a:lnR>
                    <a:lnT>
                      <a:noFill/>
                    </a:lnT>
                    <a:lnB>
                      <a:noFill/>
                    </a:lnB>
                    <a:solidFill>
                      <a:srgbClr val="EEF2F6"/>
                    </a:solidFill>
                  </a:tcPr>
                </a:tc>
                <a:tc>
                  <a:txBody>
                    <a:bodyPr/>
                    <a:lstStyle/>
                    <a:p>
                      <a:pPr algn="l" fontAlgn="t"/>
                      <a:r>
                        <a:rPr lang="en-GB" sz="1000" b="0" dirty="0">
                          <a:effectLst/>
                          <a:latin typeface="+mn-lt"/>
                        </a:rPr>
                        <a:t>1</a:t>
                      </a:r>
                    </a:p>
                  </a:txBody>
                  <a:tcPr marL="36551" marR="36551" marT="18276" marB="18276">
                    <a:lnL>
                      <a:noFill/>
                    </a:lnL>
                    <a:lnR>
                      <a:noFill/>
                    </a:lnR>
                    <a:lnT>
                      <a:noFill/>
                    </a:lnT>
                    <a:lnB>
                      <a:noFill/>
                    </a:lnB>
                    <a:solidFill>
                      <a:srgbClr val="EEF2F6"/>
                    </a:solidFill>
                  </a:tcPr>
                </a:tc>
                <a:extLst>
                  <a:ext uri="{0D108BD9-81ED-4DB2-BD59-A6C34878D82A}">
                    <a16:rowId xmlns:a16="http://schemas.microsoft.com/office/drawing/2014/main" val="3492298040"/>
                  </a:ext>
                </a:extLst>
              </a:tr>
            </a:tbl>
          </a:graphicData>
        </a:graphic>
      </p:graphicFrame>
      <p:sp>
        <p:nvSpPr>
          <p:cNvPr id="4" name="Footer Placeholder 3">
            <a:extLst>
              <a:ext uri="{FF2B5EF4-FFF2-40B4-BE49-F238E27FC236}">
                <a16:creationId xmlns:a16="http://schemas.microsoft.com/office/drawing/2014/main" id="{0ACBF84A-0700-60B4-D959-52A44259F2D7}"/>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1A897BE1-924D-7CBC-5D23-FFEF853C5FFB}"/>
              </a:ext>
            </a:extLst>
          </p:cNvPr>
          <p:cNvSpPr>
            <a:spLocks noGrp="1"/>
          </p:cNvSpPr>
          <p:nvPr>
            <p:ph type="sldNum" sz="quarter" idx="4"/>
          </p:nvPr>
        </p:nvSpPr>
        <p:spPr/>
        <p:txBody>
          <a:bodyPr/>
          <a:lstStyle/>
          <a:p>
            <a:fld id="{9FD7ECCF-50E7-4327-B945-FA93FF7B2BEF}" type="slidenum">
              <a:rPr lang="en-US" smtClean="0"/>
              <a:pPr/>
              <a:t>23</a:t>
            </a:fld>
            <a:r>
              <a:rPr lang="en-GB"/>
              <a:t>/40</a:t>
            </a:r>
            <a:endParaRPr lang="en-US" dirty="0"/>
          </a:p>
        </p:txBody>
      </p:sp>
      <p:pic>
        <p:nvPicPr>
          <p:cNvPr id="7" name="Picture 6">
            <a:extLst>
              <a:ext uri="{FF2B5EF4-FFF2-40B4-BE49-F238E27FC236}">
                <a16:creationId xmlns:a16="http://schemas.microsoft.com/office/drawing/2014/main" id="{97EBF0BE-DE0A-951E-A24F-290A63BE8DE4}"/>
              </a:ext>
            </a:extLst>
          </p:cNvPr>
          <p:cNvPicPr>
            <a:picLocks noChangeAspect="1"/>
          </p:cNvPicPr>
          <p:nvPr/>
        </p:nvPicPr>
        <p:blipFill>
          <a:blip r:embed="rId2"/>
          <a:stretch>
            <a:fillRect/>
          </a:stretch>
        </p:blipFill>
        <p:spPr>
          <a:xfrm>
            <a:off x="652462" y="5437115"/>
            <a:ext cx="7839075" cy="628650"/>
          </a:xfrm>
          <a:prstGeom prst="rect">
            <a:avLst/>
          </a:prstGeom>
        </p:spPr>
      </p:pic>
      <p:pic>
        <p:nvPicPr>
          <p:cNvPr id="12" name="Picture 11" descr="data organisation in SPSS">
            <a:extLst>
              <a:ext uri="{FF2B5EF4-FFF2-40B4-BE49-F238E27FC236}">
                <a16:creationId xmlns:a16="http://schemas.microsoft.com/office/drawing/2014/main" id="{3712CC2B-BB2E-DB06-DF37-44F016FA35C0}"/>
              </a:ext>
            </a:extLst>
          </p:cNvPr>
          <p:cNvPicPr>
            <a:picLocks noChangeAspect="1"/>
          </p:cNvPicPr>
          <p:nvPr/>
        </p:nvPicPr>
        <p:blipFill>
          <a:blip r:embed="rId3"/>
          <a:stretch>
            <a:fillRect/>
          </a:stretch>
        </p:blipFill>
        <p:spPr>
          <a:xfrm>
            <a:off x="4139952" y="1826887"/>
            <a:ext cx="1381125" cy="3381375"/>
          </a:xfrm>
          <a:prstGeom prst="rect">
            <a:avLst/>
          </a:prstGeom>
        </p:spPr>
      </p:pic>
    </p:spTree>
    <p:extLst>
      <p:ext uri="{BB962C8B-B14F-4D97-AF65-F5344CB8AC3E}">
        <p14:creationId xmlns:p14="http://schemas.microsoft.com/office/powerpoint/2010/main" val="3192264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3DA20-93D6-CE7D-6C97-6C5DF36ABE9C}"/>
              </a:ext>
            </a:extLst>
          </p:cNvPr>
          <p:cNvSpPr>
            <a:spLocks noGrp="1"/>
          </p:cNvSpPr>
          <p:nvPr>
            <p:ph type="title"/>
          </p:nvPr>
        </p:nvSpPr>
        <p:spPr/>
        <p:txBody>
          <a:bodyPr>
            <a:normAutofit fontScale="90000"/>
          </a:bodyPr>
          <a:lstStyle/>
          <a:p>
            <a:r>
              <a:rPr lang="en-GB" dirty="0"/>
              <a:t>Descriptive statistics for the two groups</a:t>
            </a:r>
          </a:p>
        </p:txBody>
      </p:sp>
      <p:sp>
        <p:nvSpPr>
          <p:cNvPr id="4" name="Footer Placeholder 3">
            <a:extLst>
              <a:ext uri="{FF2B5EF4-FFF2-40B4-BE49-F238E27FC236}">
                <a16:creationId xmlns:a16="http://schemas.microsoft.com/office/drawing/2014/main" id="{2F6CAA79-7E75-9850-6E2A-BBA1E618991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311CDFFF-C2A3-EDBA-40F2-1BB93E68C77D}"/>
              </a:ext>
            </a:extLst>
          </p:cNvPr>
          <p:cNvSpPr>
            <a:spLocks noGrp="1"/>
          </p:cNvSpPr>
          <p:nvPr>
            <p:ph type="sldNum" sz="quarter" idx="4"/>
          </p:nvPr>
        </p:nvSpPr>
        <p:spPr/>
        <p:txBody>
          <a:bodyPr/>
          <a:lstStyle/>
          <a:p>
            <a:fld id="{9FD7ECCF-50E7-4327-B945-FA93FF7B2BEF}" type="slidenum">
              <a:rPr lang="en-US" smtClean="0"/>
              <a:pPr/>
              <a:t>24</a:t>
            </a:fld>
            <a:r>
              <a:rPr lang="en-GB"/>
              <a:t>/40</a:t>
            </a:r>
            <a:endParaRPr lang="en-US" dirty="0"/>
          </a:p>
        </p:txBody>
      </p:sp>
      <p:pic>
        <p:nvPicPr>
          <p:cNvPr id="7" name="Picture 6" descr="SPSS">
            <a:extLst>
              <a:ext uri="{FF2B5EF4-FFF2-40B4-BE49-F238E27FC236}">
                <a16:creationId xmlns:a16="http://schemas.microsoft.com/office/drawing/2014/main" id="{89B9C8E6-7495-117B-BA14-988F85F4C413}"/>
              </a:ext>
            </a:extLst>
          </p:cNvPr>
          <p:cNvPicPr>
            <a:picLocks noChangeAspect="1"/>
          </p:cNvPicPr>
          <p:nvPr/>
        </p:nvPicPr>
        <p:blipFill>
          <a:blip r:embed="rId2"/>
          <a:stretch>
            <a:fillRect/>
          </a:stretch>
        </p:blipFill>
        <p:spPr>
          <a:xfrm>
            <a:off x="4842374" y="1057225"/>
            <a:ext cx="2376618" cy="1661811"/>
          </a:xfrm>
          <a:prstGeom prst="rect">
            <a:avLst/>
          </a:prstGeom>
        </p:spPr>
      </p:pic>
      <p:pic>
        <p:nvPicPr>
          <p:cNvPr id="9" name="Picture 8" descr="SPSS results">
            <a:extLst>
              <a:ext uri="{FF2B5EF4-FFF2-40B4-BE49-F238E27FC236}">
                <a16:creationId xmlns:a16="http://schemas.microsoft.com/office/drawing/2014/main" id="{878EC9B2-8293-2D6C-E0FB-CA4C3BBF1E17}"/>
              </a:ext>
            </a:extLst>
          </p:cNvPr>
          <p:cNvPicPr>
            <a:picLocks noChangeAspect="1"/>
          </p:cNvPicPr>
          <p:nvPr/>
        </p:nvPicPr>
        <p:blipFill>
          <a:blip r:embed="rId3"/>
          <a:stretch>
            <a:fillRect/>
          </a:stretch>
        </p:blipFill>
        <p:spPr>
          <a:xfrm>
            <a:off x="4605420" y="2722988"/>
            <a:ext cx="2690688" cy="3578876"/>
          </a:xfrm>
          <a:prstGeom prst="rect">
            <a:avLst/>
          </a:prstGeom>
        </p:spPr>
      </p:pic>
      <p:pic>
        <p:nvPicPr>
          <p:cNvPr id="11" name="Picture 10" descr="histogram">
            <a:extLst>
              <a:ext uri="{FF2B5EF4-FFF2-40B4-BE49-F238E27FC236}">
                <a16:creationId xmlns:a16="http://schemas.microsoft.com/office/drawing/2014/main" id="{82D4D75F-A7C0-2065-67B2-272486E74827}"/>
              </a:ext>
            </a:extLst>
          </p:cNvPr>
          <p:cNvPicPr>
            <a:picLocks noChangeAspect="1"/>
          </p:cNvPicPr>
          <p:nvPr/>
        </p:nvPicPr>
        <p:blipFill>
          <a:blip r:embed="rId4"/>
          <a:stretch>
            <a:fillRect/>
          </a:stretch>
        </p:blipFill>
        <p:spPr>
          <a:xfrm>
            <a:off x="575818" y="1652661"/>
            <a:ext cx="3527874" cy="2319380"/>
          </a:xfrm>
          <a:prstGeom prst="rect">
            <a:avLst/>
          </a:prstGeom>
        </p:spPr>
      </p:pic>
      <p:pic>
        <p:nvPicPr>
          <p:cNvPr id="13" name="Picture 12" descr="histogram">
            <a:extLst>
              <a:ext uri="{FF2B5EF4-FFF2-40B4-BE49-F238E27FC236}">
                <a16:creationId xmlns:a16="http://schemas.microsoft.com/office/drawing/2014/main" id="{7E7284FD-3B70-E98B-0B51-A850EDEDBFC0}"/>
              </a:ext>
            </a:extLst>
          </p:cNvPr>
          <p:cNvPicPr>
            <a:picLocks noChangeAspect="1"/>
          </p:cNvPicPr>
          <p:nvPr/>
        </p:nvPicPr>
        <p:blipFill>
          <a:blip r:embed="rId5"/>
          <a:stretch>
            <a:fillRect/>
          </a:stretch>
        </p:blipFill>
        <p:spPr>
          <a:xfrm>
            <a:off x="662844" y="3975306"/>
            <a:ext cx="3365192" cy="2272900"/>
          </a:xfrm>
          <a:prstGeom prst="rect">
            <a:avLst/>
          </a:prstGeom>
        </p:spPr>
      </p:pic>
    </p:spTree>
    <p:extLst>
      <p:ext uri="{BB962C8B-B14F-4D97-AF65-F5344CB8AC3E}">
        <p14:creationId xmlns:p14="http://schemas.microsoft.com/office/powerpoint/2010/main" val="2786570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3DA20-93D6-CE7D-6C97-6C5DF36ABE9C}"/>
              </a:ext>
            </a:extLst>
          </p:cNvPr>
          <p:cNvSpPr>
            <a:spLocks noGrp="1"/>
          </p:cNvSpPr>
          <p:nvPr>
            <p:ph type="title"/>
          </p:nvPr>
        </p:nvSpPr>
        <p:spPr>
          <a:xfrm>
            <a:off x="609600" y="116632"/>
            <a:ext cx="8153400" cy="945738"/>
          </a:xfrm>
        </p:spPr>
        <p:txBody>
          <a:bodyPr>
            <a:normAutofit fontScale="90000"/>
          </a:bodyPr>
          <a:lstStyle/>
          <a:p>
            <a:pPr>
              <a:lnSpc>
                <a:spcPts val="3500"/>
              </a:lnSpc>
            </a:pPr>
            <a:r>
              <a:rPr lang="en-GB" dirty="0"/>
              <a:t>Mann-Whitney U test results and interpretation</a:t>
            </a:r>
          </a:p>
        </p:txBody>
      </p:sp>
      <p:sp>
        <p:nvSpPr>
          <p:cNvPr id="4" name="Footer Placeholder 3">
            <a:extLst>
              <a:ext uri="{FF2B5EF4-FFF2-40B4-BE49-F238E27FC236}">
                <a16:creationId xmlns:a16="http://schemas.microsoft.com/office/drawing/2014/main" id="{2F6CAA79-7E75-9850-6E2A-BBA1E6189919}"/>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311CDFFF-C2A3-EDBA-40F2-1BB93E68C77D}"/>
              </a:ext>
            </a:extLst>
          </p:cNvPr>
          <p:cNvSpPr>
            <a:spLocks noGrp="1"/>
          </p:cNvSpPr>
          <p:nvPr>
            <p:ph type="sldNum" sz="quarter" idx="4"/>
          </p:nvPr>
        </p:nvSpPr>
        <p:spPr/>
        <p:txBody>
          <a:bodyPr/>
          <a:lstStyle/>
          <a:p>
            <a:fld id="{9FD7ECCF-50E7-4327-B945-FA93FF7B2BEF}" type="slidenum">
              <a:rPr lang="en-US" smtClean="0"/>
              <a:pPr/>
              <a:t>25</a:t>
            </a:fld>
            <a:r>
              <a:rPr lang="en-GB"/>
              <a:t>/40</a:t>
            </a:r>
            <a:endParaRPr lang="en-US" dirty="0"/>
          </a:p>
        </p:txBody>
      </p:sp>
      <p:sp>
        <p:nvSpPr>
          <p:cNvPr id="3" name="TextBox 2">
            <a:extLst>
              <a:ext uri="{FF2B5EF4-FFF2-40B4-BE49-F238E27FC236}">
                <a16:creationId xmlns:a16="http://schemas.microsoft.com/office/drawing/2014/main" id="{01BFAD2E-B764-5FBA-6B85-9371E70B05FD}"/>
              </a:ext>
            </a:extLst>
          </p:cNvPr>
          <p:cNvSpPr txBox="1"/>
          <p:nvPr/>
        </p:nvSpPr>
        <p:spPr>
          <a:xfrm>
            <a:off x="533401" y="1628800"/>
            <a:ext cx="4614664" cy="584775"/>
          </a:xfrm>
          <a:prstGeom prst="rect">
            <a:avLst/>
          </a:prstGeom>
          <a:noFill/>
        </p:spPr>
        <p:txBody>
          <a:bodyPr wrap="square" rtlCol="0">
            <a:spAutoFit/>
          </a:bodyPr>
          <a:lstStyle/>
          <a:p>
            <a:r>
              <a:rPr lang="en-GB" sz="1600" dirty="0">
                <a:latin typeface="+mn-lt"/>
              </a:rPr>
              <a:t>Remember to unsplit the group and then run non-parametric statistics</a:t>
            </a:r>
          </a:p>
        </p:txBody>
      </p:sp>
      <p:pic>
        <p:nvPicPr>
          <p:cNvPr id="12" name="Picture 11" descr="SPSS results">
            <a:extLst>
              <a:ext uri="{FF2B5EF4-FFF2-40B4-BE49-F238E27FC236}">
                <a16:creationId xmlns:a16="http://schemas.microsoft.com/office/drawing/2014/main" id="{651433BF-53E0-F500-AB07-B78CFFA97953}"/>
              </a:ext>
            </a:extLst>
          </p:cNvPr>
          <p:cNvPicPr>
            <a:picLocks noChangeAspect="1"/>
          </p:cNvPicPr>
          <p:nvPr/>
        </p:nvPicPr>
        <p:blipFill>
          <a:blip r:embed="rId2"/>
          <a:stretch>
            <a:fillRect/>
          </a:stretch>
        </p:blipFill>
        <p:spPr>
          <a:xfrm>
            <a:off x="5251241" y="1139322"/>
            <a:ext cx="3659243" cy="5469606"/>
          </a:xfrm>
          <a:prstGeom prst="rect">
            <a:avLst/>
          </a:prstGeom>
        </p:spPr>
      </p:pic>
      <p:sp>
        <p:nvSpPr>
          <p:cNvPr id="14" name="Rectangle 13">
            <a:extLst>
              <a:ext uri="{FF2B5EF4-FFF2-40B4-BE49-F238E27FC236}">
                <a16:creationId xmlns:a16="http://schemas.microsoft.com/office/drawing/2014/main" id="{2E4BF9AC-C465-5EFE-2230-2C62524C0B6C}"/>
              </a:ext>
            </a:extLst>
          </p:cNvPr>
          <p:cNvSpPr/>
          <p:nvPr/>
        </p:nvSpPr>
        <p:spPr>
          <a:xfrm>
            <a:off x="7164288" y="2213575"/>
            <a:ext cx="648072" cy="495345"/>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2C82077F-A6BA-B751-A332-A17FFF7BFF9E}"/>
              </a:ext>
            </a:extLst>
          </p:cNvPr>
          <p:cNvSpPr/>
          <p:nvPr/>
        </p:nvSpPr>
        <p:spPr>
          <a:xfrm>
            <a:off x="6008078" y="3973611"/>
            <a:ext cx="940185" cy="247478"/>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B3A07ECB-0274-3383-6B82-793D6D3E9F74}"/>
              </a:ext>
            </a:extLst>
          </p:cNvPr>
          <p:cNvSpPr/>
          <p:nvPr/>
        </p:nvSpPr>
        <p:spPr>
          <a:xfrm>
            <a:off x="7235007" y="3961727"/>
            <a:ext cx="940185" cy="247478"/>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9" name="Group 18" descr="SPSS results">
            <a:extLst>
              <a:ext uri="{FF2B5EF4-FFF2-40B4-BE49-F238E27FC236}">
                <a16:creationId xmlns:a16="http://schemas.microsoft.com/office/drawing/2014/main" id="{CBDF2A1F-8094-E1AB-4823-4B182BC6A940}"/>
              </a:ext>
            </a:extLst>
          </p:cNvPr>
          <p:cNvGrpSpPr/>
          <p:nvPr/>
        </p:nvGrpSpPr>
        <p:grpSpPr>
          <a:xfrm>
            <a:off x="31653" y="2688896"/>
            <a:ext cx="5314548" cy="1521994"/>
            <a:chOff x="0" y="2816741"/>
            <a:chExt cx="5314548" cy="1521994"/>
          </a:xfrm>
        </p:grpSpPr>
        <p:pic>
          <p:nvPicPr>
            <p:cNvPr id="8" name="Picture 7">
              <a:extLst>
                <a:ext uri="{FF2B5EF4-FFF2-40B4-BE49-F238E27FC236}">
                  <a16:creationId xmlns:a16="http://schemas.microsoft.com/office/drawing/2014/main" id="{4206AA5F-AA8D-204F-6A95-8F4483F2356F}"/>
                </a:ext>
              </a:extLst>
            </p:cNvPr>
            <p:cNvPicPr>
              <a:picLocks noChangeAspect="1"/>
            </p:cNvPicPr>
            <p:nvPr/>
          </p:nvPicPr>
          <p:blipFill>
            <a:blip r:embed="rId3"/>
            <a:stretch>
              <a:fillRect/>
            </a:stretch>
          </p:blipFill>
          <p:spPr>
            <a:xfrm>
              <a:off x="0" y="2816741"/>
              <a:ext cx="5251241" cy="1521994"/>
            </a:xfrm>
            <a:prstGeom prst="rect">
              <a:avLst/>
            </a:prstGeom>
          </p:spPr>
        </p:pic>
        <p:sp>
          <p:nvSpPr>
            <p:cNvPr id="17" name="Rectangle 16">
              <a:extLst>
                <a:ext uri="{FF2B5EF4-FFF2-40B4-BE49-F238E27FC236}">
                  <a16:creationId xmlns:a16="http://schemas.microsoft.com/office/drawing/2014/main" id="{1AF0CC9A-C8E2-77B3-C8E7-E601C348DD41}"/>
                </a:ext>
              </a:extLst>
            </p:cNvPr>
            <p:cNvSpPr/>
            <p:nvPr/>
          </p:nvSpPr>
          <p:spPr>
            <a:xfrm>
              <a:off x="63307" y="3542847"/>
              <a:ext cx="5251241" cy="795888"/>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 name="TextBox 17">
            <a:extLst>
              <a:ext uri="{FF2B5EF4-FFF2-40B4-BE49-F238E27FC236}">
                <a16:creationId xmlns:a16="http://schemas.microsoft.com/office/drawing/2014/main" id="{0FF0B17A-5B61-5D18-71A8-2F7D59721F66}"/>
              </a:ext>
            </a:extLst>
          </p:cNvPr>
          <p:cNvSpPr txBox="1"/>
          <p:nvPr/>
        </p:nvSpPr>
        <p:spPr>
          <a:xfrm>
            <a:off x="491912" y="4538834"/>
            <a:ext cx="4394030" cy="646331"/>
          </a:xfrm>
          <a:prstGeom prst="rect">
            <a:avLst/>
          </a:prstGeom>
          <a:solidFill>
            <a:schemeClr val="accent1">
              <a:lumMod val="20000"/>
              <a:lumOff val="80000"/>
            </a:schemeClr>
          </a:solidFill>
        </p:spPr>
        <p:txBody>
          <a:bodyPr wrap="square" rtlCol="0">
            <a:spAutoFit/>
          </a:bodyPr>
          <a:lstStyle/>
          <a:p>
            <a:pPr>
              <a:spcBef>
                <a:spcPts val="600"/>
              </a:spcBef>
            </a:pPr>
            <a:r>
              <a:rPr lang="en-GB" sz="1800" b="0" i="0" dirty="0">
                <a:solidFill>
                  <a:srgbClr val="000000"/>
                </a:solidFill>
                <a:effectLst/>
                <a:latin typeface="+mn-lt"/>
              </a:rPr>
              <a:t>According to </a:t>
            </a:r>
            <a:r>
              <a:rPr lang="en-GB" sz="1800" dirty="0">
                <a:solidFill>
                  <a:srgbClr val="000000"/>
                </a:solidFill>
                <a:latin typeface="+mn-lt"/>
              </a:rPr>
              <a:t>the Mann-Whitney U</a:t>
            </a:r>
            <a:r>
              <a:rPr lang="en-GB" sz="1800" b="0" i="0" dirty="0">
                <a:solidFill>
                  <a:srgbClr val="000000"/>
                </a:solidFill>
                <a:effectLst/>
                <a:latin typeface="+mn-lt"/>
              </a:rPr>
              <a:t> test we reject the null hypothesis</a:t>
            </a:r>
            <a:endParaRPr lang="en-GB" sz="1800" dirty="0">
              <a:latin typeface="+mn-lt"/>
            </a:endParaRPr>
          </a:p>
        </p:txBody>
      </p:sp>
    </p:spTree>
    <p:extLst>
      <p:ext uri="{BB962C8B-B14F-4D97-AF65-F5344CB8AC3E}">
        <p14:creationId xmlns:p14="http://schemas.microsoft.com/office/powerpoint/2010/main" val="3020082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5831B-1347-39B3-02AA-403E0996C90F}"/>
              </a:ext>
            </a:extLst>
          </p:cNvPr>
          <p:cNvSpPr>
            <a:spLocks noGrp="1"/>
          </p:cNvSpPr>
          <p:nvPr>
            <p:ph type="title"/>
          </p:nvPr>
        </p:nvSpPr>
        <p:spPr/>
        <p:txBody>
          <a:bodyPr/>
          <a:lstStyle/>
          <a:p>
            <a:r>
              <a:rPr lang="en-GB" dirty="0"/>
              <a:t>Wilcoxon Signed Rank test</a:t>
            </a:r>
          </a:p>
        </p:txBody>
      </p:sp>
      <p:sp>
        <p:nvSpPr>
          <p:cNvPr id="4" name="Footer Placeholder 3">
            <a:extLst>
              <a:ext uri="{FF2B5EF4-FFF2-40B4-BE49-F238E27FC236}">
                <a16:creationId xmlns:a16="http://schemas.microsoft.com/office/drawing/2014/main" id="{287B8AEE-D671-972A-8A30-E0D1BD45D7B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11FCD0A0-4914-01CF-0A2D-700C26D02997}"/>
              </a:ext>
            </a:extLst>
          </p:cNvPr>
          <p:cNvSpPr>
            <a:spLocks noGrp="1"/>
          </p:cNvSpPr>
          <p:nvPr>
            <p:ph type="sldNum" sz="quarter" idx="4"/>
          </p:nvPr>
        </p:nvSpPr>
        <p:spPr/>
        <p:txBody>
          <a:bodyPr/>
          <a:lstStyle/>
          <a:p>
            <a:fld id="{9FD7ECCF-50E7-4327-B945-FA93FF7B2BEF}" type="slidenum">
              <a:rPr lang="en-US" smtClean="0"/>
              <a:pPr/>
              <a:t>26</a:t>
            </a:fld>
            <a:r>
              <a:rPr lang="en-GB"/>
              <a:t>/40</a:t>
            </a:r>
            <a:endParaRPr lang="en-US" dirty="0"/>
          </a:p>
        </p:txBody>
      </p:sp>
      <p:sp>
        <p:nvSpPr>
          <p:cNvPr id="8" name="Content Placeholder 7">
            <a:extLst>
              <a:ext uri="{FF2B5EF4-FFF2-40B4-BE49-F238E27FC236}">
                <a16:creationId xmlns:a16="http://schemas.microsoft.com/office/drawing/2014/main" id="{0019EE97-7D65-682C-A41E-E6524010C2EC}"/>
              </a:ext>
            </a:extLst>
          </p:cNvPr>
          <p:cNvSpPr>
            <a:spLocks noGrp="1"/>
          </p:cNvSpPr>
          <p:nvPr>
            <p:ph sz="quarter" idx="1"/>
          </p:nvPr>
        </p:nvSpPr>
        <p:spPr>
          <a:xfrm>
            <a:off x="612648" y="1600200"/>
            <a:ext cx="6047584" cy="4495800"/>
          </a:xfrm>
        </p:spPr>
        <p:txBody>
          <a:bodyPr>
            <a:normAutofit fontScale="70000" lnSpcReduction="20000"/>
          </a:bodyPr>
          <a:lstStyle/>
          <a:p>
            <a:r>
              <a:rPr lang="en-GB" dirty="0"/>
              <a:t>Let us examine another scenario in which we are interested in the use of the two authentication techniques by people with Down syndrome</a:t>
            </a:r>
          </a:p>
          <a:p>
            <a:r>
              <a:rPr lang="en-GB" dirty="0"/>
              <a:t>We can only successfully recruit 10 participants for the study</a:t>
            </a:r>
          </a:p>
          <a:p>
            <a:r>
              <a:rPr lang="en-GB" dirty="0"/>
              <a:t>The small participant size suggests that a </a:t>
            </a:r>
            <a:r>
              <a:rPr lang="en-GB" b="1" dirty="0"/>
              <a:t>within-group</a:t>
            </a:r>
            <a:r>
              <a:rPr lang="en-GB" dirty="0"/>
              <a:t> design will be more appropriate</a:t>
            </a:r>
          </a:p>
          <a:p>
            <a:r>
              <a:rPr lang="en-GB" dirty="0"/>
              <a:t>So each participant completes the study using both authentication techniques:</a:t>
            </a:r>
          </a:p>
          <a:p>
            <a:r>
              <a:rPr lang="en-GB" dirty="0"/>
              <a:t>We are evaluating two authentication techniques: </a:t>
            </a:r>
          </a:p>
          <a:p>
            <a:pPr marL="880110" lvl="1" indent="-514350">
              <a:buFont typeface="+mj-lt"/>
              <a:buAutoNum type="arabicPeriod"/>
            </a:pPr>
            <a:r>
              <a:rPr lang="en-GB" dirty="0"/>
              <a:t>a traditional alphanumeric password and </a:t>
            </a:r>
          </a:p>
          <a:p>
            <a:pPr marL="880110" lvl="1" indent="-514350">
              <a:buFont typeface="+mj-lt"/>
              <a:buAutoNum type="arabicPeriod"/>
            </a:pPr>
            <a:r>
              <a:rPr lang="en-GB" dirty="0"/>
              <a:t>an image-based password that contain several images preselected by the user.</a:t>
            </a:r>
          </a:p>
          <a:p>
            <a:r>
              <a:rPr lang="en-GB" dirty="0"/>
              <a:t>and answers a questionnaire after the interaction with each technique.</a:t>
            </a:r>
          </a:p>
        </p:txBody>
      </p:sp>
      <p:pic>
        <p:nvPicPr>
          <p:cNvPr id="6" name="Picture 5" descr="The small participant size suggests that a within-group design will be more appropriate&#10;">
            <a:extLst>
              <a:ext uri="{FF2B5EF4-FFF2-40B4-BE49-F238E27FC236}">
                <a16:creationId xmlns:a16="http://schemas.microsoft.com/office/drawing/2014/main" id="{1CE69181-DE66-1859-8BF2-7993793E2D7E}"/>
              </a:ext>
            </a:extLst>
          </p:cNvPr>
          <p:cNvPicPr>
            <a:picLocks noChangeAspect="1"/>
          </p:cNvPicPr>
          <p:nvPr/>
        </p:nvPicPr>
        <p:blipFill>
          <a:blip r:embed="rId2"/>
          <a:stretch>
            <a:fillRect/>
          </a:stretch>
        </p:blipFill>
        <p:spPr>
          <a:xfrm>
            <a:off x="6660232" y="2795076"/>
            <a:ext cx="2310979" cy="1267848"/>
          </a:xfrm>
          <a:prstGeom prst="rect">
            <a:avLst/>
          </a:prstGeom>
        </p:spPr>
      </p:pic>
    </p:spTree>
    <p:extLst>
      <p:ext uri="{BB962C8B-B14F-4D97-AF65-F5344CB8AC3E}">
        <p14:creationId xmlns:p14="http://schemas.microsoft.com/office/powerpoint/2010/main" val="3020162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E64AD-B4D6-C512-FDBC-483AFB65CB1B}"/>
              </a:ext>
            </a:extLst>
          </p:cNvPr>
          <p:cNvSpPr>
            <a:spLocks noGrp="1"/>
          </p:cNvSpPr>
          <p:nvPr>
            <p:ph type="title"/>
          </p:nvPr>
        </p:nvSpPr>
        <p:spPr>
          <a:xfrm>
            <a:off x="609600" y="92883"/>
            <a:ext cx="8153400" cy="990600"/>
          </a:xfrm>
        </p:spPr>
        <p:txBody>
          <a:bodyPr>
            <a:normAutofit fontScale="90000"/>
          </a:bodyPr>
          <a:lstStyle/>
          <a:p>
            <a:pPr>
              <a:lnSpc>
                <a:spcPts val="3500"/>
              </a:lnSpc>
            </a:pPr>
            <a:r>
              <a:rPr lang="en-GB" dirty="0"/>
              <a:t>Wilcoxon Signed Rank test – organisation of data in SPSS</a:t>
            </a:r>
          </a:p>
        </p:txBody>
      </p:sp>
      <p:graphicFrame>
        <p:nvGraphicFramePr>
          <p:cNvPr id="6" name="Content Placeholder 5">
            <a:extLst>
              <a:ext uri="{FF2B5EF4-FFF2-40B4-BE49-F238E27FC236}">
                <a16:creationId xmlns:a16="http://schemas.microsoft.com/office/drawing/2014/main" id="{3174202E-43A0-75F8-1A2A-9F442FE778F2}"/>
              </a:ext>
            </a:extLst>
          </p:cNvPr>
          <p:cNvGraphicFramePr>
            <a:graphicFrameLocks noGrp="1"/>
          </p:cNvGraphicFramePr>
          <p:nvPr>
            <p:ph sz="quarter" idx="1"/>
            <p:extLst>
              <p:ext uri="{D42A27DB-BD31-4B8C-83A1-F6EECF244321}">
                <p14:modId xmlns:p14="http://schemas.microsoft.com/office/powerpoint/2010/main" val="2367161661"/>
              </p:ext>
            </p:extLst>
          </p:nvPr>
        </p:nvGraphicFramePr>
        <p:xfrm>
          <a:off x="609600" y="1783080"/>
          <a:ext cx="3528392" cy="3291840"/>
        </p:xfrm>
        <a:graphic>
          <a:graphicData uri="http://schemas.openxmlformats.org/drawingml/2006/table">
            <a:tbl>
              <a:tblPr/>
              <a:tblGrid>
                <a:gridCol w="1224136">
                  <a:extLst>
                    <a:ext uri="{9D8B030D-6E8A-4147-A177-3AD203B41FA5}">
                      <a16:colId xmlns:a16="http://schemas.microsoft.com/office/drawing/2014/main" val="3713323227"/>
                    </a:ext>
                  </a:extLst>
                </a:gridCol>
                <a:gridCol w="1224136">
                  <a:extLst>
                    <a:ext uri="{9D8B030D-6E8A-4147-A177-3AD203B41FA5}">
                      <a16:colId xmlns:a16="http://schemas.microsoft.com/office/drawing/2014/main" val="476974155"/>
                    </a:ext>
                  </a:extLst>
                </a:gridCol>
                <a:gridCol w="1080120">
                  <a:extLst>
                    <a:ext uri="{9D8B030D-6E8A-4147-A177-3AD203B41FA5}">
                      <a16:colId xmlns:a16="http://schemas.microsoft.com/office/drawing/2014/main" val="2606004669"/>
                    </a:ext>
                  </a:extLst>
                </a:gridCol>
              </a:tblGrid>
              <a:tr h="0">
                <a:tc gridSpan="3">
                  <a:txBody>
                    <a:bodyPr/>
                    <a:lstStyle/>
                    <a:p>
                      <a:r>
                        <a:rPr lang="en-GB" sz="1200" dirty="0">
                          <a:latin typeface="+mn-lt"/>
                        </a:rPr>
                        <a:t>Sample Data for Wilcoxon Signed-Rank Test</a:t>
                      </a:r>
                    </a:p>
                  </a:txBody>
                  <a:tcPr>
                    <a:solidFill>
                      <a:srgbClr val="FFFFFF"/>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79902051"/>
                  </a:ext>
                </a:extLst>
              </a:tr>
              <a:tr h="0">
                <a:tc>
                  <a:txBody>
                    <a:bodyPr/>
                    <a:lstStyle/>
                    <a:p>
                      <a:pPr algn="l" fontAlgn="ctr"/>
                      <a:r>
                        <a:rPr lang="en-GB" sz="1200" b="1" i="0" dirty="0">
                          <a:effectLst/>
                          <a:latin typeface="+mn-lt"/>
                        </a:rPr>
                        <a:t>Participants</a:t>
                      </a:r>
                    </a:p>
                  </a:txBody>
                  <a:tcPr anchor="ctr">
                    <a:lnL>
                      <a:noFill/>
                    </a:lnL>
                    <a:lnR>
                      <a:noFill/>
                    </a:lnR>
                    <a:lnB>
                      <a:noFill/>
                    </a:lnB>
                    <a:solidFill>
                      <a:srgbClr val="FFFFFF"/>
                    </a:solidFill>
                  </a:tcPr>
                </a:tc>
                <a:tc>
                  <a:txBody>
                    <a:bodyPr/>
                    <a:lstStyle/>
                    <a:p>
                      <a:pPr algn="l" fontAlgn="ctr"/>
                      <a:r>
                        <a:rPr lang="en-GB" sz="1200" b="1" i="0">
                          <a:effectLst/>
                          <a:latin typeface="+mn-lt"/>
                        </a:rPr>
                        <a:t>Alphanumeric</a:t>
                      </a:r>
                    </a:p>
                  </a:txBody>
                  <a:tcPr anchor="ctr">
                    <a:lnL>
                      <a:noFill/>
                    </a:lnL>
                    <a:lnR>
                      <a:noFill/>
                    </a:lnR>
                    <a:lnT>
                      <a:noFill/>
                    </a:lnT>
                    <a:lnB>
                      <a:noFill/>
                    </a:lnB>
                    <a:solidFill>
                      <a:srgbClr val="FFFFFF"/>
                    </a:solidFill>
                  </a:tcPr>
                </a:tc>
                <a:tc>
                  <a:txBody>
                    <a:bodyPr/>
                    <a:lstStyle/>
                    <a:p>
                      <a:pPr algn="l" fontAlgn="ctr"/>
                      <a:r>
                        <a:rPr lang="en-GB" sz="1200" b="1" i="0">
                          <a:effectLst/>
                          <a:latin typeface="+mn-lt"/>
                        </a:rPr>
                        <a:t>Image-Based</a:t>
                      </a:r>
                    </a:p>
                  </a:txBody>
                  <a:tcPr anchor="ctr">
                    <a:lnL>
                      <a:noFill/>
                    </a:lnL>
                    <a:lnR>
                      <a:noFill/>
                    </a:lnR>
                    <a:lnT>
                      <a:noFill/>
                    </a:lnT>
                    <a:lnB>
                      <a:noFill/>
                    </a:lnB>
                    <a:solidFill>
                      <a:srgbClr val="FFFFFF"/>
                    </a:solidFill>
                  </a:tcPr>
                </a:tc>
                <a:extLst>
                  <a:ext uri="{0D108BD9-81ED-4DB2-BD59-A6C34878D82A}">
                    <a16:rowId xmlns:a16="http://schemas.microsoft.com/office/drawing/2014/main" val="1757617178"/>
                  </a:ext>
                </a:extLst>
              </a:tr>
              <a:tr h="0">
                <a:tc>
                  <a:txBody>
                    <a:bodyPr/>
                    <a:lstStyle/>
                    <a:p>
                      <a:pPr algn="l" fontAlgn="t"/>
                      <a:r>
                        <a:rPr lang="en-GB" sz="1200" b="0" dirty="0">
                          <a:effectLst/>
                          <a:latin typeface="+mn-lt"/>
                        </a:rPr>
                        <a:t>Participant 1</a:t>
                      </a:r>
                    </a:p>
                  </a:txBody>
                  <a:tcPr>
                    <a:lnL>
                      <a:noFill/>
                    </a:lnL>
                    <a:lnR>
                      <a:noFill/>
                    </a:lnR>
                    <a:lnT>
                      <a:noFill/>
                    </a:lnT>
                    <a:lnB>
                      <a:noFill/>
                    </a:lnB>
                    <a:solidFill>
                      <a:srgbClr val="FFFFFF"/>
                    </a:solidFill>
                  </a:tcPr>
                </a:tc>
                <a:tc>
                  <a:txBody>
                    <a:bodyPr/>
                    <a:lstStyle/>
                    <a:p>
                      <a:pPr algn="l" fontAlgn="t"/>
                      <a:r>
                        <a:rPr lang="en-GB" sz="1200" b="0">
                          <a:effectLst/>
                          <a:latin typeface="+mn-lt"/>
                        </a:rPr>
                        <a:t>5</a:t>
                      </a:r>
                    </a:p>
                  </a:txBody>
                  <a:tcPr>
                    <a:lnL>
                      <a:noFill/>
                    </a:lnL>
                    <a:lnR>
                      <a:noFill/>
                    </a:lnR>
                    <a:lnT>
                      <a:noFill/>
                    </a:lnT>
                    <a:lnB>
                      <a:noFill/>
                    </a:lnB>
                    <a:solidFill>
                      <a:srgbClr val="FFFFFF"/>
                    </a:solidFill>
                  </a:tcPr>
                </a:tc>
                <a:tc>
                  <a:txBody>
                    <a:bodyPr/>
                    <a:lstStyle/>
                    <a:p>
                      <a:pPr algn="l" fontAlgn="t"/>
                      <a:r>
                        <a:rPr lang="en-GB" sz="1200" b="0">
                          <a:effectLst/>
                          <a:latin typeface="+mn-lt"/>
                        </a:rPr>
                        <a:t>6</a:t>
                      </a:r>
                    </a:p>
                  </a:txBody>
                  <a:tcPr>
                    <a:lnL>
                      <a:noFill/>
                    </a:lnL>
                    <a:lnR>
                      <a:noFill/>
                    </a:lnR>
                    <a:lnT>
                      <a:noFill/>
                    </a:lnT>
                    <a:lnB>
                      <a:noFill/>
                    </a:lnB>
                    <a:solidFill>
                      <a:srgbClr val="FFFFFF"/>
                    </a:solidFill>
                  </a:tcPr>
                </a:tc>
                <a:extLst>
                  <a:ext uri="{0D108BD9-81ED-4DB2-BD59-A6C34878D82A}">
                    <a16:rowId xmlns:a16="http://schemas.microsoft.com/office/drawing/2014/main" val="3708965464"/>
                  </a:ext>
                </a:extLst>
              </a:tr>
              <a:tr h="0">
                <a:tc>
                  <a:txBody>
                    <a:bodyPr/>
                    <a:lstStyle/>
                    <a:p>
                      <a:pPr algn="l" fontAlgn="t"/>
                      <a:r>
                        <a:rPr lang="en-GB" sz="1200" b="0" dirty="0">
                          <a:effectLst/>
                          <a:latin typeface="+mn-lt"/>
                        </a:rPr>
                        <a:t>Participant 2</a:t>
                      </a:r>
                    </a:p>
                  </a:txBody>
                  <a:tcPr>
                    <a:lnL>
                      <a:noFill/>
                    </a:lnL>
                    <a:lnR>
                      <a:noFill/>
                    </a:lnR>
                    <a:lnT>
                      <a:noFill/>
                    </a:lnT>
                    <a:lnB>
                      <a:noFill/>
                    </a:lnB>
                    <a:solidFill>
                      <a:srgbClr val="EEF2F6"/>
                    </a:solidFill>
                  </a:tcPr>
                </a:tc>
                <a:tc>
                  <a:txBody>
                    <a:bodyPr/>
                    <a:lstStyle/>
                    <a:p>
                      <a:pPr algn="l" fontAlgn="t"/>
                      <a:r>
                        <a:rPr lang="en-GB" sz="1200" b="0">
                          <a:effectLst/>
                          <a:latin typeface="+mn-lt"/>
                        </a:rPr>
                        <a:t>3</a:t>
                      </a:r>
                    </a:p>
                  </a:txBody>
                  <a:tcPr>
                    <a:lnL>
                      <a:noFill/>
                    </a:lnL>
                    <a:lnR>
                      <a:noFill/>
                    </a:lnR>
                    <a:lnT>
                      <a:noFill/>
                    </a:lnT>
                    <a:lnB>
                      <a:noFill/>
                    </a:lnB>
                    <a:solidFill>
                      <a:srgbClr val="EEF2F6"/>
                    </a:solidFill>
                  </a:tcPr>
                </a:tc>
                <a:tc>
                  <a:txBody>
                    <a:bodyPr/>
                    <a:lstStyle/>
                    <a:p>
                      <a:pPr algn="l" fontAlgn="t"/>
                      <a:r>
                        <a:rPr lang="en-GB" sz="1200" b="0">
                          <a:effectLst/>
                          <a:latin typeface="+mn-lt"/>
                        </a:rPr>
                        <a:t>4</a:t>
                      </a:r>
                    </a:p>
                  </a:txBody>
                  <a:tcPr>
                    <a:lnL>
                      <a:noFill/>
                    </a:lnL>
                    <a:lnR>
                      <a:noFill/>
                    </a:lnR>
                    <a:lnT>
                      <a:noFill/>
                    </a:lnT>
                    <a:lnB>
                      <a:noFill/>
                    </a:lnB>
                    <a:solidFill>
                      <a:srgbClr val="EEF2F6"/>
                    </a:solidFill>
                  </a:tcPr>
                </a:tc>
                <a:extLst>
                  <a:ext uri="{0D108BD9-81ED-4DB2-BD59-A6C34878D82A}">
                    <a16:rowId xmlns:a16="http://schemas.microsoft.com/office/drawing/2014/main" val="635697622"/>
                  </a:ext>
                </a:extLst>
              </a:tr>
              <a:tr h="0">
                <a:tc>
                  <a:txBody>
                    <a:bodyPr/>
                    <a:lstStyle/>
                    <a:p>
                      <a:pPr algn="l" fontAlgn="t"/>
                      <a:r>
                        <a:rPr lang="en-GB" sz="1200" b="0" dirty="0">
                          <a:effectLst/>
                          <a:latin typeface="+mn-lt"/>
                        </a:rPr>
                        <a:t>Participant 3</a:t>
                      </a:r>
                    </a:p>
                  </a:txBody>
                  <a:tcPr>
                    <a:lnL>
                      <a:noFill/>
                    </a:lnL>
                    <a:lnR>
                      <a:noFill/>
                    </a:lnR>
                    <a:lnT>
                      <a:noFill/>
                    </a:lnT>
                    <a:lnB>
                      <a:noFill/>
                    </a:lnB>
                    <a:solidFill>
                      <a:srgbClr val="FFFFFF"/>
                    </a:solidFill>
                  </a:tcPr>
                </a:tc>
                <a:tc>
                  <a:txBody>
                    <a:bodyPr/>
                    <a:lstStyle/>
                    <a:p>
                      <a:pPr algn="l" fontAlgn="t"/>
                      <a:r>
                        <a:rPr lang="en-GB" sz="1200" b="0">
                          <a:effectLst/>
                          <a:latin typeface="+mn-lt"/>
                        </a:rPr>
                        <a:t>4</a:t>
                      </a:r>
                    </a:p>
                  </a:txBody>
                  <a:tcPr>
                    <a:lnL>
                      <a:noFill/>
                    </a:lnL>
                    <a:lnR>
                      <a:noFill/>
                    </a:lnR>
                    <a:lnT>
                      <a:noFill/>
                    </a:lnT>
                    <a:lnB>
                      <a:noFill/>
                    </a:lnB>
                    <a:solidFill>
                      <a:srgbClr val="FFFFFF"/>
                    </a:solidFill>
                  </a:tcPr>
                </a:tc>
                <a:tc>
                  <a:txBody>
                    <a:bodyPr/>
                    <a:lstStyle/>
                    <a:p>
                      <a:pPr algn="l" fontAlgn="t"/>
                      <a:r>
                        <a:rPr lang="en-GB" sz="1200" b="0">
                          <a:effectLst/>
                          <a:latin typeface="+mn-lt"/>
                        </a:rPr>
                        <a:t>3</a:t>
                      </a:r>
                    </a:p>
                  </a:txBody>
                  <a:tcPr>
                    <a:lnL>
                      <a:noFill/>
                    </a:lnL>
                    <a:lnR>
                      <a:noFill/>
                    </a:lnR>
                    <a:lnT>
                      <a:noFill/>
                    </a:lnT>
                    <a:lnB>
                      <a:noFill/>
                    </a:lnB>
                    <a:solidFill>
                      <a:srgbClr val="FFFFFF"/>
                    </a:solidFill>
                  </a:tcPr>
                </a:tc>
                <a:extLst>
                  <a:ext uri="{0D108BD9-81ED-4DB2-BD59-A6C34878D82A}">
                    <a16:rowId xmlns:a16="http://schemas.microsoft.com/office/drawing/2014/main" val="3386842735"/>
                  </a:ext>
                </a:extLst>
              </a:tr>
              <a:tr h="0">
                <a:tc>
                  <a:txBody>
                    <a:bodyPr/>
                    <a:lstStyle/>
                    <a:p>
                      <a:pPr algn="l" fontAlgn="t"/>
                      <a:r>
                        <a:rPr lang="en-GB" sz="1200" b="0">
                          <a:effectLst/>
                          <a:latin typeface="+mn-lt"/>
                        </a:rPr>
                        <a:t>Participant 4</a:t>
                      </a:r>
                    </a:p>
                  </a:txBody>
                  <a:tcPr>
                    <a:lnL>
                      <a:noFill/>
                    </a:lnL>
                    <a:lnR>
                      <a:noFill/>
                    </a:lnR>
                    <a:lnT>
                      <a:noFill/>
                    </a:lnT>
                    <a:lnB>
                      <a:noFill/>
                    </a:lnB>
                    <a:solidFill>
                      <a:srgbClr val="EEF2F6"/>
                    </a:solidFill>
                  </a:tcPr>
                </a:tc>
                <a:tc>
                  <a:txBody>
                    <a:bodyPr/>
                    <a:lstStyle/>
                    <a:p>
                      <a:pPr algn="l" fontAlgn="t"/>
                      <a:r>
                        <a:rPr lang="en-GB" sz="1200" b="0">
                          <a:effectLst/>
                          <a:latin typeface="+mn-lt"/>
                        </a:rPr>
                        <a:t>5</a:t>
                      </a:r>
                    </a:p>
                  </a:txBody>
                  <a:tcPr>
                    <a:lnL>
                      <a:noFill/>
                    </a:lnL>
                    <a:lnR>
                      <a:noFill/>
                    </a:lnR>
                    <a:lnT>
                      <a:noFill/>
                    </a:lnT>
                    <a:lnB>
                      <a:noFill/>
                    </a:lnB>
                    <a:solidFill>
                      <a:srgbClr val="EEF2F6"/>
                    </a:solidFill>
                  </a:tcPr>
                </a:tc>
                <a:tc>
                  <a:txBody>
                    <a:bodyPr/>
                    <a:lstStyle/>
                    <a:p>
                      <a:pPr algn="l" fontAlgn="t"/>
                      <a:r>
                        <a:rPr lang="en-GB" sz="1200" b="0">
                          <a:effectLst/>
                          <a:latin typeface="+mn-lt"/>
                        </a:rPr>
                        <a:t>5</a:t>
                      </a:r>
                    </a:p>
                  </a:txBody>
                  <a:tcPr>
                    <a:lnL>
                      <a:noFill/>
                    </a:lnL>
                    <a:lnR>
                      <a:noFill/>
                    </a:lnR>
                    <a:lnT>
                      <a:noFill/>
                    </a:lnT>
                    <a:lnB>
                      <a:noFill/>
                    </a:lnB>
                    <a:solidFill>
                      <a:srgbClr val="EEF2F6"/>
                    </a:solidFill>
                  </a:tcPr>
                </a:tc>
                <a:extLst>
                  <a:ext uri="{0D108BD9-81ED-4DB2-BD59-A6C34878D82A}">
                    <a16:rowId xmlns:a16="http://schemas.microsoft.com/office/drawing/2014/main" val="494793951"/>
                  </a:ext>
                </a:extLst>
              </a:tr>
              <a:tr h="0">
                <a:tc>
                  <a:txBody>
                    <a:bodyPr/>
                    <a:lstStyle/>
                    <a:p>
                      <a:pPr algn="l" fontAlgn="t"/>
                      <a:r>
                        <a:rPr lang="en-GB" sz="1200" b="0">
                          <a:effectLst/>
                          <a:latin typeface="+mn-lt"/>
                        </a:rPr>
                        <a:t>Participant 5</a:t>
                      </a:r>
                    </a:p>
                  </a:txBody>
                  <a:tcPr>
                    <a:lnL>
                      <a:noFill/>
                    </a:lnL>
                    <a:lnR>
                      <a:noFill/>
                    </a:lnR>
                    <a:lnT>
                      <a:noFill/>
                    </a:lnT>
                    <a:lnB>
                      <a:noFill/>
                    </a:lnB>
                    <a:solidFill>
                      <a:srgbClr val="FFFFFF"/>
                    </a:solidFill>
                  </a:tcPr>
                </a:tc>
                <a:tc>
                  <a:txBody>
                    <a:bodyPr/>
                    <a:lstStyle/>
                    <a:p>
                      <a:pPr algn="l" fontAlgn="t"/>
                      <a:r>
                        <a:rPr lang="en-GB" sz="1200" b="0">
                          <a:effectLst/>
                          <a:latin typeface="+mn-lt"/>
                        </a:rPr>
                        <a:t>2</a:t>
                      </a:r>
                    </a:p>
                  </a:txBody>
                  <a:tcPr>
                    <a:lnL>
                      <a:noFill/>
                    </a:lnL>
                    <a:lnR>
                      <a:noFill/>
                    </a:lnR>
                    <a:lnT>
                      <a:noFill/>
                    </a:lnT>
                    <a:lnB>
                      <a:noFill/>
                    </a:lnB>
                    <a:solidFill>
                      <a:srgbClr val="FFFFFF"/>
                    </a:solidFill>
                  </a:tcPr>
                </a:tc>
                <a:tc>
                  <a:txBody>
                    <a:bodyPr/>
                    <a:lstStyle/>
                    <a:p>
                      <a:pPr algn="l" fontAlgn="t"/>
                      <a:r>
                        <a:rPr lang="en-GB" sz="1200" b="0">
                          <a:effectLst/>
                          <a:latin typeface="+mn-lt"/>
                        </a:rPr>
                        <a:t>7</a:t>
                      </a:r>
                    </a:p>
                  </a:txBody>
                  <a:tcPr>
                    <a:lnL>
                      <a:noFill/>
                    </a:lnL>
                    <a:lnR>
                      <a:noFill/>
                    </a:lnR>
                    <a:lnT>
                      <a:noFill/>
                    </a:lnT>
                    <a:lnB>
                      <a:noFill/>
                    </a:lnB>
                    <a:solidFill>
                      <a:srgbClr val="FFFFFF"/>
                    </a:solidFill>
                  </a:tcPr>
                </a:tc>
                <a:extLst>
                  <a:ext uri="{0D108BD9-81ED-4DB2-BD59-A6C34878D82A}">
                    <a16:rowId xmlns:a16="http://schemas.microsoft.com/office/drawing/2014/main" val="2332714097"/>
                  </a:ext>
                </a:extLst>
              </a:tr>
              <a:tr h="0">
                <a:tc>
                  <a:txBody>
                    <a:bodyPr/>
                    <a:lstStyle/>
                    <a:p>
                      <a:pPr algn="l" fontAlgn="t"/>
                      <a:r>
                        <a:rPr lang="en-GB" sz="1200" b="0">
                          <a:effectLst/>
                          <a:latin typeface="+mn-lt"/>
                        </a:rPr>
                        <a:t>Participant 6</a:t>
                      </a:r>
                    </a:p>
                  </a:txBody>
                  <a:tcPr>
                    <a:lnL>
                      <a:noFill/>
                    </a:lnL>
                    <a:lnR>
                      <a:noFill/>
                    </a:lnR>
                    <a:lnT>
                      <a:noFill/>
                    </a:lnT>
                    <a:lnB>
                      <a:noFill/>
                    </a:lnB>
                    <a:solidFill>
                      <a:srgbClr val="EEF2F6"/>
                    </a:solidFill>
                  </a:tcPr>
                </a:tc>
                <a:tc>
                  <a:txBody>
                    <a:bodyPr/>
                    <a:lstStyle/>
                    <a:p>
                      <a:pPr algn="l" fontAlgn="t"/>
                      <a:r>
                        <a:rPr lang="en-GB" sz="1200" b="0">
                          <a:effectLst/>
                          <a:latin typeface="+mn-lt"/>
                        </a:rPr>
                        <a:t>3</a:t>
                      </a:r>
                    </a:p>
                  </a:txBody>
                  <a:tcPr>
                    <a:lnL>
                      <a:noFill/>
                    </a:lnL>
                    <a:lnR>
                      <a:noFill/>
                    </a:lnR>
                    <a:lnT>
                      <a:noFill/>
                    </a:lnT>
                    <a:lnB>
                      <a:noFill/>
                    </a:lnB>
                    <a:solidFill>
                      <a:srgbClr val="EEF2F6"/>
                    </a:solidFill>
                  </a:tcPr>
                </a:tc>
                <a:tc>
                  <a:txBody>
                    <a:bodyPr/>
                    <a:lstStyle/>
                    <a:p>
                      <a:pPr algn="l" fontAlgn="t"/>
                      <a:r>
                        <a:rPr lang="en-GB" sz="1200" b="0">
                          <a:effectLst/>
                          <a:latin typeface="+mn-lt"/>
                        </a:rPr>
                        <a:t>4</a:t>
                      </a:r>
                    </a:p>
                  </a:txBody>
                  <a:tcPr>
                    <a:lnL>
                      <a:noFill/>
                    </a:lnL>
                    <a:lnR>
                      <a:noFill/>
                    </a:lnR>
                    <a:lnT>
                      <a:noFill/>
                    </a:lnT>
                    <a:lnB>
                      <a:noFill/>
                    </a:lnB>
                    <a:solidFill>
                      <a:srgbClr val="EEF2F6"/>
                    </a:solidFill>
                  </a:tcPr>
                </a:tc>
                <a:extLst>
                  <a:ext uri="{0D108BD9-81ED-4DB2-BD59-A6C34878D82A}">
                    <a16:rowId xmlns:a16="http://schemas.microsoft.com/office/drawing/2014/main" val="3867197766"/>
                  </a:ext>
                </a:extLst>
              </a:tr>
              <a:tr h="0">
                <a:tc>
                  <a:txBody>
                    <a:bodyPr/>
                    <a:lstStyle/>
                    <a:p>
                      <a:pPr algn="l" fontAlgn="t"/>
                      <a:r>
                        <a:rPr lang="en-GB" sz="1200" b="0">
                          <a:effectLst/>
                          <a:latin typeface="+mn-lt"/>
                        </a:rPr>
                        <a:t>Participant 7</a:t>
                      </a:r>
                    </a:p>
                  </a:txBody>
                  <a:tcPr>
                    <a:lnL>
                      <a:noFill/>
                    </a:lnL>
                    <a:lnR>
                      <a:noFill/>
                    </a:lnR>
                    <a:lnT>
                      <a:noFill/>
                    </a:lnT>
                    <a:lnB>
                      <a:noFill/>
                    </a:lnB>
                    <a:solidFill>
                      <a:srgbClr val="FFFFFF"/>
                    </a:solidFill>
                  </a:tcPr>
                </a:tc>
                <a:tc>
                  <a:txBody>
                    <a:bodyPr/>
                    <a:lstStyle/>
                    <a:p>
                      <a:pPr algn="l" fontAlgn="t"/>
                      <a:r>
                        <a:rPr lang="en-GB" sz="1200" b="0">
                          <a:effectLst/>
                          <a:latin typeface="+mn-lt"/>
                        </a:rPr>
                        <a:t>4</a:t>
                      </a:r>
                    </a:p>
                  </a:txBody>
                  <a:tcPr>
                    <a:lnL>
                      <a:noFill/>
                    </a:lnL>
                    <a:lnR>
                      <a:noFill/>
                    </a:lnR>
                    <a:lnT>
                      <a:noFill/>
                    </a:lnT>
                    <a:lnB>
                      <a:noFill/>
                    </a:lnB>
                    <a:solidFill>
                      <a:srgbClr val="FFFFFF"/>
                    </a:solidFill>
                  </a:tcPr>
                </a:tc>
                <a:tc>
                  <a:txBody>
                    <a:bodyPr/>
                    <a:lstStyle/>
                    <a:p>
                      <a:pPr algn="l" fontAlgn="t"/>
                      <a:r>
                        <a:rPr lang="en-GB" sz="1200" b="0">
                          <a:effectLst/>
                          <a:latin typeface="+mn-lt"/>
                        </a:rPr>
                        <a:t>6</a:t>
                      </a:r>
                    </a:p>
                  </a:txBody>
                  <a:tcPr>
                    <a:lnL>
                      <a:noFill/>
                    </a:lnL>
                    <a:lnR>
                      <a:noFill/>
                    </a:lnR>
                    <a:lnT>
                      <a:noFill/>
                    </a:lnT>
                    <a:lnB>
                      <a:noFill/>
                    </a:lnB>
                    <a:solidFill>
                      <a:srgbClr val="FFFFFF"/>
                    </a:solidFill>
                  </a:tcPr>
                </a:tc>
                <a:extLst>
                  <a:ext uri="{0D108BD9-81ED-4DB2-BD59-A6C34878D82A}">
                    <a16:rowId xmlns:a16="http://schemas.microsoft.com/office/drawing/2014/main" val="1529777419"/>
                  </a:ext>
                </a:extLst>
              </a:tr>
              <a:tr h="0">
                <a:tc>
                  <a:txBody>
                    <a:bodyPr/>
                    <a:lstStyle/>
                    <a:p>
                      <a:pPr algn="l" fontAlgn="t"/>
                      <a:r>
                        <a:rPr lang="en-GB" sz="1200" b="0">
                          <a:effectLst/>
                          <a:latin typeface="+mn-lt"/>
                        </a:rPr>
                        <a:t>Participant 8</a:t>
                      </a:r>
                    </a:p>
                  </a:txBody>
                  <a:tcPr>
                    <a:lnL>
                      <a:noFill/>
                    </a:lnL>
                    <a:lnR>
                      <a:noFill/>
                    </a:lnR>
                    <a:lnT>
                      <a:noFill/>
                    </a:lnT>
                    <a:lnB>
                      <a:noFill/>
                    </a:lnB>
                    <a:solidFill>
                      <a:srgbClr val="EEF2F6"/>
                    </a:solidFill>
                  </a:tcPr>
                </a:tc>
                <a:tc>
                  <a:txBody>
                    <a:bodyPr/>
                    <a:lstStyle/>
                    <a:p>
                      <a:pPr algn="l" fontAlgn="t"/>
                      <a:r>
                        <a:rPr lang="en-GB" sz="1200" b="0">
                          <a:effectLst/>
                          <a:latin typeface="+mn-lt"/>
                        </a:rPr>
                        <a:t>6</a:t>
                      </a:r>
                    </a:p>
                  </a:txBody>
                  <a:tcPr>
                    <a:lnL>
                      <a:noFill/>
                    </a:lnL>
                    <a:lnR>
                      <a:noFill/>
                    </a:lnR>
                    <a:lnT>
                      <a:noFill/>
                    </a:lnT>
                    <a:lnB>
                      <a:noFill/>
                    </a:lnB>
                    <a:solidFill>
                      <a:srgbClr val="EEF2F6"/>
                    </a:solidFill>
                  </a:tcPr>
                </a:tc>
                <a:tc>
                  <a:txBody>
                    <a:bodyPr/>
                    <a:lstStyle/>
                    <a:p>
                      <a:pPr algn="l" fontAlgn="t"/>
                      <a:r>
                        <a:rPr lang="en-GB" sz="1200" b="0">
                          <a:effectLst/>
                          <a:latin typeface="+mn-lt"/>
                        </a:rPr>
                        <a:t>5</a:t>
                      </a:r>
                    </a:p>
                  </a:txBody>
                  <a:tcPr>
                    <a:lnL>
                      <a:noFill/>
                    </a:lnL>
                    <a:lnR>
                      <a:noFill/>
                    </a:lnR>
                    <a:lnT>
                      <a:noFill/>
                    </a:lnT>
                    <a:lnB>
                      <a:noFill/>
                    </a:lnB>
                    <a:solidFill>
                      <a:srgbClr val="EEF2F6"/>
                    </a:solidFill>
                  </a:tcPr>
                </a:tc>
                <a:extLst>
                  <a:ext uri="{0D108BD9-81ED-4DB2-BD59-A6C34878D82A}">
                    <a16:rowId xmlns:a16="http://schemas.microsoft.com/office/drawing/2014/main" val="3384154341"/>
                  </a:ext>
                </a:extLst>
              </a:tr>
              <a:tr h="0">
                <a:tc>
                  <a:txBody>
                    <a:bodyPr/>
                    <a:lstStyle/>
                    <a:p>
                      <a:pPr algn="l" fontAlgn="t"/>
                      <a:r>
                        <a:rPr lang="en-GB" sz="1200" b="0">
                          <a:effectLst/>
                          <a:latin typeface="+mn-lt"/>
                        </a:rPr>
                        <a:t>Participant 9</a:t>
                      </a:r>
                    </a:p>
                  </a:txBody>
                  <a:tcPr>
                    <a:lnL>
                      <a:noFill/>
                    </a:lnL>
                    <a:lnR>
                      <a:noFill/>
                    </a:lnR>
                    <a:lnT>
                      <a:noFill/>
                    </a:lnT>
                    <a:lnB>
                      <a:noFill/>
                    </a:lnB>
                    <a:solidFill>
                      <a:srgbClr val="FFFFFF"/>
                    </a:solidFill>
                  </a:tcPr>
                </a:tc>
                <a:tc>
                  <a:txBody>
                    <a:bodyPr/>
                    <a:lstStyle/>
                    <a:p>
                      <a:pPr algn="l" fontAlgn="t"/>
                      <a:r>
                        <a:rPr lang="en-GB" sz="1200" b="0">
                          <a:effectLst/>
                          <a:latin typeface="+mn-lt"/>
                        </a:rPr>
                        <a:t>4</a:t>
                      </a:r>
                    </a:p>
                  </a:txBody>
                  <a:tcPr>
                    <a:lnL>
                      <a:noFill/>
                    </a:lnL>
                    <a:lnR>
                      <a:noFill/>
                    </a:lnR>
                    <a:lnT>
                      <a:noFill/>
                    </a:lnT>
                    <a:lnB>
                      <a:noFill/>
                    </a:lnB>
                    <a:solidFill>
                      <a:srgbClr val="FFFFFF"/>
                    </a:solidFill>
                  </a:tcPr>
                </a:tc>
                <a:tc>
                  <a:txBody>
                    <a:bodyPr/>
                    <a:lstStyle/>
                    <a:p>
                      <a:pPr algn="l" fontAlgn="t"/>
                      <a:r>
                        <a:rPr lang="en-GB" sz="1200" b="0">
                          <a:effectLst/>
                          <a:latin typeface="+mn-lt"/>
                        </a:rPr>
                        <a:t>3</a:t>
                      </a:r>
                    </a:p>
                  </a:txBody>
                  <a:tcPr>
                    <a:lnL>
                      <a:noFill/>
                    </a:lnL>
                    <a:lnR>
                      <a:noFill/>
                    </a:lnR>
                    <a:lnT>
                      <a:noFill/>
                    </a:lnT>
                    <a:lnB>
                      <a:noFill/>
                    </a:lnB>
                    <a:solidFill>
                      <a:srgbClr val="FFFFFF"/>
                    </a:solidFill>
                  </a:tcPr>
                </a:tc>
                <a:extLst>
                  <a:ext uri="{0D108BD9-81ED-4DB2-BD59-A6C34878D82A}">
                    <a16:rowId xmlns:a16="http://schemas.microsoft.com/office/drawing/2014/main" val="1068492844"/>
                  </a:ext>
                </a:extLst>
              </a:tr>
              <a:tr h="0">
                <a:tc>
                  <a:txBody>
                    <a:bodyPr/>
                    <a:lstStyle/>
                    <a:p>
                      <a:pPr algn="l" fontAlgn="t"/>
                      <a:r>
                        <a:rPr lang="en-GB" sz="1200" b="0">
                          <a:effectLst/>
                          <a:latin typeface="+mn-lt"/>
                        </a:rPr>
                        <a:t>Participant 10</a:t>
                      </a:r>
                    </a:p>
                  </a:txBody>
                  <a:tcPr>
                    <a:lnL>
                      <a:noFill/>
                    </a:lnL>
                    <a:lnR>
                      <a:noFill/>
                    </a:lnR>
                    <a:lnT>
                      <a:noFill/>
                    </a:lnT>
                    <a:lnB>
                      <a:noFill/>
                    </a:lnB>
                    <a:solidFill>
                      <a:srgbClr val="EEF2F6"/>
                    </a:solidFill>
                  </a:tcPr>
                </a:tc>
                <a:tc>
                  <a:txBody>
                    <a:bodyPr/>
                    <a:lstStyle/>
                    <a:p>
                      <a:pPr algn="l" fontAlgn="t"/>
                      <a:r>
                        <a:rPr lang="en-GB" sz="1200" b="0">
                          <a:effectLst/>
                          <a:latin typeface="+mn-lt"/>
                        </a:rPr>
                        <a:t>3</a:t>
                      </a:r>
                    </a:p>
                  </a:txBody>
                  <a:tcPr>
                    <a:lnL>
                      <a:noFill/>
                    </a:lnL>
                    <a:lnR>
                      <a:noFill/>
                    </a:lnR>
                    <a:lnT>
                      <a:noFill/>
                    </a:lnT>
                    <a:lnB>
                      <a:noFill/>
                    </a:lnB>
                    <a:solidFill>
                      <a:srgbClr val="EEF2F6"/>
                    </a:solidFill>
                  </a:tcPr>
                </a:tc>
                <a:tc>
                  <a:txBody>
                    <a:bodyPr/>
                    <a:lstStyle/>
                    <a:p>
                      <a:pPr algn="l" fontAlgn="t"/>
                      <a:r>
                        <a:rPr lang="en-GB" sz="1200" b="0" dirty="0">
                          <a:effectLst/>
                          <a:latin typeface="+mn-lt"/>
                        </a:rPr>
                        <a:t>4</a:t>
                      </a:r>
                    </a:p>
                  </a:txBody>
                  <a:tcPr>
                    <a:lnL>
                      <a:noFill/>
                    </a:lnL>
                    <a:lnR>
                      <a:noFill/>
                    </a:lnR>
                    <a:lnT>
                      <a:noFill/>
                    </a:lnT>
                    <a:lnB>
                      <a:noFill/>
                    </a:lnB>
                    <a:solidFill>
                      <a:srgbClr val="EEF2F6"/>
                    </a:solidFill>
                  </a:tcPr>
                </a:tc>
                <a:extLst>
                  <a:ext uri="{0D108BD9-81ED-4DB2-BD59-A6C34878D82A}">
                    <a16:rowId xmlns:a16="http://schemas.microsoft.com/office/drawing/2014/main" val="2742000874"/>
                  </a:ext>
                </a:extLst>
              </a:tr>
            </a:tbl>
          </a:graphicData>
        </a:graphic>
      </p:graphicFrame>
      <p:sp>
        <p:nvSpPr>
          <p:cNvPr id="4" name="Footer Placeholder 3">
            <a:extLst>
              <a:ext uri="{FF2B5EF4-FFF2-40B4-BE49-F238E27FC236}">
                <a16:creationId xmlns:a16="http://schemas.microsoft.com/office/drawing/2014/main" id="{1B80CE9B-16B3-4272-4B96-E76ABB76A66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4CCE2E5-EC94-F471-3152-2D51ABD11FA4}"/>
              </a:ext>
            </a:extLst>
          </p:cNvPr>
          <p:cNvSpPr>
            <a:spLocks noGrp="1"/>
          </p:cNvSpPr>
          <p:nvPr>
            <p:ph type="sldNum" sz="quarter" idx="4"/>
          </p:nvPr>
        </p:nvSpPr>
        <p:spPr/>
        <p:txBody>
          <a:bodyPr/>
          <a:lstStyle/>
          <a:p>
            <a:fld id="{9FD7ECCF-50E7-4327-B945-FA93FF7B2BEF}" type="slidenum">
              <a:rPr lang="en-US" smtClean="0"/>
              <a:pPr/>
              <a:t>27</a:t>
            </a:fld>
            <a:r>
              <a:rPr lang="en-GB"/>
              <a:t>/40</a:t>
            </a:r>
            <a:endParaRPr lang="en-US" dirty="0"/>
          </a:p>
        </p:txBody>
      </p:sp>
      <p:pic>
        <p:nvPicPr>
          <p:cNvPr id="8" name="Picture 7" descr="SPSS variables">
            <a:extLst>
              <a:ext uri="{FF2B5EF4-FFF2-40B4-BE49-F238E27FC236}">
                <a16:creationId xmlns:a16="http://schemas.microsoft.com/office/drawing/2014/main" id="{D3D48745-0CEF-4151-327E-73A15BB5F16A}"/>
              </a:ext>
            </a:extLst>
          </p:cNvPr>
          <p:cNvPicPr>
            <a:picLocks noChangeAspect="1"/>
          </p:cNvPicPr>
          <p:nvPr/>
        </p:nvPicPr>
        <p:blipFill>
          <a:blip r:embed="rId2"/>
          <a:stretch>
            <a:fillRect/>
          </a:stretch>
        </p:blipFill>
        <p:spPr>
          <a:xfrm>
            <a:off x="540122" y="5517232"/>
            <a:ext cx="7934325" cy="590550"/>
          </a:xfrm>
          <a:prstGeom prst="rect">
            <a:avLst/>
          </a:prstGeom>
        </p:spPr>
      </p:pic>
      <p:pic>
        <p:nvPicPr>
          <p:cNvPr id="10" name="Picture 9" descr="SPSS data oorganisation">
            <a:extLst>
              <a:ext uri="{FF2B5EF4-FFF2-40B4-BE49-F238E27FC236}">
                <a16:creationId xmlns:a16="http://schemas.microsoft.com/office/drawing/2014/main" id="{F5669583-7FB1-FC4D-1EB4-ADE2F6182FA2}"/>
              </a:ext>
            </a:extLst>
          </p:cNvPr>
          <p:cNvPicPr>
            <a:picLocks noChangeAspect="1"/>
          </p:cNvPicPr>
          <p:nvPr/>
        </p:nvPicPr>
        <p:blipFill>
          <a:blip r:embed="rId3"/>
          <a:stretch>
            <a:fillRect/>
          </a:stretch>
        </p:blipFill>
        <p:spPr>
          <a:xfrm>
            <a:off x="5436096" y="2262187"/>
            <a:ext cx="1724025" cy="2333625"/>
          </a:xfrm>
          <a:prstGeom prst="rect">
            <a:avLst/>
          </a:prstGeom>
        </p:spPr>
      </p:pic>
    </p:spTree>
    <p:extLst>
      <p:ext uri="{BB962C8B-B14F-4D97-AF65-F5344CB8AC3E}">
        <p14:creationId xmlns:p14="http://schemas.microsoft.com/office/powerpoint/2010/main" val="1343098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E64AD-B4D6-C512-FDBC-483AFB65CB1B}"/>
              </a:ext>
            </a:extLst>
          </p:cNvPr>
          <p:cNvSpPr>
            <a:spLocks noGrp="1"/>
          </p:cNvSpPr>
          <p:nvPr>
            <p:ph type="title"/>
          </p:nvPr>
        </p:nvSpPr>
        <p:spPr>
          <a:xfrm>
            <a:off x="609600" y="332656"/>
            <a:ext cx="8153400" cy="990600"/>
          </a:xfrm>
        </p:spPr>
        <p:txBody>
          <a:bodyPr>
            <a:normAutofit/>
          </a:bodyPr>
          <a:lstStyle/>
          <a:p>
            <a:pPr>
              <a:lnSpc>
                <a:spcPts val="3500"/>
              </a:lnSpc>
            </a:pPr>
            <a:r>
              <a:rPr lang="en-GB" dirty="0"/>
              <a:t>Wilcoxon Signed Rank test</a:t>
            </a:r>
          </a:p>
        </p:txBody>
      </p:sp>
      <p:sp>
        <p:nvSpPr>
          <p:cNvPr id="4" name="Footer Placeholder 3">
            <a:extLst>
              <a:ext uri="{FF2B5EF4-FFF2-40B4-BE49-F238E27FC236}">
                <a16:creationId xmlns:a16="http://schemas.microsoft.com/office/drawing/2014/main" id="{1B80CE9B-16B3-4272-4B96-E76ABB76A66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4CCE2E5-EC94-F471-3152-2D51ABD11FA4}"/>
              </a:ext>
            </a:extLst>
          </p:cNvPr>
          <p:cNvSpPr>
            <a:spLocks noGrp="1"/>
          </p:cNvSpPr>
          <p:nvPr>
            <p:ph type="sldNum" sz="quarter" idx="4"/>
          </p:nvPr>
        </p:nvSpPr>
        <p:spPr/>
        <p:txBody>
          <a:bodyPr/>
          <a:lstStyle/>
          <a:p>
            <a:fld id="{9FD7ECCF-50E7-4327-B945-FA93FF7B2BEF}" type="slidenum">
              <a:rPr lang="en-US" smtClean="0"/>
              <a:pPr/>
              <a:t>28</a:t>
            </a:fld>
            <a:r>
              <a:rPr lang="en-GB"/>
              <a:t>/40</a:t>
            </a:r>
            <a:endParaRPr lang="en-US" dirty="0"/>
          </a:p>
        </p:txBody>
      </p:sp>
      <p:pic>
        <p:nvPicPr>
          <p:cNvPr id="11" name="Picture 10" descr="Wilcoxon Signed Rank test">
            <a:extLst>
              <a:ext uri="{FF2B5EF4-FFF2-40B4-BE49-F238E27FC236}">
                <a16:creationId xmlns:a16="http://schemas.microsoft.com/office/drawing/2014/main" id="{C247C2EA-3654-4596-9C14-B440EF16E71A}"/>
              </a:ext>
            </a:extLst>
          </p:cNvPr>
          <p:cNvPicPr>
            <a:picLocks noChangeAspect="1"/>
          </p:cNvPicPr>
          <p:nvPr/>
        </p:nvPicPr>
        <p:blipFill>
          <a:blip r:embed="rId2"/>
          <a:stretch>
            <a:fillRect/>
          </a:stretch>
        </p:blipFill>
        <p:spPr>
          <a:xfrm>
            <a:off x="948791" y="1749849"/>
            <a:ext cx="3623209" cy="3933056"/>
          </a:xfrm>
          <a:prstGeom prst="rect">
            <a:avLst/>
          </a:prstGeom>
        </p:spPr>
      </p:pic>
      <p:pic>
        <p:nvPicPr>
          <p:cNvPr id="14" name="Picture 13" descr="Wilcoxon Signed Rank test">
            <a:extLst>
              <a:ext uri="{FF2B5EF4-FFF2-40B4-BE49-F238E27FC236}">
                <a16:creationId xmlns:a16="http://schemas.microsoft.com/office/drawing/2014/main" id="{434EA747-E01A-7040-674E-BFDB35E963B9}"/>
              </a:ext>
            </a:extLst>
          </p:cNvPr>
          <p:cNvPicPr>
            <a:picLocks noChangeAspect="1"/>
          </p:cNvPicPr>
          <p:nvPr/>
        </p:nvPicPr>
        <p:blipFill>
          <a:blip r:embed="rId3"/>
          <a:stretch>
            <a:fillRect/>
          </a:stretch>
        </p:blipFill>
        <p:spPr>
          <a:xfrm>
            <a:off x="4922267" y="2780928"/>
            <a:ext cx="3866342" cy="232866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146591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E64AD-B4D6-C512-FDBC-483AFB65CB1B}"/>
              </a:ext>
            </a:extLst>
          </p:cNvPr>
          <p:cNvSpPr>
            <a:spLocks noGrp="1"/>
          </p:cNvSpPr>
          <p:nvPr>
            <p:ph type="title"/>
          </p:nvPr>
        </p:nvSpPr>
        <p:spPr/>
        <p:txBody>
          <a:bodyPr/>
          <a:lstStyle/>
          <a:p>
            <a:r>
              <a:rPr lang="en-GB" dirty="0"/>
              <a:t>Wilcoxon Signed Rank test  results</a:t>
            </a:r>
          </a:p>
        </p:txBody>
      </p:sp>
      <p:sp>
        <p:nvSpPr>
          <p:cNvPr id="4" name="Footer Placeholder 3">
            <a:extLst>
              <a:ext uri="{FF2B5EF4-FFF2-40B4-BE49-F238E27FC236}">
                <a16:creationId xmlns:a16="http://schemas.microsoft.com/office/drawing/2014/main" id="{1B80CE9B-16B3-4272-4B96-E76ABB76A66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A4CCE2E5-EC94-F471-3152-2D51ABD11FA4}"/>
              </a:ext>
            </a:extLst>
          </p:cNvPr>
          <p:cNvSpPr>
            <a:spLocks noGrp="1"/>
          </p:cNvSpPr>
          <p:nvPr>
            <p:ph type="sldNum" sz="quarter" idx="4"/>
          </p:nvPr>
        </p:nvSpPr>
        <p:spPr/>
        <p:txBody>
          <a:bodyPr/>
          <a:lstStyle/>
          <a:p>
            <a:fld id="{9FD7ECCF-50E7-4327-B945-FA93FF7B2BEF}" type="slidenum">
              <a:rPr lang="en-US" smtClean="0"/>
              <a:pPr/>
              <a:t>29</a:t>
            </a:fld>
            <a:r>
              <a:rPr lang="en-GB"/>
              <a:t>/40</a:t>
            </a:r>
            <a:endParaRPr lang="en-US" dirty="0"/>
          </a:p>
        </p:txBody>
      </p:sp>
      <p:pic>
        <p:nvPicPr>
          <p:cNvPr id="11" name="Picture 10" descr="spps result Wilcoxon Signed Rank test">
            <a:extLst>
              <a:ext uri="{FF2B5EF4-FFF2-40B4-BE49-F238E27FC236}">
                <a16:creationId xmlns:a16="http://schemas.microsoft.com/office/drawing/2014/main" id="{05E11A73-A90E-19E8-E918-890C66CC3D13}"/>
              </a:ext>
            </a:extLst>
          </p:cNvPr>
          <p:cNvPicPr>
            <a:picLocks noChangeAspect="1"/>
          </p:cNvPicPr>
          <p:nvPr/>
        </p:nvPicPr>
        <p:blipFill>
          <a:blip r:embed="rId2"/>
          <a:stretch>
            <a:fillRect/>
          </a:stretch>
        </p:blipFill>
        <p:spPr>
          <a:xfrm>
            <a:off x="1276350" y="1502577"/>
            <a:ext cx="5671914" cy="4598185"/>
          </a:xfrm>
          <a:prstGeom prst="rect">
            <a:avLst/>
          </a:prstGeom>
        </p:spPr>
      </p:pic>
      <p:sp>
        <p:nvSpPr>
          <p:cNvPr id="13" name="TextBox 12">
            <a:extLst>
              <a:ext uri="{FF2B5EF4-FFF2-40B4-BE49-F238E27FC236}">
                <a16:creationId xmlns:a16="http://schemas.microsoft.com/office/drawing/2014/main" id="{FD3D4449-DBD7-5A23-E0D9-8104135A1209}"/>
              </a:ext>
            </a:extLst>
          </p:cNvPr>
          <p:cNvSpPr txBox="1"/>
          <p:nvPr/>
        </p:nvSpPr>
        <p:spPr>
          <a:xfrm>
            <a:off x="5724128" y="2852936"/>
            <a:ext cx="3185936" cy="2862322"/>
          </a:xfrm>
          <a:prstGeom prst="rect">
            <a:avLst/>
          </a:prstGeom>
          <a:solidFill>
            <a:schemeClr val="accent1">
              <a:lumMod val="20000"/>
              <a:lumOff val="80000"/>
            </a:schemeClr>
          </a:solidFill>
        </p:spPr>
        <p:txBody>
          <a:bodyPr wrap="square" rtlCol="0">
            <a:spAutoFit/>
          </a:bodyPr>
          <a:lstStyle/>
          <a:p>
            <a:r>
              <a:rPr lang="en-GB" sz="2000" b="0" i="0" dirty="0">
                <a:solidFill>
                  <a:srgbClr val="3D3B49"/>
                </a:solidFill>
                <a:effectLst/>
                <a:latin typeface="+mn-lt"/>
              </a:rPr>
              <a:t>The result of the Wilcoxon signed-rank test is a normalized </a:t>
            </a:r>
            <a:r>
              <a:rPr lang="en-GB" sz="2000" b="0" i="1" dirty="0">
                <a:solidFill>
                  <a:srgbClr val="3D3B49"/>
                </a:solidFill>
                <a:effectLst/>
                <a:latin typeface="+mn-lt"/>
              </a:rPr>
              <a:t>z</a:t>
            </a:r>
            <a:r>
              <a:rPr lang="en-GB" sz="2000" b="0" i="0" dirty="0">
                <a:solidFill>
                  <a:srgbClr val="3D3B49"/>
                </a:solidFill>
                <a:effectLst/>
                <a:latin typeface="+mn-lt"/>
              </a:rPr>
              <a:t> score. </a:t>
            </a:r>
          </a:p>
          <a:p>
            <a:r>
              <a:rPr lang="en-GB" sz="2000" b="0" i="0" dirty="0">
                <a:solidFill>
                  <a:srgbClr val="3D3B49"/>
                </a:solidFill>
                <a:effectLst/>
                <a:latin typeface="+mn-lt"/>
              </a:rPr>
              <a:t>For this example, </a:t>
            </a:r>
            <a:r>
              <a:rPr lang="en-GB" sz="2000" b="0" i="1" dirty="0">
                <a:solidFill>
                  <a:srgbClr val="3D3B49"/>
                </a:solidFill>
                <a:effectLst/>
                <a:latin typeface="+mn-lt"/>
              </a:rPr>
              <a:t>z</a:t>
            </a:r>
            <a:r>
              <a:rPr lang="en-GB" sz="2000" b="0" i="0" dirty="0">
                <a:solidFill>
                  <a:srgbClr val="3D3B49"/>
                </a:solidFill>
                <a:effectLst/>
                <a:latin typeface="+mn-lt"/>
              </a:rPr>
              <a:t> = − 1.31 and </a:t>
            </a:r>
            <a:r>
              <a:rPr lang="en-GB" sz="2000" b="0" i="1" dirty="0">
                <a:solidFill>
                  <a:srgbClr val="3D3B49"/>
                </a:solidFill>
                <a:effectLst/>
                <a:latin typeface="+mn-lt"/>
              </a:rPr>
              <a:t>p</a:t>
            </a:r>
            <a:r>
              <a:rPr lang="en-GB" sz="2000" b="0" i="0" dirty="0">
                <a:solidFill>
                  <a:srgbClr val="3D3B49"/>
                </a:solidFill>
                <a:effectLst/>
                <a:latin typeface="+mn-lt"/>
              </a:rPr>
              <a:t> = 0.19. </a:t>
            </a:r>
          </a:p>
          <a:p>
            <a:r>
              <a:rPr lang="en-GB" sz="2000" b="0" i="0" dirty="0">
                <a:solidFill>
                  <a:srgbClr val="3D3B49"/>
                </a:solidFill>
                <a:effectLst/>
                <a:latin typeface="+mn-lt"/>
              </a:rPr>
              <a:t>There is no significant difference in the perceived level of frustration between the two techniques.</a:t>
            </a:r>
            <a:endParaRPr lang="en-GB" sz="2000" dirty="0">
              <a:latin typeface="+mn-lt"/>
            </a:endParaRPr>
          </a:p>
        </p:txBody>
      </p:sp>
    </p:spTree>
    <p:extLst>
      <p:ext uri="{BB962C8B-B14F-4D97-AF65-F5344CB8AC3E}">
        <p14:creationId xmlns:p14="http://schemas.microsoft.com/office/powerpoint/2010/main" val="24195566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ED40E-3250-2054-172E-4FEA1CBFFB11}"/>
              </a:ext>
            </a:extLst>
          </p:cNvPr>
          <p:cNvSpPr>
            <a:spLocks noGrp="1"/>
          </p:cNvSpPr>
          <p:nvPr>
            <p:ph type="title"/>
          </p:nvPr>
        </p:nvSpPr>
        <p:spPr>
          <a:xfrm>
            <a:off x="612648" y="116632"/>
            <a:ext cx="8153400" cy="990600"/>
          </a:xfrm>
        </p:spPr>
        <p:txBody>
          <a:bodyPr>
            <a:normAutofit fontScale="90000"/>
          </a:bodyPr>
          <a:lstStyle/>
          <a:p>
            <a:pPr>
              <a:lnSpc>
                <a:spcPts val="3500"/>
              </a:lnSpc>
            </a:pPr>
            <a:r>
              <a:rPr lang="en-GB" dirty="0"/>
              <a:t>Kruskal-Wallis One-Way Analysis of Variance by Ranks</a:t>
            </a:r>
          </a:p>
        </p:txBody>
      </p:sp>
      <p:sp>
        <p:nvSpPr>
          <p:cNvPr id="3" name="Content Placeholder 2">
            <a:extLst>
              <a:ext uri="{FF2B5EF4-FFF2-40B4-BE49-F238E27FC236}">
                <a16:creationId xmlns:a16="http://schemas.microsoft.com/office/drawing/2014/main" id="{12F8D443-3BA1-D28C-6EB4-305F7B564A95}"/>
              </a:ext>
            </a:extLst>
          </p:cNvPr>
          <p:cNvSpPr>
            <a:spLocks noGrp="1"/>
          </p:cNvSpPr>
          <p:nvPr>
            <p:ph sz="quarter" idx="1"/>
          </p:nvPr>
        </p:nvSpPr>
        <p:spPr>
          <a:xfrm>
            <a:off x="612648" y="1600200"/>
            <a:ext cx="6767664" cy="3701008"/>
          </a:xfrm>
        </p:spPr>
        <p:txBody>
          <a:bodyPr>
            <a:normAutofit fontScale="85000" lnSpcReduction="20000"/>
          </a:bodyPr>
          <a:lstStyle/>
          <a:p>
            <a:r>
              <a:rPr lang="en-GB" b="0" i="0" dirty="0">
                <a:solidFill>
                  <a:srgbClr val="3D3B49"/>
                </a:solidFill>
                <a:effectLst/>
              </a:rPr>
              <a:t>In the authentication study discussed previously, suppose we want to evaluate a drawing-based password technique in addition to the alphanumeric technique and the image-based technique, the study will include </a:t>
            </a:r>
            <a:r>
              <a:rPr lang="en-GB" b="1" i="0" dirty="0">
                <a:solidFill>
                  <a:srgbClr val="3D3B49"/>
                </a:solidFill>
                <a:effectLst/>
              </a:rPr>
              <a:t>three conditions</a:t>
            </a:r>
            <a:r>
              <a:rPr lang="en-GB" b="0" i="0" dirty="0">
                <a:solidFill>
                  <a:srgbClr val="3D3B49"/>
                </a:solidFill>
                <a:effectLst/>
              </a:rPr>
              <a:t>. </a:t>
            </a:r>
          </a:p>
          <a:p>
            <a:r>
              <a:rPr lang="en-GB" b="0" i="0" dirty="0">
                <a:solidFill>
                  <a:srgbClr val="3D3B49"/>
                </a:solidFill>
                <a:effectLst/>
              </a:rPr>
              <a:t>If you recruit </a:t>
            </a:r>
            <a:r>
              <a:rPr lang="en-GB" b="1" i="0" dirty="0">
                <a:solidFill>
                  <a:srgbClr val="3D3B49"/>
                </a:solidFill>
                <a:effectLst/>
              </a:rPr>
              <a:t>three groups </a:t>
            </a:r>
            <a:r>
              <a:rPr lang="en-GB" b="0" i="0" dirty="0">
                <a:solidFill>
                  <a:srgbClr val="3D3B49"/>
                </a:solidFill>
                <a:effectLst/>
              </a:rPr>
              <a:t>of participants and let </a:t>
            </a:r>
            <a:r>
              <a:rPr lang="en-GB" b="1" i="0" dirty="0">
                <a:solidFill>
                  <a:srgbClr val="3D3B49"/>
                </a:solidFill>
                <a:effectLst/>
              </a:rPr>
              <a:t>each group use one authentication technique </a:t>
            </a:r>
            <a:r>
              <a:rPr lang="en-GB" b="0" i="0" dirty="0">
                <a:solidFill>
                  <a:srgbClr val="3D3B49"/>
                </a:solidFill>
                <a:effectLst/>
              </a:rPr>
              <a:t>during the study, the </a:t>
            </a:r>
            <a:r>
              <a:rPr lang="en-GB" b="1" i="0" dirty="0">
                <a:solidFill>
                  <a:srgbClr val="3D3B49"/>
                </a:solidFill>
                <a:effectLst/>
              </a:rPr>
              <a:t>data will be collected from independent samples</a:t>
            </a:r>
            <a:r>
              <a:rPr lang="en-GB" b="0" i="0" dirty="0">
                <a:solidFill>
                  <a:srgbClr val="3D3B49"/>
                </a:solidFill>
                <a:effectLst/>
              </a:rPr>
              <a:t> and the </a:t>
            </a:r>
            <a:r>
              <a:rPr lang="en-GB" b="1" i="0" dirty="0">
                <a:solidFill>
                  <a:srgbClr val="3D3B49"/>
                </a:solidFill>
                <a:effectLst/>
              </a:rPr>
              <a:t>frustration rating can be </a:t>
            </a:r>
            <a:r>
              <a:rPr lang="en-GB" b="1" i="0" dirty="0" err="1">
                <a:solidFill>
                  <a:srgbClr val="3D3B49"/>
                </a:solidFill>
                <a:effectLst/>
              </a:rPr>
              <a:t>analyzed</a:t>
            </a:r>
            <a:r>
              <a:rPr lang="en-GB" b="1" i="0" dirty="0">
                <a:solidFill>
                  <a:srgbClr val="3D3B49"/>
                </a:solidFill>
                <a:effectLst/>
              </a:rPr>
              <a:t> through the Kruskal-Wallis one-way ANOVA by ranks</a:t>
            </a:r>
            <a:r>
              <a:rPr lang="en-GB" b="0" i="0" dirty="0">
                <a:solidFill>
                  <a:srgbClr val="3D3B49"/>
                </a:solidFill>
                <a:effectLst/>
              </a:rPr>
              <a:t>.</a:t>
            </a:r>
            <a:endParaRPr lang="en-GB" dirty="0"/>
          </a:p>
        </p:txBody>
      </p:sp>
      <p:sp>
        <p:nvSpPr>
          <p:cNvPr id="4" name="Footer Placeholder 3">
            <a:extLst>
              <a:ext uri="{FF2B5EF4-FFF2-40B4-BE49-F238E27FC236}">
                <a16:creationId xmlns:a16="http://schemas.microsoft.com/office/drawing/2014/main" id="{E59D2D42-0D41-B123-7312-A21198C4741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1D07FB68-623B-8880-1123-F0E13A39D240}"/>
              </a:ext>
            </a:extLst>
          </p:cNvPr>
          <p:cNvSpPr>
            <a:spLocks noGrp="1"/>
          </p:cNvSpPr>
          <p:nvPr>
            <p:ph type="sldNum" sz="quarter" idx="4"/>
          </p:nvPr>
        </p:nvSpPr>
        <p:spPr/>
        <p:txBody>
          <a:bodyPr/>
          <a:lstStyle/>
          <a:p>
            <a:fld id="{9FD7ECCF-50E7-4327-B945-FA93FF7B2BEF}" type="slidenum">
              <a:rPr lang="en-US" smtClean="0"/>
              <a:pPr/>
              <a:t>30</a:t>
            </a:fld>
            <a:r>
              <a:rPr lang="en-GB"/>
              <a:t>/40</a:t>
            </a:r>
            <a:endParaRPr lang="en-US" dirty="0"/>
          </a:p>
        </p:txBody>
      </p:sp>
      <p:pic>
        <p:nvPicPr>
          <p:cNvPr id="9" name="Picture 8" descr="In the authentication study discussed previously, suppose we want to evaluate a drawing-based password technique in addition to the alphanumeric technique and the image-based technique, the study will include three conditions. &#10;">
            <a:extLst>
              <a:ext uri="{FF2B5EF4-FFF2-40B4-BE49-F238E27FC236}">
                <a16:creationId xmlns:a16="http://schemas.microsoft.com/office/drawing/2014/main" id="{48256ABB-5FFC-3242-2872-DADDA837CDB1}"/>
              </a:ext>
            </a:extLst>
          </p:cNvPr>
          <p:cNvPicPr>
            <a:picLocks noChangeAspect="1"/>
          </p:cNvPicPr>
          <p:nvPr/>
        </p:nvPicPr>
        <p:blipFill>
          <a:blip r:embed="rId2"/>
          <a:stretch>
            <a:fillRect/>
          </a:stretch>
        </p:blipFill>
        <p:spPr>
          <a:xfrm>
            <a:off x="7452320" y="1844824"/>
            <a:ext cx="1538695" cy="4077072"/>
          </a:xfrm>
          <a:prstGeom prst="rect">
            <a:avLst/>
          </a:prstGeom>
        </p:spPr>
      </p:pic>
    </p:spTree>
    <p:extLst>
      <p:ext uri="{BB962C8B-B14F-4D97-AF65-F5344CB8AC3E}">
        <p14:creationId xmlns:p14="http://schemas.microsoft.com/office/powerpoint/2010/main" val="42422841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2E874-41A8-3A97-3DA2-5B14E0FA4146}"/>
              </a:ext>
            </a:extLst>
          </p:cNvPr>
          <p:cNvSpPr>
            <a:spLocks noGrp="1"/>
          </p:cNvSpPr>
          <p:nvPr>
            <p:ph type="title"/>
          </p:nvPr>
        </p:nvSpPr>
        <p:spPr>
          <a:xfrm>
            <a:off x="609600" y="116632"/>
            <a:ext cx="8153400" cy="936104"/>
          </a:xfrm>
        </p:spPr>
        <p:txBody>
          <a:bodyPr>
            <a:normAutofit fontScale="90000"/>
          </a:bodyPr>
          <a:lstStyle/>
          <a:p>
            <a:pPr>
              <a:lnSpc>
                <a:spcPts val="3500"/>
              </a:lnSpc>
            </a:pPr>
            <a:r>
              <a:rPr lang="en-GB" dirty="0"/>
              <a:t>Kruskal-Wallis One-Way Analysis of Variance by Ranks</a:t>
            </a:r>
          </a:p>
        </p:txBody>
      </p:sp>
      <p:graphicFrame>
        <p:nvGraphicFramePr>
          <p:cNvPr id="6" name="Content Placeholder 5" descr="SPSS data organisation">
            <a:extLst>
              <a:ext uri="{FF2B5EF4-FFF2-40B4-BE49-F238E27FC236}">
                <a16:creationId xmlns:a16="http://schemas.microsoft.com/office/drawing/2014/main" id="{5827C514-E411-ADC3-2085-96EF8C775F84}"/>
              </a:ext>
            </a:extLst>
          </p:cNvPr>
          <p:cNvGraphicFramePr>
            <a:graphicFrameLocks noGrp="1"/>
          </p:cNvGraphicFramePr>
          <p:nvPr>
            <p:ph sz="quarter" idx="1"/>
            <p:extLst>
              <p:ext uri="{D42A27DB-BD31-4B8C-83A1-F6EECF244321}">
                <p14:modId xmlns:p14="http://schemas.microsoft.com/office/powerpoint/2010/main" val="1569274169"/>
              </p:ext>
            </p:extLst>
          </p:nvPr>
        </p:nvGraphicFramePr>
        <p:xfrm>
          <a:off x="2274032" y="1182120"/>
          <a:ext cx="4824536" cy="5000892"/>
        </p:xfrm>
        <a:graphic>
          <a:graphicData uri="http://schemas.openxmlformats.org/drawingml/2006/table">
            <a:tbl>
              <a:tblPr/>
              <a:tblGrid>
                <a:gridCol w="1206134">
                  <a:extLst>
                    <a:ext uri="{9D8B030D-6E8A-4147-A177-3AD203B41FA5}">
                      <a16:colId xmlns:a16="http://schemas.microsoft.com/office/drawing/2014/main" val="298922329"/>
                    </a:ext>
                  </a:extLst>
                </a:gridCol>
                <a:gridCol w="1206134">
                  <a:extLst>
                    <a:ext uri="{9D8B030D-6E8A-4147-A177-3AD203B41FA5}">
                      <a16:colId xmlns:a16="http://schemas.microsoft.com/office/drawing/2014/main" val="226078035"/>
                    </a:ext>
                  </a:extLst>
                </a:gridCol>
                <a:gridCol w="1206134">
                  <a:extLst>
                    <a:ext uri="{9D8B030D-6E8A-4147-A177-3AD203B41FA5}">
                      <a16:colId xmlns:a16="http://schemas.microsoft.com/office/drawing/2014/main" val="24253684"/>
                    </a:ext>
                  </a:extLst>
                </a:gridCol>
                <a:gridCol w="1206134">
                  <a:extLst>
                    <a:ext uri="{9D8B030D-6E8A-4147-A177-3AD203B41FA5}">
                      <a16:colId xmlns:a16="http://schemas.microsoft.com/office/drawing/2014/main" val="3898842760"/>
                    </a:ext>
                  </a:extLst>
                </a:gridCol>
              </a:tblGrid>
              <a:tr h="153935">
                <a:tc gridSpan="4">
                  <a:txBody>
                    <a:bodyPr/>
                    <a:lstStyle/>
                    <a:p>
                      <a:r>
                        <a:rPr lang="en-GB" sz="1100">
                          <a:latin typeface="+mn-lt"/>
                        </a:rPr>
                        <a:t>Sample Data for Kruskal-Wallis One-Way Analysis of Variance by Ranks</a:t>
                      </a:r>
                    </a:p>
                  </a:txBody>
                  <a:tcPr marL="24702" marR="24702" marT="12351" marB="12351">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56885755"/>
                  </a:ext>
                </a:extLst>
              </a:tr>
              <a:tr h="153935">
                <a:tc>
                  <a:txBody>
                    <a:bodyPr/>
                    <a:lstStyle/>
                    <a:p>
                      <a:pPr algn="l" fontAlgn="ctr"/>
                      <a:r>
                        <a:rPr lang="en-GB" sz="1100" b="1" i="0">
                          <a:effectLst/>
                          <a:latin typeface="+mn-lt"/>
                        </a:rPr>
                        <a:t>Group</a:t>
                      </a:r>
                    </a:p>
                  </a:txBody>
                  <a:tcPr marL="24702" marR="24702" marT="12351" marB="12351" anchor="ctr">
                    <a:lnL>
                      <a:noFill/>
                    </a:lnL>
                    <a:lnR>
                      <a:noFill/>
                    </a:lnR>
                    <a:lnB>
                      <a:noFill/>
                    </a:lnB>
                    <a:solidFill>
                      <a:srgbClr val="FFFFFF"/>
                    </a:solidFill>
                  </a:tcPr>
                </a:tc>
                <a:tc>
                  <a:txBody>
                    <a:bodyPr/>
                    <a:lstStyle/>
                    <a:p>
                      <a:pPr algn="l" fontAlgn="ctr"/>
                      <a:r>
                        <a:rPr lang="en-GB" sz="1100" b="1" i="0">
                          <a:effectLst/>
                          <a:latin typeface="+mn-lt"/>
                        </a:rPr>
                        <a:t>Participants</a:t>
                      </a:r>
                    </a:p>
                  </a:txBody>
                  <a:tcPr marL="24702" marR="24702" marT="12351" marB="12351" anchor="ctr">
                    <a:lnL>
                      <a:noFill/>
                    </a:lnL>
                    <a:lnR>
                      <a:noFill/>
                    </a:lnR>
                    <a:lnT>
                      <a:noFill/>
                    </a:lnT>
                    <a:lnB>
                      <a:noFill/>
                    </a:lnB>
                    <a:solidFill>
                      <a:srgbClr val="FFFFFF"/>
                    </a:solidFill>
                  </a:tcPr>
                </a:tc>
                <a:tc>
                  <a:txBody>
                    <a:bodyPr/>
                    <a:lstStyle/>
                    <a:p>
                      <a:pPr algn="l" fontAlgn="ctr"/>
                      <a:r>
                        <a:rPr lang="en-GB" sz="1100" b="1" i="0">
                          <a:effectLst/>
                          <a:latin typeface="+mn-lt"/>
                        </a:rPr>
                        <a:t>Rating</a:t>
                      </a:r>
                    </a:p>
                  </a:txBody>
                  <a:tcPr marL="24702" marR="24702" marT="12351" marB="12351" anchor="ctr">
                    <a:lnL>
                      <a:noFill/>
                    </a:lnL>
                    <a:lnR>
                      <a:noFill/>
                    </a:lnR>
                    <a:lnT>
                      <a:noFill/>
                    </a:lnT>
                    <a:lnB>
                      <a:noFill/>
                    </a:lnB>
                    <a:solidFill>
                      <a:srgbClr val="FFFFFF"/>
                    </a:solidFill>
                  </a:tcPr>
                </a:tc>
                <a:tc>
                  <a:txBody>
                    <a:bodyPr/>
                    <a:lstStyle/>
                    <a:p>
                      <a:pPr algn="l" fontAlgn="ctr"/>
                      <a:r>
                        <a:rPr lang="en-GB" sz="1100" b="1" i="0">
                          <a:effectLst/>
                          <a:latin typeface="+mn-lt"/>
                        </a:rPr>
                        <a:t>Coding</a:t>
                      </a:r>
                    </a:p>
                  </a:txBody>
                  <a:tcPr marL="24702" marR="24702" marT="12351" marB="12351" anchor="ctr">
                    <a:lnL>
                      <a:noFill/>
                    </a:lnL>
                    <a:lnR>
                      <a:noFill/>
                    </a:lnR>
                    <a:lnT>
                      <a:noFill/>
                    </a:lnT>
                    <a:lnB>
                      <a:noFill/>
                    </a:lnB>
                    <a:solidFill>
                      <a:srgbClr val="FFFFFF"/>
                    </a:solidFill>
                  </a:tcPr>
                </a:tc>
                <a:extLst>
                  <a:ext uri="{0D108BD9-81ED-4DB2-BD59-A6C34878D82A}">
                    <a16:rowId xmlns:a16="http://schemas.microsoft.com/office/drawing/2014/main" val="885742978"/>
                  </a:ext>
                </a:extLst>
              </a:tr>
              <a:tr h="153935">
                <a:tc>
                  <a:txBody>
                    <a:bodyPr/>
                    <a:lstStyle/>
                    <a:p>
                      <a:pPr algn="l" fontAlgn="t"/>
                      <a:r>
                        <a:rPr lang="en-GB" sz="1100" b="0">
                          <a:effectLst/>
                          <a:latin typeface="+mn-lt"/>
                        </a:rPr>
                        <a:t>Alphanumeric</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Participant 1</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5</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0</a:t>
                      </a:r>
                    </a:p>
                  </a:txBody>
                  <a:tcPr marL="24702" marR="24702" marT="12351" marB="12351">
                    <a:lnL>
                      <a:noFill/>
                    </a:lnL>
                    <a:lnR>
                      <a:noFill/>
                    </a:lnR>
                    <a:lnT>
                      <a:noFill/>
                    </a:lnT>
                    <a:lnB>
                      <a:noFill/>
                    </a:lnB>
                    <a:solidFill>
                      <a:srgbClr val="FFFFFF"/>
                    </a:solidFill>
                  </a:tcPr>
                </a:tc>
                <a:extLst>
                  <a:ext uri="{0D108BD9-81ED-4DB2-BD59-A6C34878D82A}">
                    <a16:rowId xmlns:a16="http://schemas.microsoft.com/office/drawing/2014/main" val="3981368085"/>
                  </a:ext>
                </a:extLst>
              </a:tr>
              <a:tr h="153935">
                <a:tc>
                  <a:txBody>
                    <a:bodyPr/>
                    <a:lstStyle/>
                    <a:p>
                      <a:pPr algn="l" fontAlgn="t"/>
                      <a:r>
                        <a:rPr lang="en-GB" sz="1100" b="0">
                          <a:effectLst/>
                          <a:latin typeface="+mn-lt"/>
                        </a:rPr>
                        <a:t>Alphanumeric</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Participant 2</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3</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0</a:t>
                      </a:r>
                    </a:p>
                  </a:txBody>
                  <a:tcPr marL="24702" marR="24702" marT="12351" marB="12351">
                    <a:lnL>
                      <a:noFill/>
                    </a:lnL>
                    <a:lnR>
                      <a:noFill/>
                    </a:lnR>
                    <a:lnT>
                      <a:noFill/>
                    </a:lnT>
                    <a:lnB>
                      <a:noFill/>
                    </a:lnB>
                    <a:solidFill>
                      <a:srgbClr val="EEF2F6"/>
                    </a:solidFill>
                  </a:tcPr>
                </a:tc>
                <a:extLst>
                  <a:ext uri="{0D108BD9-81ED-4DB2-BD59-A6C34878D82A}">
                    <a16:rowId xmlns:a16="http://schemas.microsoft.com/office/drawing/2014/main" val="3433125985"/>
                  </a:ext>
                </a:extLst>
              </a:tr>
              <a:tr h="153935">
                <a:tc>
                  <a:txBody>
                    <a:bodyPr/>
                    <a:lstStyle/>
                    <a:p>
                      <a:pPr algn="l" fontAlgn="t"/>
                      <a:r>
                        <a:rPr lang="en-GB" sz="1100" b="0">
                          <a:effectLst/>
                          <a:latin typeface="+mn-lt"/>
                        </a:rPr>
                        <a:t>Alphanumeric</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Participant 3</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4</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0</a:t>
                      </a:r>
                    </a:p>
                  </a:txBody>
                  <a:tcPr marL="24702" marR="24702" marT="12351" marB="12351">
                    <a:lnL>
                      <a:noFill/>
                    </a:lnL>
                    <a:lnR>
                      <a:noFill/>
                    </a:lnR>
                    <a:lnT>
                      <a:noFill/>
                    </a:lnT>
                    <a:lnB>
                      <a:noFill/>
                    </a:lnB>
                    <a:solidFill>
                      <a:srgbClr val="FFFFFF"/>
                    </a:solidFill>
                  </a:tcPr>
                </a:tc>
                <a:extLst>
                  <a:ext uri="{0D108BD9-81ED-4DB2-BD59-A6C34878D82A}">
                    <a16:rowId xmlns:a16="http://schemas.microsoft.com/office/drawing/2014/main" val="1974433977"/>
                  </a:ext>
                </a:extLst>
              </a:tr>
              <a:tr h="153935">
                <a:tc>
                  <a:txBody>
                    <a:bodyPr/>
                    <a:lstStyle/>
                    <a:p>
                      <a:pPr algn="l" fontAlgn="t"/>
                      <a:r>
                        <a:rPr lang="en-GB" sz="1100" b="0">
                          <a:effectLst/>
                          <a:latin typeface="+mn-lt"/>
                        </a:rPr>
                        <a:t>Alphanumeric</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Participant 4</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4</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0</a:t>
                      </a:r>
                    </a:p>
                  </a:txBody>
                  <a:tcPr marL="24702" marR="24702" marT="12351" marB="12351">
                    <a:lnL>
                      <a:noFill/>
                    </a:lnL>
                    <a:lnR>
                      <a:noFill/>
                    </a:lnR>
                    <a:lnT>
                      <a:noFill/>
                    </a:lnT>
                    <a:lnB>
                      <a:noFill/>
                    </a:lnB>
                    <a:solidFill>
                      <a:srgbClr val="EEF2F6"/>
                    </a:solidFill>
                  </a:tcPr>
                </a:tc>
                <a:extLst>
                  <a:ext uri="{0D108BD9-81ED-4DB2-BD59-A6C34878D82A}">
                    <a16:rowId xmlns:a16="http://schemas.microsoft.com/office/drawing/2014/main" val="1229546075"/>
                  </a:ext>
                </a:extLst>
              </a:tr>
              <a:tr h="153935">
                <a:tc>
                  <a:txBody>
                    <a:bodyPr/>
                    <a:lstStyle/>
                    <a:p>
                      <a:pPr algn="l" fontAlgn="t"/>
                      <a:r>
                        <a:rPr lang="en-GB" sz="1100" b="0">
                          <a:effectLst/>
                          <a:latin typeface="+mn-lt"/>
                        </a:rPr>
                        <a:t>Alphanumeric</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Participant 5</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2</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0</a:t>
                      </a:r>
                    </a:p>
                  </a:txBody>
                  <a:tcPr marL="24702" marR="24702" marT="12351" marB="12351">
                    <a:lnL>
                      <a:noFill/>
                    </a:lnL>
                    <a:lnR>
                      <a:noFill/>
                    </a:lnR>
                    <a:lnT>
                      <a:noFill/>
                    </a:lnT>
                    <a:lnB>
                      <a:noFill/>
                    </a:lnB>
                    <a:solidFill>
                      <a:srgbClr val="FFFFFF"/>
                    </a:solidFill>
                  </a:tcPr>
                </a:tc>
                <a:extLst>
                  <a:ext uri="{0D108BD9-81ED-4DB2-BD59-A6C34878D82A}">
                    <a16:rowId xmlns:a16="http://schemas.microsoft.com/office/drawing/2014/main" val="3691691799"/>
                  </a:ext>
                </a:extLst>
              </a:tr>
              <a:tr h="153935">
                <a:tc>
                  <a:txBody>
                    <a:bodyPr/>
                    <a:lstStyle/>
                    <a:p>
                      <a:pPr algn="l" fontAlgn="t"/>
                      <a:r>
                        <a:rPr lang="en-GB" sz="1100" b="0">
                          <a:effectLst/>
                          <a:latin typeface="+mn-lt"/>
                        </a:rPr>
                        <a:t>Alphanumeric</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Participant 6</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3</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0</a:t>
                      </a:r>
                    </a:p>
                  </a:txBody>
                  <a:tcPr marL="24702" marR="24702" marT="12351" marB="12351">
                    <a:lnL>
                      <a:noFill/>
                    </a:lnL>
                    <a:lnR>
                      <a:noFill/>
                    </a:lnR>
                    <a:lnT>
                      <a:noFill/>
                    </a:lnT>
                    <a:lnB>
                      <a:noFill/>
                    </a:lnB>
                    <a:solidFill>
                      <a:srgbClr val="EEF2F6"/>
                    </a:solidFill>
                  </a:tcPr>
                </a:tc>
                <a:extLst>
                  <a:ext uri="{0D108BD9-81ED-4DB2-BD59-A6C34878D82A}">
                    <a16:rowId xmlns:a16="http://schemas.microsoft.com/office/drawing/2014/main" val="234322414"/>
                  </a:ext>
                </a:extLst>
              </a:tr>
              <a:tr h="153935">
                <a:tc>
                  <a:txBody>
                    <a:bodyPr/>
                    <a:lstStyle/>
                    <a:p>
                      <a:pPr algn="l" fontAlgn="t"/>
                      <a:r>
                        <a:rPr lang="en-GB" sz="1100" b="0">
                          <a:effectLst/>
                          <a:latin typeface="+mn-lt"/>
                        </a:rPr>
                        <a:t>Alphanumeric</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Participant 7</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3</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0</a:t>
                      </a:r>
                    </a:p>
                  </a:txBody>
                  <a:tcPr marL="24702" marR="24702" marT="12351" marB="12351">
                    <a:lnL>
                      <a:noFill/>
                    </a:lnL>
                    <a:lnR>
                      <a:noFill/>
                    </a:lnR>
                    <a:lnT>
                      <a:noFill/>
                    </a:lnT>
                    <a:lnB>
                      <a:noFill/>
                    </a:lnB>
                    <a:solidFill>
                      <a:srgbClr val="FFFFFF"/>
                    </a:solidFill>
                  </a:tcPr>
                </a:tc>
                <a:extLst>
                  <a:ext uri="{0D108BD9-81ED-4DB2-BD59-A6C34878D82A}">
                    <a16:rowId xmlns:a16="http://schemas.microsoft.com/office/drawing/2014/main" val="844098770"/>
                  </a:ext>
                </a:extLst>
              </a:tr>
              <a:tr h="153935">
                <a:tc>
                  <a:txBody>
                    <a:bodyPr/>
                    <a:lstStyle/>
                    <a:p>
                      <a:pPr algn="l" fontAlgn="t"/>
                      <a:r>
                        <a:rPr lang="en-GB" sz="1100" b="0">
                          <a:effectLst/>
                          <a:latin typeface="+mn-lt"/>
                        </a:rPr>
                        <a:t>Alphanumeric</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Participant 8</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2</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0</a:t>
                      </a:r>
                    </a:p>
                  </a:txBody>
                  <a:tcPr marL="24702" marR="24702" marT="12351" marB="12351">
                    <a:lnL>
                      <a:noFill/>
                    </a:lnL>
                    <a:lnR>
                      <a:noFill/>
                    </a:lnR>
                    <a:lnT>
                      <a:noFill/>
                    </a:lnT>
                    <a:lnB>
                      <a:noFill/>
                    </a:lnB>
                    <a:solidFill>
                      <a:srgbClr val="EEF2F6"/>
                    </a:solidFill>
                  </a:tcPr>
                </a:tc>
                <a:extLst>
                  <a:ext uri="{0D108BD9-81ED-4DB2-BD59-A6C34878D82A}">
                    <a16:rowId xmlns:a16="http://schemas.microsoft.com/office/drawing/2014/main" val="3852008665"/>
                  </a:ext>
                </a:extLst>
              </a:tr>
              <a:tr h="153935">
                <a:tc>
                  <a:txBody>
                    <a:bodyPr/>
                    <a:lstStyle/>
                    <a:p>
                      <a:pPr algn="l" fontAlgn="t"/>
                      <a:r>
                        <a:rPr lang="en-GB" sz="1100" b="0">
                          <a:effectLst/>
                          <a:latin typeface="+mn-lt"/>
                        </a:rPr>
                        <a:t>Image-based</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Participant 9</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3</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1</a:t>
                      </a:r>
                    </a:p>
                  </a:txBody>
                  <a:tcPr marL="24702" marR="24702" marT="12351" marB="12351">
                    <a:lnL>
                      <a:noFill/>
                    </a:lnL>
                    <a:lnR>
                      <a:noFill/>
                    </a:lnR>
                    <a:lnT>
                      <a:noFill/>
                    </a:lnT>
                    <a:lnB>
                      <a:noFill/>
                    </a:lnB>
                    <a:solidFill>
                      <a:srgbClr val="FFFFFF"/>
                    </a:solidFill>
                  </a:tcPr>
                </a:tc>
                <a:extLst>
                  <a:ext uri="{0D108BD9-81ED-4DB2-BD59-A6C34878D82A}">
                    <a16:rowId xmlns:a16="http://schemas.microsoft.com/office/drawing/2014/main" val="1199375256"/>
                  </a:ext>
                </a:extLst>
              </a:tr>
              <a:tr h="153935">
                <a:tc>
                  <a:txBody>
                    <a:bodyPr/>
                    <a:lstStyle/>
                    <a:p>
                      <a:pPr algn="l" fontAlgn="t"/>
                      <a:r>
                        <a:rPr lang="en-GB" sz="1100" b="0">
                          <a:effectLst/>
                          <a:latin typeface="+mn-lt"/>
                        </a:rPr>
                        <a:t>Image-based</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Participant 10</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5</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1</a:t>
                      </a:r>
                    </a:p>
                  </a:txBody>
                  <a:tcPr marL="24702" marR="24702" marT="12351" marB="12351">
                    <a:lnL>
                      <a:noFill/>
                    </a:lnL>
                    <a:lnR>
                      <a:noFill/>
                    </a:lnR>
                    <a:lnT>
                      <a:noFill/>
                    </a:lnT>
                    <a:lnB>
                      <a:noFill/>
                    </a:lnB>
                    <a:solidFill>
                      <a:srgbClr val="EEF2F6"/>
                    </a:solidFill>
                  </a:tcPr>
                </a:tc>
                <a:extLst>
                  <a:ext uri="{0D108BD9-81ED-4DB2-BD59-A6C34878D82A}">
                    <a16:rowId xmlns:a16="http://schemas.microsoft.com/office/drawing/2014/main" val="4148504318"/>
                  </a:ext>
                </a:extLst>
              </a:tr>
              <a:tr h="153935">
                <a:tc>
                  <a:txBody>
                    <a:bodyPr/>
                    <a:lstStyle/>
                    <a:p>
                      <a:pPr algn="l" fontAlgn="t"/>
                      <a:r>
                        <a:rPr lang="en-GB" sz="1100" b="0">
                          <a:effectLst/>
                          <a:latin typeface="+mn-lt"/>
                        </a:rPr>
                        <a:t>Image-based</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Participant 11</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6</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1</a:t>
                      </a:r>
                    </a:p>
                  </a:txBody>
                  <a:tcPr marL="24702" marR="24702" marT="12351" marB="12351">
                    <a:lnL>
                      <a:noFill/>
                    </a:lnL>
                    <a:lnR>
                      <a:noFill/>
                    </a:lnR>
                    <a:lnT>
                      <a:noFill/>
                    </a:lnT>
                    <a:lnB>
                      <a:noFill/>
                    </a:lnB>
                    <a:solidFill>
                      <a:srgbClr val="FFFFFF"/>
                    </a:solidFill>
                  </a:tcPr>
                </a:tc>
                <a:extLst>
                  <a:ext uri="{0D108BD9-81ED-4DB2-BD59-A6C34878D82A}">
                    <a16:rowId xmlns:a16="http://schemas.microsoft.com/office/drawing/2014/main" val="605630200"/>
                  </a:ext>
                </a:extLst>
              </a:tr>
              <a:tr h="153935">
                <a:tc>
                  <a:txBody>
                    <a:bodyPr/>
                    <a:lstStyle/>
                    <a:p>
                      <a:pPr algn="l" fontAlgn="t"/>
                      <a:r>
                        <a:rPr lang="en-GB" sz="1100" b="0">
                          <a:effectLst/>
                          <a:latin typeface="+mn-lt"/>
                        </a:rPr>
                        <a:t>Image-based</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Participant 12</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4</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1</a:t>
                      </a:r>
                    </a:p>
                  </a:txBody>
                  <a:tcPr marL="24702" marR="24702" marT="12351" marB="12351">
                    <a:lnL>
                      <a:noFill/>
                    </a:lnL>
                    <a:lnR>
                      <a:noFill/>
                    </a:lnR>
                    <a:lnT>
                      <a:noFill/>
                    </a:lnT>
                    <a:lnB>
                      <a:noFill/>
                    </a:lnB>
                    <a:solidFill>
                      <a:srgbClr val="EEF2F6"/>
                    </a:solidFill>
                  </a:tcPr>
                </a:tc>
                <a:extLst>
                  <a:ext uri="{0D108BD9-81ED-4DB2-BD59-A6C34878D82A}">
                    <a16:rowId xmlns:a16="http://schemas.microsoft.com/office/drawing/2014/main" val="834265429"/>
                  </a:ext>
                </a:extLst>
              </a:tr>
              <a:tr h="153935">
                <a:tc>
                  <a:txBody>
                    <a:bodyPr/>
                    <a:lstStyle/>
                    <a:p>
                      <a:pPr algn="l" fontAlgn="t"/>
                      <a:r>
                        <a:rPr lang="en-GB" sz="1100" b="0">
                          <a:effectLst/>
                          <a:latin typeface="+mn-lt"/>
                        </a:rPr>
                        <a:t>Image-based</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Participant 13</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5</a:t>
                      </a:r>
                    </a:p>
                  </a:txBody>
                  <a:tcPr marL="24702" marR="24702" marT="12351" marB="12351">
                    <a:lnL>
                      <a:noFill/>
                    </a:lnL>
                    <a:lnR>
                      <a:noFill/>
                    </a:lnR>
                    <a:lnT>
                      <a:noFill/>
                    </a:lnT>
                    <a:lnB>
                      <a:noFill/>
                    </a:lnB>
                    <a:solidFill>
                      <a:srgbClr val="FFFFFF"/>
                    </a:solidFill>
                  </a:tcPr>
                </a:tc>
                <a:tc>
                  <a:txBody>
                    <a:bodyPr/>
                    <a:lstStyle/>
                    <a:p>
                      <a:pPr algn="l" fontAlgn="t"/>
                      <a:r>
                        <a:rPr lang="en-GB" sz="1100" b="0" dirty="0">
                          <a:effectLst/>
                          <a:latin typeface="+mn-lt"/>
                        </a:rPr>
                        <a:t>1</a:t>
                      </a:r>
                    </a:p>
                  </a:txBody>
                  <a:tcPr marL="24702" marR="24702" marT="12351" marB="12351">
                    <a:lnL>
                      <a:noFill/>
                    </a:lnL>
                    <a:lnR>
                      <a:noFill/>
                    </a:lnR>
                    <a:lnT>
                      <a:noFill/>
                    </a:lnT>
                    <a:lnB>
                      <a:noFill/>
                    </a:lnB>
                    <a:solidFill>
                      <a:srgbClr val="FFFFFF"/>
                    </a:solidFill>
                  </a:tcPr>
                </a:tc>
                <a:extLst>
                  <a:ext uri="{0D108BD9-81ED-4DB2-BD59-A6C34878D82A}">
                    <a16:rowId xmlns:a16="http://schemas.microsoft.com/office/drawing/2014/main" val="3563042940"/>
                  </a:ext>
                </a:extLst>
              </a:tr>
              <a:tr h="153935">
                <a:tc>
                  <a:txBody>
                    <a:bodyPr/>
                    <a:lstStyle/>
                    <a:p>
                      <a:pPr algn="l" fontAlgn="t"/>
                      <a:r>
                        <a:rPr lang="en-GB" sz="1100" b="0">
                          <a:effectLst/>
                          <a:latin typeface="+mn-lt"/>
                        </a:rPr>
                        <a:t>Image-based</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Participant 14</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4</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1</a:t>
                      </a:r>
                    </a:p>
                  </a:txBody>
                  <a:tcPr marL="24702" marR="24702" marT="12351" marB="12351">
                    <a:lnL>
                      <a:noFill/>
                    </a:lnL>
                    <a:lnR>
                      <a:noFill/>
                    </a:lnR>
                    <a:lnT>
                      <a:noFill/>
                    </a:lnT>
                    <a:lnB>
                      <a:noFill/>
                    </a:lnB>
                    <a:solidFill>
                      <a:srgbClr val="EEF2F6"/>
                    </a:solidFill>
                  </a:tcPr>
                </a:tc>
                <a:extLst>
                  <a:ext uri="{0D108BD9-81ED-4DB2-BD59-A6C34878D82A}">
                    <a16:rowId xmlns:a16="http://schemas.microsoft.com/office/drawing/2014/main" val="177374058"/>
                  </a:ext>
                </a:extLst>
              </a:tr>
              <a:tr h="153935">
                <a:tc>
                  <a:txBody>
                    <a:bodyPr/>
                    <a:lstStyle/>
                    <a:p>
                      <a:pPr algn="l" fontAlgn="t"/>
                      <a:r>
                        <a:rPr lang="en-GB" sz="1100" b="0">
                          <a:effectLst/>
                          <a:latin typeface="+mn-lt"/>
                        </a:rPr>
                        <a:t>Image-based</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Participant 15</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5</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1</a:t>
                      </a:r>
                    </a:p>
                  </a:txBody>
                  <a:tcPr marL="24702" marR="24702" marT="12351" marB="12351">
                    <a:lnL>
                      <a:noFill/>
                    </a:lnL>
                    <a:lnR>
                      <a:noFill/>
                    </a:lnR>
                    <a:lnT>
                      <a:noFill/>
                    </a:lnT>
                    <a:lnB>
                      <a:noFill/>
                    </a:lnB>
                    <a:solidFill>
                      <a:srgbClr val="FFFFFF"/>
                    </a:solidFill>
                  </a:tcPr>
                </a:tc>
                <a:extLst>
                  <a:ext uri="{0D108BD9-81ED-4DB2-BD59-A6C34878D82A}">
                    <a16:rowId xmlns:a16="http://schemas.microsoft.com/office/drawing/2014/main" val="3583715859"/>
                  </a:ext>
                </a:extLst>
              </a:tr>
              <a:tr h="153935">
                <a:tc>
                  <a:txBody>
                    <a:bodyPr/>
                    <a:lstStyle/>
                    <a:p>
                      <a:pPr algn="l" fontAlgn="t"/>
                      <a:r>
                        <a:rPr lang="en-GB" sz="1100" b="0">
                          <a:effectLst/>
                          <a:latin typeface="+mn-lt"/>
                        </a:rPr>
                        <a:t>Image-based</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Participant 16</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5</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1</a:t>
                      </a:r>
                    </a:p>
                  </a:txBody>
                  <a:tcPr marL="24702" marR="24702" marT="12351" marB="12351">
                    <a:lnL>
                      <a:noFill/>
                    </a:lnL>
                    <a:lnR>
                      <a:noFill/>
                    </a:lnR>
                    <a:lnT>
                      <a:noFill/>
                    </a:lnT>
                    <a:lnB>
                      <a:noFill/>
                    </a:lnB>
                    <a:solidFill>
                      <a:srgbClr val="EEF2F6"/>
                    </a:solidFill>
                  </a:tcPr>
                </a:tc>
                <a:extLst>
                  <a:ext uri="{0D108BD9-81ED-4DB2-BD59-A6C34878D82A}">
                    <a16:rowId xmlns:a16="http://schemas.microsoft.com/office/drawing/2014/main" val="2085769947"/>
                  </a:ext>
                </a:extLst>
              </a:tr>
              <a:tr h="153935">
                <a:tc>
                  <a:txBody>
                    <a:bodyPr/>
                    <a:lstStyle/>
                    <a:p>
                      <a:pPr algn="l" fontAlgn="t"/>
                      <a:r>
                        <a:rPr lang="en-GB" sz="1100" b="0">
                          <a:effectLst/>
                          <a:latin typeface="+mn-lt"/>
                        </a:rPr>
                        <a:t>Drawing-based</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Participant 17</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6</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2</a:t>
                      </a:r>
                    </a:p>
                  </a:txBody>
                  <a:tcPr marL="24702" marR="24702" marT="12351" marB="12351">
                    <a:lnL>
                      <a:noFill/>
                    </a:lnL>
                    <a:lnR>
                      <a:noFill/>
                    </a:lnR>
                    <a:lnT>
                      <a:noFill/>
                    </a:lnT>
                    <a:lnB>
                      <a:noFill/>
                    </a:lnB>
                    <a:solidFill>
                      <a:srgbClr val="FFFFFF"/>
                    </a:solidFill>
                  </a:tcPr>
                </a:tc>
                <a:extLst>
                  <a:ext uri="{0D108BD9-81ED-4DB2-BD59-A6C34878D82A}">
                    <a16:rowId xmlns:a16="http://schemas.microsoft.com/office/drawing/2014/main" val="2798225972"/>
                  </a:ext>
                </a:extLst>
              </a:tr>
              <a:tr h="153935">
                <a:tc>
                  <a:txBody>
                    <a:bodyPr/>
                    <a:lstStyle/>
                    <a:p>
                      <a:pPr algn="l" fontAlgn="t"/>
                      <a:r>
                        <a:rPr lang="en-GB" sz="1100" b="0">
                          <a:effectLst/>
                          <a:latin typeface="+mn-lt"/>
                        </a:rPr>
                        <a:t>Drawing-based</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Participant 18</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4</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2</a:t>
                      </a:r>
                    </a:p>
                  </a:txBody>
                  <a:tcPr marL="24702" marR="24702" marT="12351" marB="12351">
                    <a:lnL>
                      <a:noFill/>
                    </a:lnL>
                    <a:lnR>
                      <a:noFill/>
                    </a:lnR>
                    <a:lnT>
                      <a:noFill/>
                    </a:lnT>
                    <a:lnB>
                      <a:noFill/>
                    </a:lnB>
                    <a:solidFill>
                      <a:srgbClr val="EEF2F6"/>
                    </a:solidFill>
                  </a:tcPr>
                </a:tc>
                <a:extLst>
                  <a:ext uri="{0D108BD9-81ED-4DB2-BD59-A6C34878D82A}">
                    <a16:rowId xmlns:a16="http://schemas.microsoft.com/office/drawing/2014/main" val="2736495260"/>
                  </a:ext>
                </a:extLst>
              </a:tr>
              <a:tr h="153935">
                <a:tc>
                  <a:txBody>
                    <a:bodyPr/>
                    <a:lstStyle/>
                    <a:p>
                      <a:pPr algn="l" fontAlgn="t"/>
                      <a:r>
                        <a:rPr lang="en-GB" sz="1100" b="0">
                          <a:effectLst/>
                          <a:latin typeface="+mn-lt"/>
                        </a:rPr>
                        <a:t>Drawing-based</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Participant 19</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5</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2</a:t>
                      </a:r>
                    </a:p>
                  </a:txBody>
                  <a:tcPr marL="24702" marR="24702" marT="12351" marB="12351">
                    <a:lnL>
                      <a:noFill/>
                    </a:lnL>
                    <a:lnR>
                      <a:noFill/>
                    </a:lnR>
                    <a:lnT>
                      <a:noFill/>
                    </a:lnT>
                    <a:lnB>
                      <a:noFill/>
                    </a:lnB>
                    <a:solidFill>
                      <a:srgbClr val="FFFFFF"/>
                    </a:solidFill>
                  </a:tcPr>
                </a:tc>
                <a:extLst>
                  <a:ext uri="{0D108BD9-81ED-4DB2-BD59-A6C34878D82A}">
                    <a16:rowId xmlns:a16="http://schemas.microsoft.com/office/drawing/2014/main" val="272187001"/>
                  </a:ext>
                </a:extLst>
              </a:tr>
              <a:tr h="153935">
                <a:tc>
                  <a:txBody>
                    <a:bodyPr/>
                    <a:lstStyle/>
                    <a:p>
                      <a:pPr algn="l" fontAlgn="t"/>
                      <a:r>
                        <a:rPr lang="en-GB" sz="1100" b="0">
                          <a:effectLst/>
                          <a:latin typeface="+mn-lt"/>
                        </a:rPr>
                        <a:t>Drawing-based</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Participant 20</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5</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2</a:t>
                      </a:r>
                    </a:p>
                  </a:txBody>
                  <a:tcPr marL="24702" marR="24702" marT="12351" marB="12351">
                    <a:lnL>
                      <a:noFill/>
                    </a:lnL>
                    <a:lnR>
                      <a:noFill/>
                    </a:lnR>
                    <a:lnT>
                      <a:noFill/>
                    </a:lnT>
                    <a:lnB>
                      <a:noFill/>
                    </a:lnB>
                    <a:solidFill>
                      <a:srgbClr val="EEF2F6"/>
                    </a:solidFill>
                  </a:tcPr>
                </a:tc>
                <a:extLst>
                  <a:ext uri="{0D108BD9-81ED-4DB2-BD59-A6C34878D82A}">
                    <a16:rowId xmlns:a16="http://schemas.microsoft.com/office/drawing/2014/main" val="2223967128"/>
                  </a:ext>
                </a:extLst>
              </a:tr>
              <a:tr h="153935">
                <a:tc>
                  <a:txBody>
                    <a:bodyPr/>
                    <a:lstStyle/>
                    <a:p>
                      <a:pPr algn="l" fontAlgn="t"/>
                      <a:r>
                        <a:rPr lang="en-GB" sz="1100" b="0">
                          <a:effectLst/>
                          <a:latin typeface="+mn-lt"/>
                        </a:rPr>
                        <a:t>Drawing-based</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Participant 21</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6</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2</a:t>
                      </a:r>
                    </a:p>
                  </a:txBody>
                  <a:tcPr marL="24702" marR="24702" marT="12351" marB="12351">
                    <a:lnL>
                      <a:noFill/>
                    </a:lnL>
                    <a:lnR>
                      <a:noFill/>
                    </a:lnR>
                    <a:lnT>
                      <a:noFill/>
                    </a:lnT>
                    <a:lnB>
                      <a:noFill/>
                    </a:lnB>
                    <a:solidFill>
                      <a:srgbClr val="FFFFFF"/>
                    </a:solidFill>
                  </a:tcPr>
                </a:tc>
                <a:extLst>
                  <a:ext uri="{0D108BD9-81ED-4DB2-BD59-A6C34878D82A}">
                    <a16:rowId xmlns:a16="http://schemas.microsoft.com/office/drawing/2014/main" val="268918959"/>
                  </a:ext>
                </a:extLst>
              </a:tr>
              <a:tr h="153935">
                <a:tc>
                  <a:txBody>
                    <a:bodyPr/>
                    <a:lstStyle/>
                    <a:p>
                      <a:pPr algn="l" fontAlgn="t"/>
                      <a:r>
                        <a:rPr lang="en-GB" sz="1100" b="0">
                          <a:effectLst/>
                          <a:latin typeface="+mn-lt"/>
                        </a:rPr>
                        <a:t>Drawing-based</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Participant 22</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7</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2</a:t>
                      </a:r>
                    </a:p>
                  </a:txBody>
                  <a:tcPr marL="24702" marR="24702" marT="12351" marB="12351">
                    <a:lnL>
                      <a:noFill/>
                    </a:lnL>
                    <a:lnR>
                      <a:noFill/>
                    </a:lnR>
                    <a:lnT>
                      <a:noFill/>
                    </a:lnT>
                    <a:lnB>
                      <a:noFill/>
                    </a:lnB>
                    <a:solidFill>
                      <a:srgbClr val="EEF2F6"/>
                    </a:solidFill>
                  </a:tcPr>
                </a:tc>
                <a:extLst>
                  <a:ext uri="{0D108BD9-81ED-4DB2-BD59-A6C34878D82A}">
                    <a16:rowId xmlns:a16="http://schemas.microsoft.com/office/drawing/2014/main" val="2821589034"/>
                  </a:ext>
                </a:extLst>
              </a:tr>
              <a:tr h="153935">
                <a:tc>
                  <a:txBody>
                    <a:bodyPr/>
                    <a:lstStyle/>
                    <a:p>
                      <a:pPr algn="l" fontAlgn="t"/>
                      <a:r>
                        <a:rPr lang="en-GB" sz="1100" b="0">
                          <a:effectLst/>
                          <a:latin typeface="+mn-lt"/>
                        </a:rPr>
                        <a:t>Drawing-based</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Participant 23</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5</a:t>
                      </a:r>
                    </a:p>
                  </a:txBody>
                  <a:tcPr marL="24702" marR="24702" marT="12351" marB="12351">
                    <a:lnL>
                      <a:noFill/>
                    </a:lnL>
                    <a:lnR>
                      <a:noFill/>
                    </a:lnR>
                    <a:lnT>
                      <a:noFill/>
                    </a:lnT>
                    <a:lnB>
                      <a:noFill/>
                    </a:lnB>
                    <a:solidFill>
                      <a:srgbClr val="FFFFFF"/>
                    </a:solidFill>
                  </a:tcPr>
                </a:tc>
                <a:tc>
                  <a:txBody>
                    <a:bodyPr/>
                    <a:lstStyle/>
                    <a:p>
                      <a:pPr algn="l" fontAlgn="t"/>
                      <a:r>
                        <a:rPr lang="en-GB" sz="1100" b="0">
                          <a:effectLst/>
                          <a:latin typeface="+mn-lt"/>
                        </a:rPr>
                        <a:t>2</a:t>
                      </a:r>
                    </a:p>
                  </a:txBody>
                  <a:tcPr marL="24702" marR="24702" marT="12351" marB="12351">
                    <a:lnL>
                      <a:noFill/>
                    </a:lnL>
                    <a:lnR>
                      <a:noFill/>
                    </a:lnR>
                    <a:lnT>
                      <a:noFill/>
                    </a:lnT>
                    <a:lnB>
                      <a:noFill/>
                    </a:lnB>
                    <a:solidFill>
                      <a:srgbClr val="FFFFFF"/>
                    </a:solidFill>
                  </a:tcPr>
                </a:tc>
                <a:extLst>
                  <a:ext uri="{0D108BD9-81ED-4DB2-BD59-A6C34878D82A}">
                    <a16:rowId xmlns:a16="http://schemas.microsoft.com/office/drawing/2014/main" val="583089991"/>
                  </a:ext>
                </a:extLst>
              </a:tr>
              <a:tr h="153935">
                <a:tc>
                  <a:txBody>
                    <a:bodyPr/>
                    <a:lstStyle/>
                    <a:p>
                      <a:pPr algn="l" fontAlgn="t"/>
                      <a:r>
                        <a:rPr lang="en-GB" sz="1100" b="0">
                          <a:effectLst/>
                          <a:latin typeface="+mn-lt"/>
                        </a:rPr>
                        <a:t>Drawing-based</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Participant 24</a:t>
                      </a:r>
                    </a:p>
                  </a:txBody>
                  <a:tcPr marL="24702" marR="24702" marT="12351" marB="12351">
                    <a:lnL>
                      <a:noFill/>
                    </a:lnL>
                    <a:lnR>
                      <a:noFill/>
                    </a:lnR>
                    <a:lnT>
                      <a:noFill/>
                    </a:lnT>
                    <a:lnB>
                      <a:noFill/>
                    </a:lnB>
                    <a:solidFill>
                      <a:srgbClr val="EEF2F6"/>
                    </a:solidFill>
                  </a:tcPr>
                </a:tc>
                <a:tc>
                  <a:txBody>
                    <a:bodyPr/>
                    <a:lstStyle/>
                    <a:p>
                      <a:pPr algn="l" fontAlgn="t"/>
                      <a:r>
                        <a:rPr lang="en-GB" sz="1100" b="0">
                          <a:effectLst/>
                          <a:latin typeface="+mn-lt"/>
                        </a:rPr>
                        <a:t>7</a:t>
                      </a:r>
                    </a:p>
                  </a:txBody>
                  <a:tcPr marL="24702" marR="24702" marT="12351" marB="12351">
                    <a:lnL>
                      <a:noFill/>
                    </a:lnL>
                    <a:lnR>
                      <a:noFill/>
                    </a:lnR>
                    <a:lnT>
                      <a:noFill/>
                    </a:lnT>
                    <a:lnB>
                      <a:noFill/>
                    </a:lnB>
                    <a:solidFill>
                      <a:srgbClr val="EEF2F6"/>
                    </a:solidFill>
                  </a:tcPr>
                </a:tc>
                <a:tc>
                  <a:txBody>
                    <a:bodyPr/>
                    <a:lstStyle/>
                    <a:p>
                      <a:pPr algn="l" fontAlgn="t"/>
                      <a:r>
                        <a:rPr lang="en-GB" sz="1100" b="0" dirty="0">
                          <a:effectLst/>
                          <a:latin typeface="+mn-lt"/>
                        </a:rPr>
                        <a:t>2</a:t>
                      </a:r>
                    </a:p>
                  </a:txBody>
                  <a:tcPr marL="24702" marR="24702" marT="12351" marB="12351">
                    <a:lnL>
                      <a:noFill/>
                    </a:lnL>
                    <a:lnR>
                      <a:noFill/>
                    </a:lnR>
                    <a:lnT>
                      <a:noFill/>
                    </a:lnT>
                    <a:lnB>
                      <a:noFill/>
                    </a:lnB>
                    <a:solidFill>
                      <a:srgbClr val="EEF2F6"/>
                    </a:solidFill>
                  </a:tcPr>
                </a:tc>
                <a:extLst>
                  <a:ext uri="{0D108BD9-81ED-4DB2-BD59-A6C34878D82A}">
                    <a16:rowId xmlns:a16="http://schemas.microsoft.com/office/drawing/2014/main" val="2847573663"/>
                  </a:ext>
                </a:extLst>
              </a:tr>
            </a:tbl>
          </a:graphicData>
        </a:graphic>
      </p:graphicFrame>
      <p:sp>
        <p:nvSpPr>
          <p:cNvPr id="4" name="Footer Placeholder 3">
            <a:extLst>
              <a:ext uri="{FF2B5EF4-FFF2-40B4-BE49-F238E27FC236}">
                <a16:creationId xmlns:a16="http://schemas.microsoft.com/office/drawing/2014/main" id="{B49BCAC0-08A6-24C8-9942-DFD8377D39E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41A68FCE-75B0-EC18-A44C-985A71B16B42}"/>
              </a:ext>
            </a:extLst>
          </p:cNvPr>
          <p:cNvSpPr>
            <a:spLocks noGrp="1"/>
          </p:cNvSpPr>
          <p:nvPr>
            <p:ph type="sldNum" sz="quarter" idx="4"/>
          </p:nvPr>
        </p:nvSpPr>
        <p:spPr/>
        <p:txBody>
          <a:bodyPr/>
          <a:lstStyle/>
          <a:p>
            <a:fld id="{9FD7ECCF-50E7-4327-B945-FA93FF7B2BEF}" type="slidenum">
              <a:rPr lang="en-US" smtClean="0"/>
              <a:pPr/>
              <a:t>31</a:t>
            </a:fld>
            <a:r>
              <a:rPr lang="en-GB"/>
              <a:t>/40</a:t>
            </a:r>
            <a:endParaRPr lang="en-US" dirty="0"/>
          </a:p>
        </p:txBody>
      </p:sp>
    </p:spTree>
    <p:extLst>
      <p:ext uri="{BB962C8B-B14F-4D97-AF65-F5344CB8AC3E}">
        <p14:creationId xmlns:p14="http://schemas.microsoft.com/office/powerpoint/2010/main" val="6001176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2E874-41A8-3A97-3DA2-5B14E0FA4146}"/>
              </a:ext>
            </a:extLst>
          </p:cNvPr>
          <p:cNvSpPr>
            <a:spLocks noGrp="1"/>
          </p:cNvSpPr>
          <p:nvPr>
            <p:ph type="title"/>
          </p:nvPr>
        </p:nvSpPr>
        <p:spPr>
          <a:xfrm>
            <a:off x="609600" y="116632"/>
            <a:ext cx="8153400" cy="936104"/>
          </a:xfrm>
        </p:spPr>
        <p:txBody>
          <a:bodyPr>
            <a:normAutofit fontScale="90000"/>
          </a:bodyPr>
          <a:lstStyle/>
          <a:p>
            <a:pPr>
              <a:lnSpc>
                <a:spcPts val="3500"/>
              </a:lnSpc>
            </a:pPr>
            <a:r>
              <a:rPr lang="en-GB" dirty="0"/>
              <a:t>Kruskal-Wallis One-Way Analysis of Variance by Ranks</a:t>
            </a:r>
          </a:p>
        </p:txBody>
      </p:sp>
      <p:sp>
        <p:nvSpPr>
          <p:cNvPr id="4" name="Footer Placeholder 3">
            <a:extLst>
              <a:ext uri="{FF2B5EF4-FFF2-40B4-BE49-F238E27FC236}">
                <a16:creationId xmlns:a16="http://schemas.microsoft.com/office/drawing/2014/main" id="{B49BCAC0-08A6-24C8-9942-DFD8377D39EA}"/>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41A68FCE-75B0-EC18-A44C-985A71B16B42}"/>
              </a:ext>
            </a:extLst>
          </p:cNvPr>
          <p:cNvSpPr>
            <a:spLocks noGrp="1"/>
          </p:cNvSpPr>
          <p:nvPr>
            <p:ph type="sldNum" sz="quarter" idx="4"/>
          </p:nvPr>
        </p:nvSpPr>
        <p:spPr/>
        <p:txBody>
          <a:bodyPr/>
          <a:lstStyle/>
          <a:p>
            <a:fld id="{9FD7ECCF-50E7-4327-B945-FA93FF7B2BEF}" type="slidenum">
              <a:rPr lang="en-US" smtClean="0"/>
              <a:pPr/>
              <a:t>32</a:t>
            </a:fld>
            <a:r>
              <a:rPr lang="en-GB"/>
              <a:t>/40</a:t>
            </a:r>
            <a:endParaRPr lang="en-US" dirty="0"/>
          </a:p>
        </p:txBody>
      </p:sp>
      <p:pic>
        <p:nvPicPr>
          <p:cNvPr id="8" name="Picture 7">
            <a:extLst>
              <a:ext uri="{FF2B5EF4-FFF2-40B4-BE49-F238E27FC236}">
                <a16:creationId xmlns:a16="http://schemas.microsoft.com/office/drawing/2014/main" id="{F3AC22A7-DBF0-2684-3F9A-855EC00A2A4D}"/>
              </a:ext>
            </a:extLst>
          </p:cNvPr>
          <p:cNvPicPr>
            <a:picLocks noChangeAspect="1"/>
          </p:cNvPicPr>
          <p:nvPr/>
        </p:nvPicPr>
        <p:blipFill>
          <a:blip r:embed="rId2"/>
          <a:stretch>
            <a:fillRect/>
          </a:stretch>
        </p:blipFill>
        <p:spPr>
          <a:xfrm>
            <a:off x="87337" y="5601843"/>
            <a:ext cx="8753475" cy="742950"/>
          </a:xfrm>
          <a:prstGeom prst="rect">
            <a:avLst/>
          </a:prstGeom>
        </p:spPr>
      </p:pic>
      <p:pic>
        <p:nvPicPr>
          <p:cNvPr id="10" name="Picture 9" descr="SPSS data organisation">
            <a:extLst>
              <a:ext uri="{FF2B5EF4-FFF2-40B4-BE49-F238E27FC236}">
                <a16:creationId xmlns:a16="http://schemas.microsoft.com/office/drawing/2014/main" id="{6EC68A41-5B0B-DFE2-3DF6-15C4CE6CA3C8}"/>
              </a:ext>
            </a:extLst>
          </p:cNvPr>
          <p:cNvPicPr>
            <a:picLocks noChangeAspect="1"/>
          </p:cNvPicPr>
          <p:nvPr/>
        </p:nvPicPr>
        <p:blipFill>
          <a:blip r:embed="rId3"/>
          <a:stretch>
            <a:fillRect/>
          </a:stretch>
        </p:blipFill>
        <p:spPr>
          <a:xfrm>
            <a:off x="5004048" y="584684"/>
            <a:ext cx="3152775" cy="4924425"/>
          </a:xfrm>
          <a:prstGeom prst="rect">
            <a:avLst/>
          </a:prstGeom>
        </p:spPr>
      </p:pic>
    </p:spTree>
    <p:extLst>
      <p:ext uri="{BB962C8B-B14F-4D97-AF65-F5344CB8AC3E}">
        <p14:creationId xmlns:p14="http://schemas.microsoft.com/office/powerpoint/2010/main" val="5358369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C4BD1-9B7F-72C3-B319-C8244EC8232A}"/>
              </a:ext>
            </a:extLst>
          </p:cNvPr>
          <p:cNvSpPr>
            <a:spLocks noGrp="1"/>
          </p:cNvSpPr>
          <p:nvPr>
            <p:ph type="title"/>
          </p:nvPr>
        </p:nvSpPr>
        <p:spPr>
          <a:xfrm>
            <a:off x="612648" y="82390"/>
            <a:ext cx="4607424" cy="1136810"/>
          </a:xfrm>
        </p:spPr>
        <p:txBody>
          <a:bodyPr>
            <a:normAutofit fontScale="90000"/>
          </a:bodyPr>
          <a:lstStyle/>
          <a:p>
            <a:pPr>
              <a:lnSpc>
                <a:spcPts val="3500"/>
              </a:lnSpc>
            </a:pPr>
            <a:r>
              <a:rPr lang="en-GB" dirty="0"/>
              <a:t>Kruskal-Wallis One-Way Analysis of Variance by Ranks</a:t>
            </a:r>
          </a:p>
        </p:txBody>
      </p:sp>
      <p:sp>
        <p:nvSpPr>
          <p:cNvPr id="3" name="Content Placeholder 2">
            <a:extLst>
              <a:ext uri="{FF2B5EF4-FFF2-40B4-BE49-F238E27FC236}">
                <a16:creationId xmlns:a16="http://schemas.microsoft.com/office/drawing/2014/main" id="{3B4E4684-4919-0224-24A7-A9B77557D661}"/>
              </a:ext>
            </a:extLst>
          </p:cNvPr>
          <p:cNvSpPr>
            <a:spLocks noGrp="1"/>
          </p:cNvSpPr>
          <p:nvPr>
            <p:ph sz="quarter" idx="1"/>
          </p:nvPr>
        </p:nvSpPr>
        <p:spPr/>
        <p:txBody>
          <a:bodyPr/>
          <a:lstStyle/>
          <a:p>
            <a:endParaRPr lang="en-GB"/>
          </a:p>
        </p:txBody>
      </p:sp>
      <p:sp>
        <p:nvSpPr>
          <p:cNvPr id="4" name="Footer Placeholder 3">
            <a:extLst>
              <a:ext uri="{FF2B5EF4-FFF2-40B4-BE49-F238E27FC236}">
                <a16:creationId xmlns:a16="http://schemas.microsoft.com/office/drawing/2014/main" id="{124B321B-24EF-53E5-D845-EBAF87D395E0}"/>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79F8C4E0-5AF4-918A-BC0B-3CBF9670990C}"/>
              </a:ext>
            </a:extLst>
          </p:cNvPr>
          <p:cNvSpPr>
            <a:spLocks noGrp="1"/>
          </p:cNvSpPr>
          <p:nvPr>
            <p:ph type="sldNum" sz="quarter" idx="4"/>
          </p:nvPr>
        </p:nvSpPr>
        <p:spPr/>
        <p:txBody>
          <a:bodyPr/>
          <a:lstStyle/>
          <a:p>
            <a:fld id="{9FD7ECCF-50E7-4327-B945-FA93FF7B2BEF}" type="slidenum">
              <a:rPr lang="en-US" smtClean="0"/>
              <a:pPr/>
              <a:t>33</a:t>
            </a:fld>
            <a:r>
              <a:rPr lang="en-GB"/>
              <a:t>/40</a:t>
            </a:r>
            <a:endParaRPr lang="en-US" dirty="0"/>
          </a:p>
        </p:txBody>
      </p:sp>
      <p:pic>
        <p:nvPicPr>
          <p:cNvPr id="7" name="Picture 6" descr="spss">
            <a:extLst>
              <a:ext uri="{FF2B5EF4-FFF2-40B4-BE49-F238E27FC236}">
                <a16:creationId xmlns:a16="http://schemas.microsoft.com/office/drawing/2014/main" id="{DBA7865C-8208-D90C-9E34-E054DCE077F6}"/>
              </a:ext>
            </a:extLst>
          </p:cNvPr>
          <p:cNvPicPr>
            <a:picLocks noChangeAspect="1"/>
          </p:cNvPicPr>
          <p:nvPr/>
        </p:nvPicPr>
        <p:blipFill>
          <a:blip r:embed="rId2"/>
          <a:stretch>
            <a:fillRect/>
          </a:stretch>
        </p:blipFill>
        <p:spPr>
          <a:xfrm>
            <a:off x="627123" y="1631482"/>
            <a:ext cx="3195664" cy="4495801"/>
          </a:xfrm>
          <a:prstGeom prst="rect">
            <a:avLst/>
          </a:prstGeom>
        </p:spPr>
      </p:pic>
      <p:pic>
        <p:nvPicPr>
          <p:cNvPr id="9" name="Picture 8" descr="spss">
            <a:extLst>
              <a:ext uri="{FF2B5EF4-FFF2-40B4-BE49-F238E27FC236}">
                <a16:creationId xmlns:a16="http://schemas.microsoft.com/office/drawing/2014/main" id="{3FB2FB71-4D54-35A5-F558-67C641668C10}"/>
              </a:ext>
            </a:extLst>
          </p:cNvPr>
          <p:cNvPicPr>
            <a:picLocks noChangeAspect="1"/>
          </p:cNvPicPr>
          <p:nvPr/>
        </p:nvPicPr>
        <p:blipFill>
          <a:blip r:embed="rId3"/>
          <a:stretch>
            <a:fillRect/>
          </a:stretch>
        </p:blipFill>
        <p:spPr>
          <a:xfrm>
            <a:off x="5265333" y="82390"/>
            <a:ext cx="2899683" cy="2979613"/>
          </a:xfrm>
          <a:prstGeom prst="rect">
            <a:avLst/>
          </a:prstGeom>
        </p:spPr>
      </p:pic>
      <p:pic>
        <p:nvPicPr>
          <p:cNvPr id="11" name="Picture 10" descr="spss">
            <a:extLst>
              <a:ext uri="{FF2B5EF4-FFF2-40B4-BE49-F238E27FC236}">
                <a16:creationId xmlns:a16="http://schemas.microsoft.com/office/drawing/2014/main" id="{E5B5794B-8B3C-5F5B-97B5-043E8EE228DC}"/>
              </a:ext>
            </a:extLst>
          </p:cNvPr>
          <p:cNvPicPr>
            <a:picLocks noChangeAspect="1"/>
          </p:cNvPicPr>
          <p:nvPr/>
        </p:nvPicPr>
        <p:blipFill>
          <a:blip r:embed="rId4"/>
          <a:stretch>
            <a:fillRect/>
          </a:stretch>
        </p:blipFill>
        <p:spPr>
          <a:xfrm>
            <a:off x="4628445" y="3249396"/>
            <a:ext cx="3888432" cy="3065267"/>
          </a:xfrm>
          <a:prstGeom prst="rect">
            <a:avLst/>
          </a:prstGeom>
        </p:spPr>
      </p:pic>
    </p:spTree>
    <p:extLst>
      <p:ext uri="{BB962C8B-B14F-4D97-AF65-F5344CB8AC3E}">
        <p14:creationId xmlns:p14="http://schemas.microsoft.com/office/powerpoint/2010/main" val="1222877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188D87-FE6E-715C-4166-EF6C365D7FA9}"/>
              </a:ext>
            </a:extLst>
          </p:cNvPr>
          <p:cNvSpPr>
            <a:spLocks noGrp="1"/>
          </p:cNvSpPr>
          <p:nvPr>
            <p:ph sz="quarter" idx="1"/>
          </p:nvPr>
        </p:nvSpPr>
        <p:spPr/>
        <p:txBody>
          <a:bodyPr/>
          <a:lstStyle/>
          <a:p>
            <a:endParaRPr lang="en-GB" dirty="0"/>
          </a:p>
        </p:txBody>
      </p:sp>
      <p:sp>
        <p:nvSpPr>
          <p:cNvPr id="4" name="Footer Placeholder 3">
            <a:extLst>
              <a:ext uri="{FF2B5EF4-FFF2-40B4-BE49-F238E27FC236}">
                <a16:creationId xmlns:a16="http://schemas.microsoft.com/office/drawing/2014/main" id="{9C4A0BCF-59B7-8236-060C-9A354F98670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38161E33-D6E7-8128-1C47-385527CCD930}"/>
              </a:ext>
            </a:extLst>
          </p:cNvPr>
          <p:cNvSpPr>
            <a:spLocks noGrp="1"/>
          </p:cNvSpPr>
          <p:nvPr>
            <p:ph type="sldNum" sz="quarter" idx="4"/>
          </p:nvPr>
        </p:nvSpPr>
        <p:spPr/>
        <p:txBody>
          <a:bodyPr/>
          <a:lstStyle/>
          <a:p>
            <a:fld id="{9FD7ECCF-50E7-4327-B945-FA93FF7B2BEF}" type="slidenum">
              <a:rPr lang="en-US" smtClean="0"/>
              <a:pPr/>
              <a:t>34</a:t>
            </a:fld>
            <a:r>
              <a:rPr lang="en-GB"/>
              <a:t>/40</a:t>
            </a:r>
            <a:endParaRPr lang="en-US" dirty="0"/>
          </a:p>
        </p:txBody>
      </p:sp>
      <p:pic>
        <p:nvPicPr>
          <p:cNvPr id="7" name="Picture 6" descr="spss results">
            <a:extLst>
              <a:ext uri="{FF2B5EF4-FFF2-40B4-BE49-F238E27FC236}">
                <a16:creationId xmlns:a16="http://schemas.microsoft.com/office/drawing/2014/main" id="{A22B9E9D-4BEC-57EE-A605-919C4F04346C}"/>
              </a:ext>
            </a:extLst>
          </p:cNvPr>
          <p:cNvPicPr>
            <a:picLocks noChangeAspect="1"/>
          </p:cNvPicPr>
          <p:nvPr/>
        </p:nvPicPr>
        <p:blipFill>
          <a:blip r:embed="rId2"/>
          <a:stretch>
            <a:fillRect/>
          </a:stretch>
        </p:blipFill>
        <p:spPr>
          <a:xfrm>
            <a:off x="3920661" y="92076"/>
            <a:ext cx="4933510" cy="6003924"/>
          </a:xfrm>
          <a:prstGeom prst="rect">
            <a:avLst/>
          </a:prstGeom>
        </p:spPr>
      </p:pic>
      <p:sp>
        <p:nvSpPr>
          <p:cNvPr id="9" name="Title 1">
            <a:extLst>
              <a:ext uri="{FF2B5EF4-FFF2-40B4-BE49-F238E27FC236}">
                <a16:creationId xmlns:a16="http://schemas.microsoft.com/office/drawing/2014/main" id="{68A6DA21-FFB4-97D5-1499-91A3B0D4859B}"/>
              </a:ext>
            </a:extLst>
          </p:cNvPr>
          <p:cNvSpPr>
            <a:spLocks noGrp="1"/>
          </p:cNvSpPr>
          <p:nvPr>
            <p:ph type="title"/>
          </p:nvPr>
        </p:nvSpPr>
        <p:spPr>
          <a:xfrm>
            <a:off x="179512" y="82390"/>
            <a:ext cx="3744416" cy="1136810"/>
          </a:xfrm>
        </p:spPr>
        <p:txBody>
          <a:bodyPr>
            <a:noAutofit/>
          </a:bodyPr>
          <a:lstStyle/>
          <a:p>
            <a:pPr>
              <a:lnSpc>
                <a:spcPts val="3000"/>
              </a:lnSpc>
            </a:pPr>
            <a:r>
              <a:rPr lang="en-GB" sz="3200" dirty="0"/>
              <a:t>Kruskal-Wallis One-Way Analysis of Variance by Ranks</a:t>
            </a:r>
          </a:p>
        </p:txBody>
      </p:sp>
      <p:sp>
        <p:nvSpPr>
          <p:cNvPr id="11" name="Rectangle 10">
            <a:extLst>
              <a:ext uri="{FF2B5EF4-FFF2-40B4-BE49-F238E27FC236}">
                <a16:creationId xmlns:a16="http://schemas.microsoft.com/office/drawing/2014/main" id="{FA30C235-0B03-26B3-942E-DB1EACE2AFA9}"/>
              </a:ext>
            </a:extLst>
          </p:cNvPr>
          <p:cNvSpPr/>
          <p:nvPr/>
        </p:nvSpPr>
        <p:spPr>
          <a:xfrm>
            <a:off x="5580112" y="2276872"/>
            <a:ext cx="576064" cy="504056"/>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7A6BA0BB-C27C-0D3D-45BF-FD3541D87580}"/>
              </a:ext>
            </a:extLst>
          </p:cNvPr>
          <p:cNvSpPr/>
          <p:nvPr/>
        </p:nvSpPr>
        <p:spPr>
          <a:xfrm>
            <a:off x="7089013" y="245746"/>
            <a:ext cx="1765158" cy="590965"/>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6C006257-5E8B-B147-C533-AD297E33E48B}"/>
              </a:ext>
            </a:extLst>
          </p:cNvPr>
          <p:cNvSpPr txBox="1"/>
          <p:nvPr/>
        </p:nvSpPr>
        <p:spPr>
          <a:xfrm>
            <a:off x="462720" y="2636912"/>
            <a:ext cx="3369818" cy="3370153"/>
          </a:xfrm>
          <a:prstGeom prst="rect">
            <a:avLst/>
          </a:prstGeom>
          <a:solidFill>
            <a:schemeClr val="accent1">
              <a:lumMod val="20000"/>
              <a:lumOff val="80000"/>
            </a:schemeClr>
          </a:solidFill>
        </p:spPr>
        <p:txBody>
          <a:bodyPr wrap="square" rtlCol="0">
            <a:spAutoFit/>
          </a:bodyPr>
          <a:lstStyle/>
          <a:p>
            <a:pPr>
              <a:spcBef>
                <a:spcPts val="600"/>
              </a:spcBef>
            </a:pPr>
            <a:r>
              <a:rPr lang="en-GB" sz="1800" b="0" i="0" dirty="0">
                <a:solidFill>
                  <a:srgbClr val="000000"/>
                </a:solidFill>
                <a:effectLst/>
                <a:latin typeface="+mn-lt"/>
              </a:rPr>
              <a:t>The result of the Kruskal-Wallis test is an H value. </a:t>
            </a:r>
          </a:p>
          <a:p>
            <a:pPr>
              <a:spcBef>
                <a:spcPts val="600"/>
              </a:spcBef>
            </a:pPr>
            <a:r>
              <a:rPr lang="en-GB" sz="1800" b="0" i="0" dirty="0">
                <a:solidFill>
                  <a:srgbClr val="000000"/>
                </a:solidFill>
                <a:effectLst/>
                <a:latin typeface="+mn-lt"/>
              </a:rPr>
              <a:t>In this example, H(2) = 11.897, p &lt; 0.05. </a:t>
            </a:r>
          </a:p>
          <a:p>
            <a:pPr>
              <a:spcBef>
                <a:spcPts val="600"/>
              </a:spcBef>
            </a:pPr>
            <a:r>
              <a:rPr lang="en-GB" sz="1800" b="0" i="0" dirty="0">
                <a:solidFill>
                  <a:srgbClr val="000000"/>
                </a:solidFill>
                <a:effectLst/>
                <a:latin typeface="+mn-lt"/>
              </a:rPr>
              <a:t>Therefore, the null hypothesis is rejected. </a:t>
            </a:r>
          </a:p>
          <a:p>
            <a:pPr>
              <a:spcBef>
                <a:spcPts val="600"/>
              </a:spcBef>
            </a:pPr>
            <a:r>
              <a:rPr lang="en-GB" sz="1800" b="0" i="0" dirty="0">
                <a:solidFill>
                  <a:srgbClr val="000000"/>
                </a:solidFill>
                <a:effectLst/>
                <a:latin typeface="+mn-lt"/>
              </a:rPr>
              <a:t>The result suggests that there is significant difference in the perceived level of frustration between the three authentication techniques.</a:t>
            </a:r>
            <a:endParaRPr lang="en-GB" sz="1800" dirty="0">
              <a:latin typeface="+mn-lt"/>
            </a:endParaRPr>
          </a:p>
        </p:txBody>
      </p:sp>
    </p:spTree>
    <p:extLst>
      <p:ext uri="{BB962C8B-B14F-4D97-AF65-F5344CB8AC3E}">
        <p14:creationId xmlns:p14="http://schemas.microsoft.com/office/powerpoint/2010/main" val="31101249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37EC4-54D4-A86B-3FF0-7390DF76BE59}"/>
              </a:ext>
            </a:extLst>
          </p:cNvPr>
          <p:cNvSpPr>
            <a:spLocks noGrp="1"/>
          </p:cNvSpPr>
          <p:nvPr>
            <p:ph type="title"/>
          </p:nvPr>
        </p:nvSpPr>
        <p:spPr>
          <a:xfrm>
            <a:off x="612648" y="116632"/>
            <a:ext cx="8153400" cy="990600"/>
          </a:xfrm>
        </p:spPr>
        <p:txBody>
          <a:bodyPr>
            <a:normAutofit fontScale="90000"/>
          </a:bodyPr>
          <a:lstStyle/>
          <a:p>
            <a:pPr>
              <a:lnSpc>
                <a:spcPts val="3500"/>
              </a:lnSpc>
            </a:pPr>
            <a:r>
              <a:rPr lang="en-GB" dirty="0"/>
              <a:t>Friedman's Two-Way Analysis of Variance Test</a:t>
            </a:r>
          </a:p>
        </p:txBody>
      </p:sp>
      <p:sp>
        <p:nvSpPr>
          <p:cNvPr id="3" name="Content Placeholder 2">
            <a:extLst>
              <a:ext uri="{FF2B5EF4-FFF2-40B4-BE49-F238E27FC236}">
                <a16:creationId xmlns:a16="http://schemas.microsoft.com/office/drawing/2014/main" id="{18D4103B-ED6A-06E5-288D-73A557DEA9DF}"/>
              </a:ext>
            </a:extLst>
          </p:cNvPr>
          <p:cNvSpPr>
            <a:spLocks noGrp="1"/>
          </p:cNvSpPr>
          <p:nvPr>
            <p:ph sz="quarter" idx="1"/>
          </p:nvPr>
        </p:nvSpPr>
        <p:spPr>
          <a:xfrm>
            <a:off x="612648" y="1600200"/>
            <a:ext cx="4463408" cy="4495800"/>
          </a:xfrm>
        </p:spPr>
        <p:txBody>
          <a:bodyPr>
            <a:normAutofit fontScale="85000" lnSpcReduction="10000"/>
          </a:bodyPr>
          <a:lstStyle/>
          <a:p>
            <a:r>
              <a:rPr lang="en-GB" sz="2800" b="0" i="0" dirty="0">
                <a:solidFill>
                  <a:srgbClr val="3D3B49"/>
                </a:solidFill>
                <a:effectLst/>
              </a:rPr>
              <a:t>Similarly, if you would like to evaluate the three authentication techniques when being used by people with Down syndrome, you may choose to adopt a </a:t>
            </a:r>
            <a:r>
              <a:rPr lang="en-GB" sz="2800" b="1" i="0" dirty="0">
                <a:solidFill>
                  <a:srgbClr val="3D3B49"/>
                </a:solidFill>
                <a:effectLst/>
              </a:rPr>
              <a:t>within-group design </a:t>
            </a:r>
            <a:r>
              <a:rPr lang="en-GB" sz="2800" b="0" i="0" dirty="0">
                <a:solidFill>
                  <a:srgbClr val="3D3B49"/>
                </a:solidFill>
                <a:effectLst/>
              </a:rPr>
              <a:t>that requires </a:t>
            </a:r>
            <a:r>
              <a:rPr lang="en-GB" sz="2800" b="1" i="0" dirty="0">
                <a:solidFill>
                  <a:srgbClr val="3D3B49"/>
                </a:solidFill>
                <a:effectLst/>
              </a:rPr>
              <a:t>each participant to complete the tasks using all three authentication methods</a:t>
            </a:r>
            <a:r>
              <a:rPr lang="en-GB" sz="2800" b="0" i="0" dirty="0">
                <a:solidFill>
                  <a:srgbClr val="3D3B49"/>
                </a:solidFill>
                <a:effectLst/>
              </a:rPr>
              <a:t>. In this case, the data can be </a:t>
            </a:r>
            <a:r>
              <a:rPr lang="en-GB" sz="2800" b="0" i="0" dirty="0" err="1">
                <a:solidFill>
                  <a:srgbClr val="3D3B49"/>
                </a:solidFill>
                <a:effectLst/>
              </a:rPr>
              <a:t>analyzed</a:t>
            </a:r>
            <a:r>
              <a:rPr lang="en-GB" sz="2800" b="0" i="0" dirty="0">
                <a:solidFill>
                  <a:srgbClr val="3D3B49"/>
                </a:solidFill>
                <a:effectLst/>
              </a:rPr>
              <a:t> through the </a:t>
            </a:r>
            <a:r>
              <a:rPr lang="en-GB" sz="2800" b="1" i="0" dirty="0">
                <a:solidFill>
                  <a:srgbClr val="3D3B49"/>
                </a:solidFill>
                <a:effectLst/>
              </a:rPr>
              <a:t>Friedman's two-way ANOVA test</a:t>
            </a:r>
            <a:r>
              <a:rPr lang="en-GB" sz="2800" b="0" i="0" dirty="0">
                <a:solidFill>
                  <a:srgbClr val="3D3B49"/>
                </a:solidFill>
                <a:effectLst/>
              </a:rPr>
              <a:t>.</a:t>
            </a:r>
            <a:endParaRPr lang="en-GB" sz="2800" dirty="0"/>
          </a:p>
        </p:txBody>
      </p:sp>
      <p:sp>
        <p:nvSpPr>
          <p:cNvPr id="4" name="Footer Placeholder 3">
            <a:extLst>
              <a:ext uri="{FF2B5EF4-FFF2-40B4-BE49-F238E27FC236}">
                <a16:creationId xmlns:a16="http://schemas.microsoft.com/office/drawing/2014/main" id="{235CAB16-1A3C-BB3A-13E9-13409A056ABB}"/>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1AA3AFEE-AA07-968D-7309-2B681C4F5FDC}"/>
              </a:ext>
            </a:extLst>
          </p:cNvPr>
          <p:cNvSpPr>
            <a:spLocks noGrp="1"/>
          </p:cNvSpPr>
          <p:nvPr>
            <p:ph type="sldNum" sz="quarter" idx="4"/>
          </p:nvPr>
        </p:nvSpPr>
        <p:spPr/>
        <p:txBody>
          <a:bodyPr/>
          <a:lstStyle/>
          <a:p>
            <a:fld id="{9FD7ECCF-50E7-4327-B945-FA93FF7B2BEF}" type="slidenum">
              <a:rPr lang="en-US" smtClean="0"/>
              <a:pPr/>
              <a:t>35</a:t>
            </a:fld>
            <a:r>
              <a:rPr lang="en-GB"/>
              <a:t>/40</a:t>
            </a:r>
            <a:endParaRPr lang="en-US" dirty="0"/>
          </a:p>
        </p:txBody>
      </p:sp>
      <p:pic>
        <p:nvPicPr>
          <p:cNvPr id="7" name="Picture 6" descr="within-group design that requires each participant to complete the tasks using all three authentication methods">
            <a:extLst>
              <a:ext uri="{FF2B5EF4-FFF2-40B4-BE49-F238E27FC236}">
                <a16:creationId xmlns:a16="http://schemas.microsoft.com/office/drawing/2014/main" id="{C2521D5C-34DA-7C2D-C00D-F4405B6446C9}"/>
              </a:ext>
            </a:extLst>
          </p:cNvPr>
          <p:cNvPicPr>
            <a:picLocks noChangeAspect="1"/>
          </p:cNvPicPr>
          <p:nvPr/>
        </p:nvPicPr>
        <p:blipFill>
          <a:blip r:embed="rId2"/>
          <a:stretch>
            <a:fillRect/>
          </a:stretch>
        </p:blipFill>
        <p:spPr>
          <a:xfrm>
            <a:off x="5292080" y="2559176"/>
            <a:ext cx="3744416" cy="1399752"/>
          </a:xfrm>
          <a:prstGeom prst="rect">
            <a:avLst/>
          </a:prstGeom>
        </p:spPr>
      </p:pic>
    </p:spTree>
    <p:extLst>
      <p:ext uri="{BB962C8B-B14F-4D97-AF65-F5344CB8AC3E}">
        <p14:creationId xmlns:p14="http://schemas.microsoft.com/office/powerpoint/2010/main" val="39002530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4E897-D368-BEF9-17EB-3F1DFF6ECEAC}"/>
              </a:ext>
            </a:extLst>
          </p:cNvPr>
          <p:cNvSpPr>
            <a:spLocks noGrp="1"/>
          </p:cNvSpPr>
          <p:nvPr>
            <p:ph type="title"/>
          </p:nvPr>
        </p:nvSpPr>
        <p:spPr>
          <a:xfrm>
            <a:off x="609600" y="114494"/>
            <a:ext cx="8153400" cy="990600"/>
          </a:xfrm>
        </p:spPr>
        <p:txBody>
          <a:bodyPr>
            <a:normAutofit fontScale="90000"/>
          </a:bodyPr>
          <a:lstStyle/>
          <a:p>
            <a:pPr>
              <a:lnSpc>
                <a:spcPts val="3500"/>
              </a:lnSpc>
            </a:pPr>
            <a:r>
              <a:rPr lang="en-GB" dirty="0"/>
              <a:t>Friedman's Two-Way Analysis of Variance Test</a:t>
            </a:r>
          </a:p>
        </p:txBody>
      </p:sp>
      <p:graphicFrame>
        <p:nvGraphicFramePr>
          <p:cNvPr id="6" name="Content Placeholder 5">
            <a:extLst>
              <a:ext uri="{FF2B5EF4-FFF2-40B4-BE49-F238E27FC236}">
                <a16:creationId xmlns:a16="http://schemas.microsoft.com/office/drawing/2014/main" id="{07465FC6-1E6C-07CC-1A70-D698299D865D}"/>
              </a:ext>
            </a:extLst>
          </p:cNvPr>
          <p:cNvGraphicFramePr>
            <a:graphicFrameLocks noGrp="1"/>
          </p:cNvGraphicFramePr>
          <p:nvPr>
            <p:ph sz="quarter" idx="1"/>
            <p:extLst>
              <p:ext uri="{D42A27DB-BD31-4B8C-83A1-F6EECF244321}">
                <p14:modId xmlns:p14="http://schemas.microsoft.com/office/powerpoint/2010/main" val="3255906290"/>
              </p:ext>
            </p:extLst>
          </p:nvPr>
        </p:nvGraphicFramePr>
        <p:xfrm>
          <a:off x="1907704" y="1978632"/>
          <a:ext cx="4796352" cy="2900736"/>
        </p:xfrm>
        <a:graphic>
          <a:graphicData uri="http://schemas.openxmlformats.org/drawingml/2006/table">
            <a:tbl>
              <a:tblPr/>
              <a:tblGrid>
                <a:gridCol w="1339970">
                  <a:extLst>
                    <a:ext uri="{9D8B030D-6E8A-4147-A177-3AD203B41FA5}">
                      <a16:colId xmlns:a16="http://schemas.microsoft.com/office/drawing/2014/main" val="3909099575"/>
                    </a:ext>
                  </a:extLst>
                </a:gridCol>
                <a:gridCol w="1152128">
                  <a:extLst>
                    <a:ext uri="{9D8B030D-6E8A-4147-A177-3AD203B41FA5}">
                      <a16:colId xmlns:a16="http://schemas.microsoft.com/office/drawing/2014/main" val="3853313097"/>
                    </a:ext>
                  </a:extLst>
                </a:gridCol>
                <a:gridCol w="1105166">
                  <a:extLst>
                    <a:ext uri="{9D8B030D-6E8A-4147-A177-3AD203B41FA5}">
                      <a16:colId xmlns:a16="http://schemas.microsoft.com/office/drawing/2014/main" val="28647504"/>
                    </a:ext>
                  </a:extLst>
                </a:gridCol>
                <a:gridCol w="1199088">
                  <a:extLst>
                    <a:ext uri="{9D8B030D-6E8A-4147-A177-3AD203B41FA5}">
                      <a16:colId xmlns:a16="http://schemas.microsoft.com/office/drawing/2014/main" val="3096699053"/>
                    </a:ext>
                  </a:extLst>
                </a:gridCol>
              </a:tblGrid>
              <a:tr h="241728">
                <a:tc gridSpan="4">
                  <a:txBody>
                    <a:bodyPr/>
                    <a:lstStyle/>
                    <a:p>
                      <a:r>
                        <a:rPr lang="en-GB" sz="1100">
                          <a:latin typeface="+mn-lt"/>
                        </a:rPr>
                        <a:t>Sample Data for Friedman's Two-Way Analysis of Variance Test</a:t>
                      </a:r>
                    </a:p>
                  </a:txBody>
                  <a:tcPr marL="53521" marR="53521" marT="26761" marB="26761">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249411769"/>
                  </a:ext>
                </a:extLst>
              </a:tr>
              <a:tr h="241728">
                <a:tc>
                  <a:txBody>
                    <a:bodyPr/>
                    <a:lstStyle/>
                    <a:p>
                      <a:pPr algn="l" fontAlgn="ctr"/>
                      <a:r>
                        <a:rPr lang="en-GB" sz="1100" b="1" i="0">
                          <a:effectLst/>
                          <a:latin typeface="+mn-lt"/>
                        </a:rPr>
                        <a:t>Participants</a:t>
                      </a:r>
                    </a:p>
                  </a:txBody>
                  <a:tcPr marL="53521" marR="53521" marT="26761" marB="26761" anchor="ctr">
                    <a:lnL>
                      <a:noFill/>
                    </a:lnL>
                    <a:lnR>
                      <a:noFill/>
                    </a:lnR>
                    <a:lnB>
                      <a:noFill/>
                    </a:lnB>
                    <a:solidFill>
                      <a:srgbClr val="FFFFFF"/>
                    </a:solidFill>
                  </a:tcPr>
                </a:tc>
                <a:tc>
                  <a:txBody>
                    <a:bodyPr/>
                    <a:lstStyle/>
                    <a:p>
                      <a:pPr algn="l" fontAlgn="ctr"/>
                      <a:r>
                        <a:rPr lang="en-GB" sz="1100" b="1" i="0">
                          <a:effectLst/>
                          <a:latin typeface="+mn-lt"/>
                        </a:rPr>
                        <a:t>Alphanumeric</a:t>
                      </a:r>
                    </a:p>
                  </a:txBody>
                  <a:tcPr marL="53521" marR="53521" marT="26761" marB="26761" anchor="ctr">
                    <a:lnL>
                      <a:noFill/>
                    </a:lnL>
                    <a:lnR>
                      <a:noFill/>
                    </a:lnR>
                    <a:lnT>
                      <a:noFill/>
                    </a:lnT>
                    <a:lnB>
                      <a:noFill/>
                    </a:lnB>
                    <a:solidFill>
                      <a:srgbClr val="FFFFFF"/>
                    </a:solidFill>
                  </a:tcPr>
                </a:tc>
                <a:tc>
                  <a:txBody>
                    <a:bodyPr/>
                    <a:lstStyle/>
                    <a:p>
                      <a:pPr algn="l" fontAlgn="ctr"/>
                      <a:r>
                        <a:rPr lang="en-GB" sz="1100" b="1" i="0">
                          <a:effectLst/>
                          <a:latin typeface="+mn-lt"/>
                        </a:rPr>
                        <a:t>Image-Based</a:t>
                      </a:r>
                    </a:p>
                  </a:txBody>
                  <a:tcPr marL="53521" marR="53521" marT="26761" marB="26761" anchor="ctr">
                    <a:lnL>
                      <a:noFill/>
                    </a:lnL>
                    <a:lnR>
                      <a:noFill/>
                    </a:lnR>
                    <a:lnT>
                      <a:noFill/>
                    </a:lnT>
                    <a:lnB>
                      <a:noFill/>
                    </a:lnB>
                    <a:solidFill>
                      <a:srgbClr val="FFFFFF"/>
                    </a:solidFill>
                  </a:tcPr>
                </a:tc>
                <a:tc>
                  <a:txBody>
                    <a:bodyPr/>
                    <a:lstStyle/>
                    <a:p>
                      <a:pPr algn="l" fontAlgn="ctr"/>
                      <a:r>
                        <a:rPr lang="en-GB" sz="1100" b="1" i="0">
                          <a:effectLst/>
                          <a:latin typeface="+mn-lt"/>
                        </a:rPr>
                        <a:t>Drawing-Based</a:t>
                      </a:r>
                    </a:p>
                  </a:txBody>
                  <a:tcPr marL="53521" marR="53521" marT="26761" marB="26761" anchor="ctr">
                    <a:lnL>
                      <a:noFill/>
                    </a:lnL>
                    <a:lnR>
                      <a:noFill/>
                    </a:lnR>
                    <a:lnT>
                      <a:noFill/>
                    </a:lnT>
                    <a:lnB>
                      <a:noFill/>
                    </a:lnB>
                    <a:solidFill>
                      <a:srgbClr val="FFFFFF"/>
                    </a:solidFill>
                  </a:tcPr>
                </a:tc>
                <a:extLst>
                  <a:ext uri="{0D108BD9-81ED-4DB2-BD59-A6C34878D82A}">
                    <a16:rowId xmlns:a16="http://schemas.microsoft.com/office/drawing/2014/main" val="2336482811"/>
                  </a:ext>
                </a:extLst>
              </a:tr>
              <a:tr h="241728">
                <a:tc>
                  <a:txBody>
                    <a:bodyPr/>
                    <a:lstStyle/>
                    <a:p>
                      <a:pPr algn="l" fontAlgn="t"/>
                      <a:r>
                        <a:rPr lang="en-GB" sz="1100" b="0">
                          <a:effectLst/>
                          <a:latin typeface="+mn-lt"/>
                        </a:rPr>
                        <a:t>Participant 1</a:t>
                      </a:r>
                    </a:p>
                  </a:txBody>
                  <a:tcPr marL="53521" marR="53521" marT="26761" marB="26761">
                    <a:lnL>
                      <a:noFill/>
                    </a:lnL>
                    <a:lnR>
                      <a:noFill/>
                    </a:lnR>
                    <a:lnT>
                      <a:noFill/>
                    </a:lnT>
                    <a:lnB>
                      <a:noFill/>
                    </a:lnB>
                    <a:solidFill>
                      <a:srgbClr val="FFFFFF"/>
                    </a:solidFill>
                  </a:tcPr>
                </a:tc>
                <a:tc>
                  <a:txBody>
                    <a:bodyPr/>
                    <a:lstStyle/>
                    <a:p>
                      <a:pPr algn="l" fontAlgn="t"/>
                      <a:r>
                        <a:rPr lang="en-GB" sz="1100" b="0">
                          <a:effectLst/>
                          <a:latin typeface="+mn-lt"/>
                        </a:rPr>
                        <a:t>2</a:t>
                      </a:r>
                    </a:p>
                  </a:txBody>
                  <a:tcPr marL="53521" marR="53521" marT="26761" marB="26761">
                    <a:lnL>
                      <a:noFill/>
                    </a:lnL>
                    <a:lnR>
                      <a:noFill/>
                    </a:lnR>
                    <a:lnT>
                      <a:noFill/>
                    </a:lnT>
                    <a:lnB>
                      <a:noFill/>
                    </a:lnB>
                    <a:solidFill>
                      <a:srgbClr val="FFFFFF"/>
                    </a:solidFill>
                  </a:tcPr>
                </a:tc>
                <a:tc>
                  <a:txBody>
                    <a:bodyPr/>
                    <a:lstStyle/>
                    <a:p>
                      <a:pPr algn="l" fontAlgn="t"/>
                      <a:r>
                        <a:rPr lang="en-GB" sz="1100" b="0" dirty="0">
                          <a:effectLst/>
                          <a:latin typeface="+mn-lt"/>
                        </a:rPr>
                        <a:t>4</a:t>
                      </a:r>
                    </a:p>
                  </a:txBody>
                  <a:tcPr marL="53521" marR="53521" marT="26761" marB="26761">
                    <a:lnL>
                      <a:noFill/>
                    </a:lnL>
                    <a:lnR>
                      <a:noFill/>
                    </a:lnR>
                    <a:lnT>
                      <a:noFill/>
                    </a:lnT>
                    <a:lnB>
                      <a:noFill/>
                    </a:lnB>
                    <a:solidFill>
                      <a:srgbClr val="FFFFFF"/>
                    </a:solidFill>
                  </a:tcPr>
                </a:tc>
                <a:tc>
                  <a:txBody>
                    <a:bodyPr/>
                    <a:lstStyle/>
                    <a:p>
                      <a:pPr algn="l" fontAlgn="t"/>
                      <a:r>
                        <a:rPr lang="en-GB" sz="1100" b="0">
                          <a:effectLst/>
                          <a:latin typeface="+mn-lt"/>
                        </a:rPr>
                        <a:t>6</a:t>
                      </a:r>
                    </a:p>
                  </a:txBody>
                  <a:tcPr marL="53521" marR="53521" marT="26761" marB="26761">
                    <a:lnL>
                      <a:noFill/>
                    </a:lnL>
                    <a:lnR>
                      <a:noFill/>
                    </a:lnR>
                    <a:lnT>
                      <a:noFill/>
                    </a:lnT>
                    <a:lnB>
                      <a:noFill/>
                    </a:lnB>
                    <a:solidFill>
                      <a:srgbClr val="FFFFFF"/>
                    </a:solidFill>
                  </a:tcPr>
                </a:tc>
                <a:extLst>
                  <a:ext uri="{0D108BD9-81ED-4DB2-BD59-A6C34878D82A}">
                    <a16:rowId xmlns:a16="http://schemas.microsoft.com/office/drawing/2014/main" val="3189424480"/>
                  </a:ext>
                </a:extLst>
              </a:tr>
              <a:tr h="241728">
                <a:tc>
                  <a:txBody>
                    <a:bodyPr/>
                    <a:lstStyle/>
                    <a:p>
                      <a:pPr algn="l" fontAlgn="t"/>
                      <a:r>
                        <a:rPr lang="en-GB" sz="1100" b="0">
                          <a:effectLst/>
                          <a:latin typeface="+mn-lt"/>
                        </a:rPr>
                        <a:t>Participant 2</a:t>
                      </a:r>
                    </a:p>
                  </a:txBody>
                  <a:tcPr marL="53521" marR="53521" marT="26761" marB="26761">
                    <a:lnL>
                      <a:noFill/>
                    </a:lnL>
                    <a:lnR>
                      <a:noFill/>
                    </a:lnR>
                    <a:lnT>
                      <a:noFill/>
                    </a:lnT>
                    <a:lnB>
                      <a:noFill/>
                    </a:lnB>
                    <a:solidFill>
                      <a:srgbClr val="EEF2F6"/>
                    </a:solidFill>
                  </a:tcPr>
                </a:tc>
                <a:tc>
                  <a:txBody>
                    <a:bodyPr/>
                    <a:lstStyle/>
                    <a:p>
                      <a:pPr algn="l" fontAlgn="t"/>
                      <a:r>
                        <a:rPr lang="en-GB" sz="1100" b="0">
                          <a:effectLst/>
                          <a:latin typeface="+mn-lt"/>
                        </a:rPr>
                        <a:t>4</a:t>
                      </a:r>
                    </a:p>
                  </a:txBody>
                  <a:tcPr marL="53521" marR="53521" marT="26761" marB="26761">
                    <a:lnL>
                      <a:noFill/>
                    </a:lnL>
                    <a:lnR>
                      <a:noFill/>
                    </a:lnR>
                    <a:lnT>
                      <a:noFill/>
                    </a:lnT>
                    <a:lnB>
                      <a:noFill/>
                    </a:lnB>
                    <a:solidFill>
                      <a:srgbClr val="EEF2F6"/>
                    </a:solidFill>
                  </a:tcPr>
                </a:tc>
                <a:tc>
                  <a:txBody>
                    <a:bodyPr/>
                    <a:lstStyle/>
                    <a:p>
                      <a:pPr algn="l" fontAlgn="t"/>
                      <a:r>
                        <a:rPr lang="en-GB" sz="1100" b="0">
                          <a:effectLst/>
                          <a:latin typeface="+mn-lt"/>
                        </a:rPr>
                        <a:t>5</a:t>
                      </a:r>
                    </a:p>
                  </a:txBody>
                  <a:tcPr marL="53521" marR="53521" marT="26761" marB="26761">
                    <a:lnL>
                      <a:noFill/>
                    </a:lnL>
                    <a:lnR>
                      <a:noFill/>
                    </a:lnR>
                    <a:lnT>
                      <a:noFill/>
                    </a:lnT>
                    <a:lnB>
                      <a:noFill/>
                    </a:lnB>
                    <a:solidFill>
                      <a:srgbClr val="EEF2F6"/>
                    </a:solidFill>
                  </a:tcPr>
                </a:tc>
                <a:tc>
                  <a:txBody>
                    <a:bodyPr/>
                    <a:lstStyle/>
                    <a:p>
                      <a:pPr algn="l" fontAlgn="t"/>
                      <a:r>
                        <a:rPr lang="en-GB" sz="1100" b="0">
                          <a:effectLst/>
                          <a:latin typeface="+mn-lt"/>
                        </a:rPr>
                        <a:t>6</a:t>
                      </a:r>
                    </a:p>
                  </a:txBody>
                  <a:tcPr marL="53521" marR="53521" marT="26761" marB="26761">
                    <a:lnL>
                      <a:noFill/>
                    </a:lnL>
                    <a:lnR>
                      <a:noFill/>
                    </a:lnR>
                    <a:lnT>
                      <a:noFill/>
                    </a:lnT>
                    <a:lnB>
                      <a:noFill/>
                    </a:lnB>
                    <a:solidFill>
                      <a:srgbClr val="EEF2F6"/>
                    </a:solidFill>
                  </a:tcPr>
                </a:tc>
                <a:extLst>
                  <a:ext uri="{0D108BD9-81ED-4DB2-BD59-A6C34878D82A}">
                    <a16:rowId xmlns:a16="http://schemas.microsoft.com/office/drawing/2014/main" val="1066405976"/>
                  </a:ext>
                </a:extLst>
              </a:tr>
              <a:tr h="241728">
                <a:tc>
                  <a:txBody>
                    <a:bodyPr/>
                    <a:lstStyle/>
                    <a:p>
                      <a:pPr algn="l" fontAlgn="t"/>
                      <a:r>
                        <a:rPr lang="en-GB" sz="1100" b="0">
                          <a:effectLst/>
                          <a:latin typeface="+mn-lt"/>
                        </a:rPr>
                        <a:t>Participant 3</a:t>
                      </a:r>
                    </a:p>
                  </a:txBody>
                  <a:tcPr marL="53521" marR="53521" marT="26761" marB="26761">
                    <a:lnL>
                      <a:noFill/>
                    </a:lnL>
                    <a:lnR>
                      <a:noFill/>
                    </a:lnR>
                    <a:lnT>
                      <a:noFill/>
                    </a:lnT>
                    <a:lnB>
                      <a:noFill/>
                    </a:lnB>
                    <a:solidFill>
                      <a:srgbClr val="FFFFFF"/>
                    </a:solidFill>
                  </a:tcPr>
                </a:tc>
                <a:tc>
                  <a:txBody>
                    <a:bodyPr/>
                    <a:lstStyle/>
                    <a:p>
                      <a:pPr algn="l" fontAlgn="t"/>
                      <a:r>
                        <a:rPr lang="en-GB" sz="1100" b="0">
                          <a:effectLst/>
                          <a:latin typeface="+mn-lt"/>
                        </a:rPr>
                        <a:t>3</a:t>
                      </a:r>
                    </a:p>
                  </a:txBody>
                  <a:tcPr marL="53521" marR="53521" marT="26761" marB="26761">
                    <a:lnL>
                      <a:noFill/>
                    </a:lnL>
                    <a:lnR>
                      <a:noFill/>
                    </a:lnR>
                    <a:lnT>
                      <a:noFill/>
                    </a:lnT>
                    <a:lnB>
                      <a:noFill/>
                    </a:lnB>
                    <a:solidFill>
                      <a:srgbClr val="FFFFFF"/>
                    </a:solidFill>
                  </a:tcPr>
                </a:tc>
                <a:tc>
                  <a:txBody>
                    <a:bodyPr/>
                    <a:lstStyle/>
                    <a:p>
                      <a:pPr algn="l" fontAlgn="t"/>
                      <a:r>
                        <a:rPr lang="en-GB" sz="1100" b="0" dirty="0">
                          <a:effectLst/>
                          <a:latin typeface="+mn-lt"/>
                        </a:rPr>
                        <a:t>3</a:t>
                      </a:r>
                    </a:p>
                  </a:txBody>
                  <a:tcPr marL="53521" marR="53521" marT="26761" marB="26761">
                    <a:lnL>
                      <a:noFill/>
                    </a:lnL>
                    <a:lnR>
                      <a:noFill/>
                    </a:lnR>
                    <a:lnT>
                      <a:noFill/>
                    </a:lnT>
                    <a:lnB>
                      <a:noFill/>
                    </a:lnB>
                    <a:solidFill>
                      <a:srgbClr val="FFFFFF"/>
                    </a:solidFill>
                  </a:tcPr>
                </a:tc>
                <a:tc>
                  <a:txBody>
                    <a:bodyPr/>
                    <a:lstStyle/>
                    <a:p>
                      <a:pPr algn="l" fontAlgn="t"/>
                      <a:r>
                        <a:rPr lang="en-GB" sz="1100" b="0">
                          <a:effectLst/>
                          <a:latin typeface="+mn-lt"/>
                        </a:rPr>
                        <a:t>5</a:t>
                      </a:r>
                    </a:p>
                  </a:txBody>
                  <a:tcPr marL="53521" marR="53521" marT="26761" marB="26761">
                    <a:lnL>
                      <a:noFill/>
                    </a:lnL>
                    <a:lnR>
                      <a:noFill/>
                    </a:lnR>
                    <a:lnT>
                      <a:noFill/>
                    </a:lnT>
                    <a:lnB>
                      <a:noFill/>
                    </a:lnB>
                    <a:solidFill>
                      <a:srgbClr val="FFFFFF"/>
                    </a:solidFill>
                  </a:tcPr>
                </a:tc>
                <a:extLst>
                  <a:ext uri="{0D108BD9-81ED-4DB2-BD59-A6C34878D82A}">
                    <a16:rowId xmlns:a16="http://schemas.microsoft.com/office/drawing/2014/main" val="2421188415"/>
                  </a:ext>
                </a:extLst>
              </a:tr>
              <a:tr h="241728">
                <a:tc>
                  <a:txBody>
                    <a:bodyPr/>
                    <a:lstStyle/>
                    <a:p>
                      <a:pPr algn="l" fontAlgn="t"/>
                      <a:r>
                        <a:rPr lang="en-GB" sz="1100" b="0">
                          <a:effectLst/>
                          <a:latin typeface="+mn-lt"/>
                        </a:rPr>
                        <a:t>Participant 4</a:t>
                      </a:r>
                    </a:p>
                  </a:txBody>
                  <a:tcPr marL="53521" marR="53521" marT="26761" marB="26761">
                    <a:lnL>
                      <a:noFill/>
                    </a:lnL>
                    <a:lnR>
                      <a:noFill/>
                    </a:lnR>
                    <a:lnT>
                      <a:noFill/>
                    </a:lnT>
                    <a:lnB>
                      <a:noFill/>
                    </a:lnB>
                    <a:solidFill>
                      <a:srgbClr val="EEF2F6"/>
                    </a:solidFill>
                  </a:tcPr>
                </a:tc>
                <a:tc>
                  <a:txBody>
                    <a:bodyPr/>
                    <a:lstStyle/>
                    <a:p>
                      <a:pPr algn="l" fontAlgn="t"/>
                      <a:r>
                        <a:rPr lang="en-GB" sz="1100" b="0">
                          <a:effectLst/>
                          <a:latin typeface="+mn-lt"/>
                        </a:rPr>
                        <a:t>5</a:t>
                      </a:r>
                    </a:p>
                  </a:txBody>
                  <a:tcPr marL="53521" marR="53521" marT="26761" marB="26761">
                    <a:lnL>
                      <a:noFill/>
                    </a:lnL>
                    <a:lnR>
                      <a:noFill/>
                    </a:lnR>
                    <a:lnT>
                      <a:noFill/>
                    </a:lnT>
                    <a:lnB>
                      <a:noFill/>
                    </a:lnB>
                    <a:solidFill>
                      <a:srgbClr val="EEF2F6"/>
                    </a:solidFill>
                  </a:tcPr>
                </a:tc>
                <a:tc>
                  <a:txBody>
                    <a:bodyPr/>
                    <a:lstStyle/>
                    <a:p>
                      <a:pPr algn="l" fontAlgn="t"/>
                      <a:r>
                        <a:rPr lang="en-GB" sz="1100" b="0">
                          <a:effectLst/>
                          <a:latin typeface="+mn-lt"/>
                        </a:rPr>
                        <a:t>5</a:t>
                      </a:r>
                    </a:p>
                  </a:txBody>
                  <a:tcPr marL="53521" marR="53521" marT="26761" marB="26761">
                    <a:lnL>
                      <a:noFill/>
                    </a:lnL>
                    <a:lnR>
                      <a:noFill/>
                    </a:lnR>
                    <a:lnT>
                      <a:noFill/>
                    </a:lnT>
                    <a:lnB>
                      <a:noFill/>
                    </a:lnB>
                    <a:solidFill>
                      <a:srgbClr val="EEF2F6"/>
                    </a:solidFill>
                  </a:tcPr>
                </a:tc>
                <a:tc>
                  <a:txBody>
                    <a:bodyPr/>
                    <a:lstStyle/>
                    <a:p>
                      <a:pPr algn="l" fontAlgn="t"/>
                      <a:r>
                        <a:rPr lang="en-GB" sz="1100" b="0">
                          <a:effectLst/>
                          <a:latin typeface="+mn-lt"/>
                        </a:rPr>
                        <a:t>3</a:t>
                      </a:r>
                    </a:p>
                  </a:txBody>
                  <a:tcPr marL="53521" marR="53521" marT="26761" marB="26761">
                    <a:lnL>
                      <a:noFill/>
                    </a:lnL>
                    <a:lnR>
                      <a:noFill/>
                    </a:lnR>
                    <a:lnT>
                      <a:noFill/>
                    </a:lnT>
                    <a:lnB>
                      <a:noFill/>
                    </a:lnB>
                    <a:solidFill>
                      <a:srgbClr val="EEF2F6"/>
                    </a:solidFill>
                  </a:tcPr>
                </a:tc>
                <a:extLst>
                  <a:ext uri="{0D108BD9-81ED-4DB2-BD59-A6C34878D82A}">
                    <a16:rowId xmlns:a16="http://schemas.microsoft.com/office/drawing/2014/main" val="228373639"/>
                  </a:ext>
                </a:extLst>
              </a:tr>
              <a:tr h="241728">
                <a:tc>
                  <a:txBody>
                    <a:bodyPr/>
                    <a:lstStyle/>
                    <a:p>
                      <a:pPr algn="l" fontAlgn="t"/>
                      <a:r>
                        <a:rPr lang="en-GB" sz="1100" b="0">
                          <a:effectLst/>
                          <a:latin typeface="+mn-lt"/>
                        </a:rPr>
                        <a:t>Participant 5</a:t>
                      </a:r>
                    </a:p>
                  </a:txBody>
                  <a:tcPr marL="53521" marR="53521" marT="26761" marB="26761">
                    <a:lnL>
                      <a:noFill/>
                    </a:lnL>
                    <a:lnR>
                      <a:noFill/>
                    </a:lnR>
                    <a:lnT>
                      <a:noFill/>
                    </a:lnT>
                    <a:lnB>
                      <a:noFill/>
                    </a:lnB>
                    <a:solidFill>
                      <a:srgbClr val="FFFFFF"/>
                    </a:solidFill>
                  </a:tcPr>
                </a:tc>
                <a:tc>
                  <a:txBody>
                    <a:bodyPr/>
                    <a:lstStyle/>
                    <a:p>
                      <a:pPr algn="l" fontAlgn="t"/>
                      <a:r>
                        <a:rPr lang="en-GB" sz="1100" b="0">
                          <a:effectLst/>
                          <a:latin typeface="+mn-lt"/>
                        </a:rPr>
                        <a:t>5</a:t>
                      </a:r>
                    </a:p>
                  </a:txBody>
                  <a:tcPr marL="53521" marR="53521" marT="26761" marB="26761">
                    <a:lnL>
                      <a:noFill/>
                    </a:lnL>
                    <a:lnR>
                      <a:noFill/>
                    </a:lnR>
                    <a:lnT>
                      <a:noFill/>
                    </a:lnT>
                    <a:lnB>
                      <a:noFill/>
                    </a:lnB>
                    <a:solidFill>
                      <a:srgbClr val="FFFFFF"/>
                    </a:solidFill>
                  </a:tcPr>
                </a:tc>
                <a:tc>
                  <a:txBody>
                    <a:bodyPr/>
                    <a:lstStyle/>
                    <a:p>
                      <a:pPr algn="l" fontAlgn="t"/>
                      <a:r>
                        <a:rPr lang="en-GB" sz="1100" b="0" dirty="0">
                          <a:effectLst/>
                          <a:latin typeface="+mn-lt"/>
                        </a:rPr>
                        <a:t>7</a:t>
                      </a:r>
                    </a:p>
                  </a:txBody>
                  <a:tcPr marL="53521" marR="53521" marT="26761" marB="26761">
                    <a:lnL>
                      <a:noFill/>
                    </a:lnL>
                    <a:lnR>
                      <a:noFill/>
                    </a:lnR>
                    <a:lnT>
                      <a:noFill/>
                    </a:lnT>
                    <a:lnB>
                      <a:noFill/>
                    </a:lnB>
                    <a:solidFill>
                      <a:srgbClr val="FFFFFF"/>
                    </a:solidFill>
                  </a:tcPr>
                </a:tc>
                <a:tc>
                  <a:txBody>
                    <a:bodyPr/>
                    <a:lstStyle/>
                    <a:p>
                      <a:pPr algn="l" fontAlgn="t"/>
                      <a:r>
                        <a:rPr lang="en-GB" sz="1100" b="0">
                          <a:effectLst/>
                          <a:latin typeface="+mn-lt"/>
                        </a:rPr>
                        <a:t>7</a:t>
                      </a:r>
                    </a:p>
                  </a:txBody>
                  <a:tcPr marL="53521" marR="53521" marT="26761" marB="26761">
                    <a:lnL>
                      <a:noFill/>
                    </a:lnL>
                    <a:lnR>
                      <a:noFill/>
                    </a:lnR>
                    <a:lnT>
                      <a:noFill/>
                    </a:lnT>
                    <a:lnB>
                      <a:noFill/>
                    </a:lnB>
                    <a:solidFill>
                      <a:srgbClr val="FFFFFF"/>
                    </a:solidFill>
                  </a:tcPr>
                </a:tc>
                <a:extLst>
                  <a:ext uri="{0D108BD9-81ED-4DB2-BD59-A6C34878D82A}">
                    <a16:rowId xmlns:a16="http://schemas.microsoft.com/office/drawing/2014/main" val="2600534499"/>
                  </a:ext>
                </a:extLst>
              </a:tr>
              <a:tr h="241728">
                <a:tc>
                  <a:txBody>
                    <a:bodyPr/>
                    <a:lstStyle/>
                    <a:p>
                      <a:pPr algn="l" fontAlgn="t"/>
                      <a:r>
                        <a:rPr lang="en-GB" sz="1100" b="0">
                          <a:effectLst/>
                          <a:latin typeface="+mn-lt"/>
                        </a:rPr>
                        <a:t>Participant 6</a:t>
                      </a:r>
                    </a:p>
                  </a:txBody>
                  <a:tcPr marL="53521" marR="53521" marT="26761" marB="26761">
                    <a:lnL>
                      <a:noFill/>
                    </a:lnL>
                    <a:lnR>
                      <a:noFill/>
                    </a:lnR>
                    <a:lnT>
                      <a:noFill/>
                    </a:lnT>
                    <a:lnB>
                      <a:noFill/>
                    </a:lnB>
                    <a:solidFill>
                      <a:srgbClr val="EEF2F6"/>
                    </a:solidFill>
                  </a:tcPr>
                </a:tc>
                <a:tc>
                  <a:txBody>
                    <a:bodyPr/>
                    <a:lstStyle/>
                    <a:p>
                      <a:pPr algn="l" fontAlgn="t"/>
                      <a:r>
                        <a:rPr lang="en-GB" sz="1100" b="0">
                          <a:effectLst/>
                          <a:latin typeface="+mn-lt"/>
                        </a:rPr>
                        <a:t>3</a:t>
                      </a:r>
                    </a:p>
                  </a:txBody>
                  <a:tcPr marL="53521" marR="53521" marT="26761" marB="26761">
                    <a:lnL>
                      <a:noFill/>
                    </a:lnL>
                    <a:lnR>
                      <a:noFill/>
                    </a:lnR>
                    <a:lnT>
                      <a:noFill/>
                    </a:lnT>
                    <a:lnB>
                      <a:noFill/>
                    </a:lnB>
                    <a:solidFill>
                      <a:srgbClr val="EEF2F6"/>
                    </a:solidFill>
                  </a:tcPr>
                </a:tc>
                <a:tc>
                  <a:txBody>
                    <a:bodyPr/>
                    <a:lstStyle/>
                    <a:p>
                      <a:pPr algn="l" fontAlgn="t"/>
                      <a:r>
                        <a:rPr lang="en-GB" sz="1100" b="0" dirty="0">
                          <a:effectLst/>
                          <a:latin typeface="+mn-lt"/>
                        </a:rPr>
                        <a:t>4</a:t>
                      </a:r>
                    </a:p>
                  </a:txBody>
                  <a:tcPr marL="53521" marR="53521" marT="26761" marB="26761">
                    <a:lnL>
                      <a:noFill/>
                    </a:lnL>
                    <a:lnR>
                      <a:noFill/>
                    </a:lnR>
                    <a:lnT>
                      <a:noFill/>
                    </a:lnT>
                    <a:lnB>
                      <a:noFill/>
                    </a:lnB>
                    <a:solidFill>
                      <a:srgbClr val="EEF2F6"/>
                    </a:solidFill>
                  </a:tcPr>
                </a:tc>
                <a:tc>
                  <a:txBody>
                    <a:bodyPr/>
                    <a:lstStyle/>
                    <a:p>
                      <a:pPr algn="l" fontAlgn="t"/>
                      <a:r>
                        <a:rPr lang="en-GB" sz="1100" b="0">
                          <a:effectLst/>
                          <a:latin typeface="+mn-lt"/>
                        </a:rPr>
                        <a:t>5</a:t>
                      </a:r>
                    </a:p>
                  </a:txBody>
                  <a:tcPr marL="53521" marR="53521" marT="26761" marB="26761">
                    <a:lnL>
                      <a:noFill/>
                    </a:lnL>
                    <a:lnR>
                      <a:noFill/>
                    </a:lnR>
                    <a:lnT>
                      <a:noFill/>
                    </a:lnT>
                    <a:lnB>
                      <a:noFill/>
                    </a:lnB>
                    <a:solidFill>
                      <a:srgbClr val="EEF2F6"/>
                    </a:solidFill>
                  </a:tcPr>
                </a:tc>
                <a:extLst>
                  <a:ext uri="{0D108BD9-81ED-4DB2-BD59-A6C34878D82A}">
                    <a16:rowId xmlns:a16="http://schemas.microsoft.com/office/drawing/2014/main" val="2997836007"/>
                  </a:ext>
                </a:extLst>
              </a:tr>
              <a:tr h="241728">
                <a:tc>
                  <a:txBody>
                    <a:bodyPr/>
                    <a:lstStyle/>
                    <a:p>
                      <a:pPr algn="l" fontAlgn="t"/>
                      <a:r>
                        <a:rPr lang="en-GB" sz="1100" b="0" dirty="0">
                          <a:effectLst/>
                          <a:latin typeface="+mn-lt"/>
                        </a:rPr>
                        <a:t>Participant 7</a:t>
                      </a:r>
                    </a:p>
                  </a:txBody>
                  <a:tcPr marL="53521" marR="53521" marT="26761" marB="26761">
                    <a:lnL>
                      <a:noFill/>
                    </a:lnL>
                    <a:lnR>
                      <a:noFill/>
                    </a:lnR>
                    <a:lnT>
                      <a:noFill/>
                    </a:lnT>
                    <a:lnB>
                      <a:noFill/>
                    </a:lnB>
                    <a:solidFill>
                      <a:srgbClr val="FFFFFF"/>
                    </a:solidFill>
                  </a:tcPr>
                </a:tc>
                <a:tc>
                  <a:txBody>
                    <a:bodyPr/>
                    <a:lstStyle/>
                    <a:p>
                      <a:pPr algn="l" fontAlgn="t"/>
                      <a:r>
                        <a:rPr lang="en-GB" sz="1100" b="0">
                          <a:effectLst/>
                          <a:latin typeface="+mn-lt"/>
                        </a:rPr>
                        <a:t>4</a:t>
                      </a:r>
                    </a:p>
                  </a:txBody>
                  <a:tcPr marL="53521" marR="53521" marT="26761" marB="26761">
                    <a:lnL>
                      <a:noFill/>
                    </a:lnL>
                    <a:lnR>
                      <a:noFill/>
                    </a:lnR>
                    <a:lnT>
                      <a:noFill/>
                    </a:lnT>
                    <a:lnB>
                      <a:noFill/>
                    </a:lnB>
                    <a:solidFill>
                      <a:srgbClr val="FFFFFF"/>
                    </a:solidFill>
                  </a:tcPr>
                </a:tc>
                <a:tc>
                  <a:txBody>
                    <a:bodyPr/>
                    <a:lstStyle/>
                    <a:p>
                      <a:pPr algn="l" fontAlgn="t"/>
                      <a:r>
                        <a:rPr lang="en-GB" sz="1100" b="0">
                          <a:effectLst/>
                          <a:latin typeface="+mn-lt"/>
                        </a:rPr>
                        <a:t>2</a:t>
                      </a:r>
                    </a:p>
                  </a:txBody>
                  <a:tcPr marL="53521" marR="53521" marT="26761" marB="26761">
                    <a:lnL>
                      <a:noFill/>
                    </a:lnL>
                    <a:lnR>
                      <a:noFill/>
                    </a:lnR>
                    <a:lnT>
                      <a:noFill/>
                    </a:lnT>
                    <a:lnB>
                      <a:noFill/>
                    </a:lnB>
                    <a:solidFill>
                      <a:srgbClr val="FFFFFF"/>
                    </a:solidFill>
                  </a:tcPr>
                </a:tc>
                <a:tc>
                  <a:txBody>
                    <a:bodyPr/>
                    <a:lstStyle/>
                    <a:p>
                      <a:pPr algn="l" fontAlgn="t"/>
                      <a:r>
                        <a:rPr lang="en-GB" sz="1100" b="0">
                          <a:effectLst/>
                          <a:latin typeface="+mn-lt"/>
                        </a:rPr>
                        <a:t>3</a:t>
                      </a:r>
                    </a:p>
                  </a:txBody>
                  <a:tcPr marL="53521" marR="53521" marT="26761" marB="26761">
                    <a:lnL>
                      <a:noFill/>
                    </a:lnL>
                    <a:lnR>
                      <a:noFill/>
                    </a:lnR>
                    <a:lnT>
                      <a:noFill/>
                    </a:lnT>
                    <a:lnB>
                      <a:noFill/>
                    </a:lnB>
                    <a:solidFill>
                      <a:srgbClr val="FFFFFF"/>
                    </a:solidFill>
                  </a:tcPr>
                </a:tc>
                <a:extLst>
                  <a:ext uri="{0D108BD9-81ED-4DB2-BD59-A6C34878D82A}">
                    <a16:rowId xmlns:a16="http://schemas.microsoft.com/office/drawing/2014/main" val="3897681116"/>
                  </a:ext>
                </a:extLst>
              </a:tr>
              <a:tr h="241728">
                <a:tc>
                  <a:txBody>
                    <a:bodyPr/>
                    <a:lstStyle/>
                    <a:p>
                      <a:pPr algn="l" fontAlgn="t"/>
                      <a:r>
                        <a:rPr lang="en-GB" sz="1100" b="0">
                          <a:effectLst/>
                          <a:latin typeface="+mn-lt"/>
                        </a:rPr>
                        <a:t>Participant 8</a:t>
                      </a:r>
                    </a:p>
                  </a:txBody>
                  <a:tcPr marL="53521" marR="53521" marT="26761" marB="26761">
                    <a:lnL>
                      <a:noFill/>
                    </a:lnL>
                    <a:lnR>
                      <a:noFill/>
                    </a:lnR>
                    <a:lnT>
                      <a:noFill/>
                    </a:lnT>
                    <a:lnB>
                      <a:noFill/>
                    </a:lnB>
                    <a:solidFill>
                      <a:srgbClr val="EEF2F6"/>
                    </a:solidFill>
                  </a:tcPr>
                </a:tc>
                <a:tc>
                  <a:txBody>
                    <a:bodyPr/>
                    <a:lstStyle/>
                    <a:p>
                      <a:pPr algn="l" fontAlgn="t"/>
                      <a:r>
                        <a:rPr lang="en-GB" sz="1100" b="0">
                          <a:effectLst/>
                          <a:latin typeface="+mn-lt"/>
                        </a:rPr>
                        <a:t>1</a:t>
                      </a:r>
                    </a:p>
                  </a:txBody>
                  <a:tcPr marL="53521" marR="53521" marT="26761" marB="26761">
                    <a:lnL>
                      <a:noFill/>
                    </a:lnL>
                    <a:lnR>
                      <a:noFill/>
                    </a:lnR>
                    <a:lnT>
                      <a:noFill/>
                    </a:lnT>
                    <a:lnB>
                      <a:noFill/>
                    </a:lnB>
                    <a:solidFill>
                      <a:srgbClr val="EEF2F6"/>
                    </a:solidFill>
                  </a:tcPr>
                </a:tc>
                <a:tc>
                  <a:txBody>
                    <a:bodyPr/>
                    <a:lstStyle/>
                    <a:p>
                      <a:pPr algn="l" fontAlgn="t"/>
                      <a:r>
                        <a:rPr lang="en-GB" sz="1100" b="0">
                          <a:effectLst/>
                          <a:latin typeface="+mn-lt"/>
                        </a:rPr>
                        <a:t>5</a:t>
                      </a:r>
                    </a:p>
                  </a:txBody>
                  <a:tcPr marL="53521" marR="53521" marT="26761" marB="26761">
                    <a:lnL>
                      <a:noFill/>
                    </a:lnL>
                    <a:lnR>
                      <a:noFill/>
                    </a:lnR>
                    <a:lnT>
                      <a:noFill/>
                    </a:lnT>
                    <a:lnB>
                      <a:noFill/>
                    </a:lnB>
                    <a:solidFill>
                      <a:srgbClr val="EEF2F6"/>
                    </a:solidFill>
                  </a:tcPr>
                </a:tc>
                <a:tc>
                  <a:txBody>
                    <a:bodyPr/>
                    <a:lstStyle/>
                    <a:p>
                      <a:pPr algn="l" fontAlgn="t"/>
                      <a:r>
                        <a:rPr lang="en-GB" sz="1100" b="0">
                          <a:effectLst/>
                          <a:latin typeface="+mn-lt"/>
                        </a:rPr>
                        <a:t>4</a:t>
                      </a:r>
                    </a:p>
                  </a:txBody>
                  <a:tcPr marL="53521" marR="53521" marT="26761" marB="26761">
                    <a:lnL>
                      <a:noFill/>
                    </a:lnL>
                    <a:lnR>
                      <a:noFill/>
                    </a:lnR>
                    <a:lnT>
                      <a:noFill/>
                    </a:lnT>
                    <a:lnB>
                      <a:noFill/>
                    </a:lnB>
                    <a:solidFill>
                      <a:srgbClr val="EEF2F6"/>
                    </a:solidFill>
                  </a:tcPr>
                </a:tc>
                <a:extLst>
                  <a:ext uri="{0D108BD9-81ED-4DB2-BD59-A6C34878D82A}">
                    <a16:rowId xmlns:a16="http://schemas.microsoft.com/office/drawing/2014/main" val="137873930"/>
                  </a:ext>
                </a:extLst>
              </a:tr>
              <a:tr h="241728">
                <a:tc>
                  <a:txBody>
                    <a:bodyPr/>
                    <a:lstStyle/>
                    <a:p>
                      <a:pPr algn="l" fontAlgn="t"/>
                      <a:r>
                        <a:rPr lang="en-GB" sz="1100" b="0">
                          <a:effectLst/>
                          <a:latin typeface="+mn-lt"/>
                        </a:rPr>
                        <a:t>Participant 9</a:t>
                      </a:r>
                    </a:p>
                  </a:txBody>
                  <a:tcPr marL="53521" marR="53521" marT="26761" marB="26761">
                    <a:lnL>
                      <a:noFill/>
                    </a:lnL>
                    <a:lnR>
                      <a:noFill/>
                    </a:lnR>
                    <a:lnT>
                      <a:noFill/>
                    </a:lnT>
                    <a:lnB>
                      <a:noFill/>
                    </a:lnB>
                    <a:solidFill>
                      <a:srgbClr val="FFFFFF"/>
                    </a:solidFill>
                  </a:tcPr>
                </a:tc>
                <a:tc>
                  <a:txBody>
                    <a:bodyPr/>
                    <a:lstStyle/>
                    <a:p>
                      <a:pPr algn="l" fontAlgn="t"/>
                      <a:r>
                        <a:rPr lang="en-GB" sz="1100" b="0">
                          <a:effectLst/>
                          <a:latin typeface="+mn-lt"/>
                        </a:rPr>
                        <a:t>4</a:t>
                      </a:r>
                    </a:p>
                  </a:txBody>
                  <a:tcPr marL="53521" marR="53521" marT="26761" marB="26761">
                    <a:lnL>
                      <a:noFill/>
                    </a:lnL>
                    <a:lnR>
                      <a:noFill/>
                    </a:lnR>
                    <a:lnT>
                      <a:noFill/>
                    </a:lnT>
                    <a:lnB>
                      <a:noFill/>
                    </a:lnB>
                    <a:solidFill>
                      <a:srgbClr val="FFFFFF"/>
                    </a:solidFill>
                  </a:tcPr>
                </a:tc>
                <a:tc>
                  <a:txBody>
                    <a:bodyPr/>
                    <a:lstStyle/>
                    <a:p>
                      <a:pPr algn="l" fontAlgn="t"/>
                      <a:r>
                        <a:rPr lang="en-GB" sz="1100" b="0">
                          <a:effectLst/>
                          <a:latin typeface="+mn-lt"/>
                        </a:rPr>
                        <a:t>3</a:t>
                      </a:r>
                    </a:p>
                  </a:txBody>
                  <a:tcPr marL="53521" marR="53521" marT="26761" marB="26761">
                    <a:lnL>
                      <a:noFill/>
                    </a:lnL>
                    <a:lnR>
                      <a:noFill/>
                    </a:lnR>
                    <a:lnT>
                      <a:noFill/>
                    </a:lnT>
                    <a:lnB>
                      <a:noFill/>
                    </a:lnB>
                    <a:solidFill>
                      <a:srgbClr val="FFFFFF"/>
                    </a:solidFill>
                  </a:tcPr>
                </a:tc>
                <a:tc>
                  <a:txBody>
                    <a:bodyPr/>
                    <a:lstStyle/>
                    <a:p>
                      <a:pPr algn="l" fontAlgn="t"/>
                      <a:r>
                        <a:rPr lang="en-GB" sz="1100" b="0">
                          <a:effectLst/>
                          <a:latin typeface="+mn-lt"/>
                        </a:rPr>
                        <a:t>4</a:t>
                      </a:r>
                    </a:p>
                  </a:txBody>
                  <a:tcPr marL="53521" marR="53521" marT="26761" marB="26761">
                    <a:lnL>
                      <a:noFill/>
                    </a:lnL>
                    <a:lnR>
                      <a:noFill/>
                    </a:lnR>
                    <a:lnT>
                      <a:noFill/>
                    </a:lnT>
                    <a:lnB>
                      <a:noFill/>
                    </a:lnB>
                    <a:solidFill>
                      <a:srgbClr val="FFFFFF"/>
                    </a:solidFill>
                  </a:tcPr>
                </a:tc>
                <a:extLst>
                  <a:ext uri="{0D108BD9-81ED-4DB2-BD59-A6C34878D82A}">
                    <a16:rowId xmlns:a16="http://schemas.microsoft.com/office/drawing/2014/main" val="10498842"/>
                  </a:ext>
                </a:extLst>
              </a:tr>
              <a:tr h="241728">
                <a:tc>
                  <a:txBody>
                    <a:bodyPr/>
                    <a:lstStyle/>
                    <a:p>
                      <a:pPr algn="l" fontAlgn="t"/>
                      <a:r>
                        <a:rPr lang="en-GB" sz="1100" b="0">
                          <a:effectLst/>
                          <a:latin typeface="+mn-lt"/>
                        </a:rPr>
                        <a:t>Participant 10</a:t>
                      </a:r>
                    </a:p>
                  </a:txBody>
                  <a:tcPr marL="53521" marR="53521" marT="26761" marB="26761">
                    <a:lnL>
                      <a:noFill/>
                    </a:lnL>
                    <a:lnR>
                      <a:noFill/>
                    </a:lnR>
                    <a:lnT>
                      <a:noFill/>
                    </a:lnT>
                    <a:lnB>
                      <a:noFill/>
                    </a:lnB>
                    <a:solidFill>
                      <a:srgbClr val="EEF2F6"/>
                    </a:solidFill>
                  </a:tcPr>
                </a:tc>
                <a:tc>
                  <a:txBody>
                    <a:bodyPr/>
                    <a:lstStyle/>
                    <a:p>
                      <a:pPr algn="l" fontAlgn="t"/>
                      <a:r>
                        <a:rPr lang="en-GB" sz="1100" b="0">
                          <a:effectLst/>
                          <a:latin typeface="+mn-lt"/>
                        </a:rPr>
                        <a:t>5</a:t>
                      </a:r>
                    </a:p>
                  </a:txBody>
                  <a:tcPr marL="53521" marR="53521" marT="26761" marB="26761">
                    <a:lnL>
                      <a:noFill/>
                    </a:lnL>
                    <a:lnR>
                      <a:noFill/>
                    </a:lnR>
                    <a:lnT>
                      <a:noFill/>
                    </a:lnT>
                    <a:lnB>
                      <a:noFill/>
                    </a:lnB>
                    <a:solidFill>
                      <a:srgbClr val="EEF2F6"/>
                    </a:solidFill>
                  </a:tcPr>
                </a:tc>
                <a:tc>
                  <a:txBody>
                    <a:bodyPr/>
                    <a:lstStyle/>
                    <a:p>
                      <a:pPr algn="l" fontAlgn="t"/>
                      <a:r>
                        <a:rPr lang="en-GB" sz="1100" b="0">
                          <a:effectLst/>
                          <a:latin typeface="+mn-lt"/>
                        </a:rPr>
                        <a:t>2</a:t>
                      </a:r>
                    </a:p>
                  </a:txBody>
                  <a:tcPr marL="53521" marR="53521" marT="26761" marB="26761">
                    <a:lnL>
                      <a:noFill/>
                    </a:lnL>
                    <a:lnR>
                      <a:noFill/>
                    </a:lnR>
                    <a:lnT>
                      <a:noFill/>
                    </a:lnT>
                    <a:lnB>
                      <a:noFill/>
                    </a:lnB>
                    <a:solidFill>
                      <a:srgbClr val="EEF2F6"/>
                    </a:solidFill>
                  </a:tcPr>
                </a:tc>
                <a:tc>
                  <a:txBody>
                    <a:bodyPr/>
                    <a:lstStyle/>
                    <a:p>
                      <a:pPr algn="l" fontAlgn="t"/>
                      <a:r>
                        <a:rPr lang="en-GB" sz="1100" b="0" dirty="0">
                          <a:effectLst/>
                          <a:latin typeface="+mn-lt"/>
                        </a:rPr>
                        <a:t>3</a:t>
                      </a:r>
                    </a:p>
                  </a:txBody>
                  <a:tcPr marL="53521" marR="53521" marT="26761" marB="26761">
                    <a:lnL>
                      <a:noFill/>
                    </a:lnL>
                    <a:lnR>
                      <a:noFill/>
                    </a:lnR>
                    <a:lnT>
                      <a:noFill/>
                    </a:lnT>
                    <a:lnB>
                      <a:noFill/>
                    </a:lnB>
                    <a:solidFill>
                      <a:srgbClr val="EEF2F6"/>
                    </a:solidFill>
                  </a:tcPr>
                </a:tc>
                <a:extLst>
                  <a:ext uri="{0D108BD9-81ED-4DB2-BD59-A6C34878D82A}">
                    <a16:rowId xmlns:a16="http://schemas.microsoft.com/office/drawing/2014/main" val="4020353001"/>
                  </a:ext>
                </a:extLst>
              </a:tr>
            </a:tbl>
          </a:graphicData>
        </a:graphic>
      </p:graphicFrame>
      <p:sp>
        <p:nvSpPr>
          <p:cNvPr id="4" name="Footer Placeholder 3">
            <a:extLst>
              <a:ext uri="{FF2B5EF4-FFF2-40B4-BE49-F238E27FC236}">
                <a16:creationId xmlns:a16="http://schemas.microsoft.com/office/drawing/2014/main" id="{8C399E00-45CA-299B-66BB-3F65AB1DA17E}"/>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F6F72E0B-1F63-CACD-1430-1A8BE20049B6}"/>
              </a:ext>
            </a:extLst>
          </p:cNvPr>
          <p:cNvSpPr>
            <a:spLocks noGrp="1"/>
          </p:cNvSpPr>
          <p:nvPr>
            <p:ph type="sldNum" sz="quarter" idx="4"/>
          </p:nvPr>
        </p:nvSpPr>
        <p:spPr/>
        <p:txBody>
          <a:bodyPr/>
          <a:lstStyle/>
          <a:p>
            <a:fld id="{9FD7ECCF-50E7-4327-B945-FA93FF7B2BEF}" type="slidenum">
              <a:rPr lang="en-US" smtClean="0"/>
              <a:pPr/>
              <a:t>36</a:t>
            </a:fld>
            <a:r>
              <a:rPr lang="en-GB"/>
              <a:t>/40</a:t>
            </a:r>
            <a:endParaRPr lang="en-US" dirty="0"/>
          </a:p>
        </p:txBody>
      </p:sp>
    </p:spTree>
    <p:extLst>
      <p:ext uri="{BB962C8B-B14F-4D97-AF65-F5344CB8AC3E}">
        <p14:creationId xmlns:p14="http://schemas.microsoft.com/office/powerpoint/2010/main" val="25325502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0CCE01-07F0-E40B-B582-5905876895F1}"/>
              </a:ext>
            </a:extLst>
          </p:cNvPr>
          <p:cNvSpPr>
            <a:spLocks noGrp="1"/>
          </p:cNvSpPr>
          <p:nvPr>
            <p:ph sz="quarter" idx="1"/>
          </p:nvPr>
        </p:nvSpPr>
        <p:spPr/>
        <p:txBody>
          <a:bodyPr/>
          <a:lstStyle/>
          <a:p>
            <a:endParaRPr lang="en-GB"/>
          </a:p>
        </p:txBody>
      </p:sp>
      <p:sp>
        <p:nvSpPr>
          <p:cNvPr id="4" name="Footer Placeholder 3">
            <a:extLst>
              <a:ext uri="{FF2B5EF4-FFF2-40B4-BE49-F238E27FC236}">
                <a16:creationId xmlns:a16="http://schemas.microsoft.com/office/drawing/2014/main" id="{438920D2-B388-6D9F-118D-0A6F85A36122}"/>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57FDD43F-A528-7C9E-0CB1-E6906A450B5D}"/>
              </a:ext>
            </a:extLst>
          </p:cNvPr>
          <p:cNvSpPr>
            <a:spLocks noGrp="1"/>
          </p:cNvSpPr>
          <p:nvPr>
            <p:ph type="sldNum" sz="quarter" idx="4"/>
          </p:nvPr>
        </p:nvSpPr>
        <p:spPr/>
        <p:txBody>
          <a:bodyPr/>
          <a:lstStyle/>
          <a:p>
            <a:fld id="{9FD7ECCF-50E7-4327-B945-FA93FF7B2BEF}" type="slidenum">
              <a:rPr lang="en-US" smtClean="0"/>
              <a:pPr/>
              <a:t>37</a:t>
            </a:fld>
            <a:r>
              <a:rPr lang="en-GB"/>
              <a:t>/40</a:t>
            </a:r>
            <a:endParaRPr lang="en-US" dirty="0"/>
          </a:p>
        </p:txBody>
      </p:sp>
      <p:pic>
        <p:nvPicPr>
          <p:cNvPr id="7" name="Picture 6" descr="data organisation in spss">
            <a:extLst>
              <a:ext uri="{FF2B5EF4-FFF2-40B4-BE49-F238E27FC236}">
                <a16:creationId xmlns:a16="http://schemas.microsoft.com/office/drawing/2014/main" id="{E0536669-37A3-A10A-B9B6-714EBD22FBBF}"/>
              </a:ext>
            </a:extLst>
          </p:cNvPr>
          <p:cNvPicPr>
            <a:picLocks noChangeAspect="1"/>
          </p:cNvPicPr>
          <p:nvPr/>
        </p:nvPicPr>
        <p:blipFill>
          <a:blip r:embed="rId2"/>
          <a:stretch>
            <a:fillRect/>
          </a:stretch>
        </p:blipFill>
        <p:spPr>
          <a:xfrm>
            <a:off x="377952" y="1859444"/>
            <a:ext cx="8810625" cy="866775"/>
          </a:xfrm>
          <a:prstGeom prst="rect">
            <a:avLst/>
          </a:prstGeom>
        </p:spPr>
      </p:pic>
      <p:pic>
        <p:nvPicPr>
          <p:cNvPr id="9" name="Picture 8" descr="data organisation in spss">
            <a:extLst>
              <a:ext uri="{FF2B5EF4-FFF2-40B4-BE49-F238E27FC236}">
                <a16:creationId xmlns:a16="http://schemas.microsoft.com/office/drawing/2014/main" id="{480E031C-B64C-45EF-3274-003C8F1A2F2E}"/>
              </a:ext>
            </a:extLst>
          </p:cNvPr>
          <p:cNvPicPr>
            <a:picLocks noChangeAspect="1"/>
          </p:cNvPicPr>
          <p:nvPr/>
        </p:nvPicPr>
        <p:blipFill>
          <a:blip r:embed="rId3"/>
          <a:stretch>
            <a:fillRect/>
          </a:stretch>
        </p:blipFill>
        <p:spPr>
          <a:xfrm>
            <a:off x="5292080" y="2860194"/>
            <a:ext cx="2409825" cy="2543175"/>
          </a:xfrm>
          <a:prstGeom prst="rect">
            <a:avLst/>
          </a:prstGeom>
        </p:spPr>
      </p:pic>
      <p:sp>
        <p:nvSpPr>
          <p:cNvPr id="10" name="Title 1">
            <a:extLst>
              <a:ext uri="{FF2B5EF4-FFF2-40B4-BE49-F238E27FC236}">
                <a16:creationId xmlns:a16="http://schemas.microsoft.com/office/drawing/2014/main" id="{F2CB1801-E00E-0AA6-860B-97512D3DDBE8}"/>
              </a:ext>
            </a:extLst>
          </p:cNvPr>
          <p:cNvSpPr>
            <a:spLocks noGrp="1"/>
          </p:cNvSpPr>
          <p:nvPr>
            <p:ph type="title"/>
          </p:nvPr>
        </p:nvSpPr>
        <p:spPr>
          <a:xfrm>
            <a:off x="609600" y="114494"/>
            <a:ext cx="8153400" cy="990600"/>
          </a:xfrm>
        </p:spPr>
        <p:txBody>
          <a:bodyPr>
            <a:normAutofit fontScale="90000"/>
          </a:bodyPr>
          <a:lstStyle/>
          <a:p>
            <a:pPr>
              <a:lnSpc>
                <a:spcPts val="3500"/>
              </a:lnSpc>
            </a:pPr>
            <a:r>
              <a:rPr lang="en-GB" dirty="0"/>
              <a:t>Friedman's Two-Way Analysis of Variance Test</a:t>
            </a:r>
          </a:p>
        </p:txBody>
      </p:sp>
    </p:spTree>
    <p:extLst>
      <p:ext uri="{BB962C8B-B14F-4D97-AF65-F5344CB8AC3E}">
        <p14:creationId xmlns:p14="http://schemas.microsoft.com/office/powerpoint/2010/main" val="42599668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8D77CD-2716-F47A-9607-0B77EB4DAB07}"/>
              </a:ext>
            </a:extLst>
          </p:cNvPr>
          <p:cNvSpPr>
            <a:spLocks noGrp="1"/>
          </p:cNvSpPr>
          <p:nvPr>
            <p:ph sz="quarter" idx="1"/>
          </p:nvPr>
        </p:nvSpPr>
        <p:spPr/>
        <p:txBody>
          <a:bodyPr/>
          <a:lstStyle/>
          <a:p>
            <a:endParaRPr lang="en-GB"/>
          </a:p>
        </p:txBody>
      </p:sp>
      <p:sp>
        <p:nvSpPr>
          <p:cNvPr id="4" name="Footer Placeholder 3">
            <a:extLst>
              <a:ext uri="{FF2B5EF4-FFF2-40B4-BE49-F238E27FC236}">
                <a16:creationId xmlns:a16="http://schemas.microsoft.com/office/drawing/2014/main" id="{06021AEE-0859-BAAB-320C-34CCF9817D3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309DE76D-2F08-761E-B380-BCF465769B1D}"/>
              </a:ext>
            </a:extLst>
          </p:cNvPr>
          <p:cNvSpPr>
            <a:spLocks noGrp="1"/>
          </p:cNvSpPr>
          <p:nvPr>
            <p:ph type="sldNum" sz="quarter" idx="4"/>
          </p:nvPr>
        </p:nvSpPr>
        <p:spPr/>
        <p:txBody>
          <a:bodyPr/>
          <a:lstStyle/>
          <a:p>
            <a:fld id="{9FD7ECCF-50E7-4327-B945-FA93FF7B2BEF}" type="slidenum">
              <a:rPr lang="en-US" smtClean="0"/>
              <a:pPr/>
              <a:t>38</a:t>
            </a:fld>
            <a:r>
              <a:rPr lang="en-GB"/>
              <a:t>/40</a:t>
            </a:r>
            <a:endParaRPr lang="en-US" dirty="0"/>
          </a:p>
        </p:txBody>
      </p:sp>
      <p:pic>
        <p:nvPicPr>
          <p:cNvPr id="7" name="Picture 6" descr="spss">
            <a:extLst>
              <a:ext uri="{FF2B5EF4-FFF2-40B4-BE49-F238E27FC236}">
                <a16:creationId xmlns:a16="http://schemas.microsoft.com/office/drawing/2014/main" id="{1037BB4F-A373-7DC9-569B-18BDF8C53DA0}"/>
              </a:ext>
            </a:extLst>
          </p:cNvPr>
          <p:cNvPicPr>
            <a:picLocks noChangeAspect="1"/>
          </p:cNvPicPr>
          <p:nvPr/>
        </p:nvPicPr>
        <p:blipFill>
          <a:blip r:embed="rId2"/>
          <a:stretch>
            <a:fillRect/>
          </a:stretch>
        </p:blipFill>
        <p:spPr>
          <a:xfrm>
            <a:off x="425326" y="1600200"/>
            <a:ext cx="4274736" cy="4653136"/>
          </a:xfrm>
          <a:prstGeom prst="rect">
            <a:avLst/>
          </a:prstGeom>
        </p:spPr>
      </p:pic>
      <p:pic>
        <p:nvPicPr>
          <p:cNvPr id="9" name="Picture 8" descr="spss">
            <a:extLst>
              <a:ext uri="{FF2B5EF4-FFF2-40B4-BE49-F238E27FC236}">
                <a16:creationId xmlns:a16="http://schemas.microsoft.com/office/drawing/2014/main" id="{1916BA04-9005-7041-C9B2-7D8B2F40D56C}"/>
              </a:ext>
            </a:extLst>
          </p:cNvPr>
          <p:cNvPicPr>
            <a:picLocks noChangeAspect="1"/>
          </p:cNvPicPr>
          <p:nvPr/>
        </p:nvPicPr>
        <p:blipFill>
          <a:blip r:embed="rId3"/>
          <a:stretch>
            <a:fillRect/>
          </a:stretch>
        </p:blipFill>
        <p:spPr>
          <a:xfrm>
            <a:off x="4875440" y="3231054"/>
            <a:ext cx="3953628" cy="1979860"/>
          </a:xfrm>
          <a:prstGeom prst="rect">
            <a:avLst/>
          </a:prstGeom>
        </p:spPr>
      </p:pic>
      <p:sp>
        <p:nvSpPr>
          <p:cNvPr id="10" name="Title 1">
            <a:extLst>
              <a:ext uri="{FF2B5EF4-FFF2-40B4-BE49-F238E27FC236}">
                <a16:creationId xmlns:a16="http://schemas.microsoft.com/office/drawing/2014/main" id="{AF662E9F-B881-5890-F9B5-7998DF5FBFC6}"/>
              </a:ext>
            </a:extLst>
          </p:cNvPr>
          <p:cNvSpPr>
            <a:spLocks noGrp="1"/>
          </p:cNvSpPr>
          <p:nvPr>
            <p:ph type="title"/>
          </p:nvPr>
        </p:nvSpPr>
        <p:spPr>
          <a:xfrm>
            <a:off x="609600" y="114494"/>
            <a:ext cx="8153400" cy="990600"/>
          </a:xfrm>
        </p:spPr>
        <p:txBody>
          <a:bodyPr>
            <a:normAutofit fontScale="90000"/>
          </a:bodyPr>
          <a:lstStyle/>
          <a:p>
            <a:pPr>
              <a:lnSpc>
                <a:spcPts val="3500"/>
              </a:lnSpc>
            </a:pPr>
            <a:r>
              <a:rPr lang="en-GB" dirty="0"/>
              <a:t>Friedman's Two-Way Analysis of Variance Test</a:t>
            </a:r>
          </a:p>
        </p:txBody>
      </p:sp>
    </p:spTree>
    <p:extLst>
      <p:ext uri="{BB962C8B-B14F-4D97-AF65-F5344CB8AC3E}">
        <p14:creationId xmlns:p14="http://schemas.microsoft.com/office/powerpoint/2010/main" val="337125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F0A07D2-6722-667B-D5D0-99F5B542F681}"/>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6D504F88-7863-348F-0A8D-1FA7F2651C12}"/>
              </a:ext>
            </a:extLst>
          </p:cNvPr>
          <p:cNvSpPr>
            <a:spLocks noGrp="1"/>
          </p:cNvSpPr>
          <p:nvPr>
            <p:ph type="sldNum" sz="quarter" idx="4"/>
          </p:nvPr>
        </p:nvSpPr>
        <p:spPr/>
        <p:txBody>
          <a:bodyPr/>
          <a:lstStyle/>
          <a:p>
            <a:fld id="{9FD7ECCF-50E7-4327-B945-FA93FF7B2BEF}" type="slidenum">
              <a:rPr lang="en-US" smtClean="0"/>
              <a:pPr/>
              <a:t>39</a:t>
            </a:fld>
            <a:r>
              <a:rPr lang="en-GB"/>
              <a:t>/40</a:t>
            </a:r>
            <a:endParaRPr lang="en-US" dirty="0"/>
          </a:p>
        </p:txBody>
      </p:sp>
      <p:pic>
        <p:nvPicPr>
          <p:cNvPr id="7" name="Picture 6" descr="spss results">
            <a:extLst>
              <a:ext uri="{FF2B5EF4-FFF2-40B4-BE49-F238E27FC236}">
                <a16:creationId xmlns:a16="http://schemas.microsoft.com/office/drawing/2014/main" id="{56D51FD9-4C7B-6BE3-8A86-096C714B1C97}"/>
              </a:ext>
            </a:extLst>
          </p:cNvPr>
          <p:cNvPicPr>
            <a:picLocks noChangeAspect="1"/>
          </p:cNvPicPr>
          <p:nvPr/>
        </p:nvPicPr>
        <p:blipFill>
          <a:blip r:embed="rId2"/>
          <a:stretch>
            <a:fillRect/>
          </a:stretch>
        </p:blipFill>
        <p:spPr>
          <a:xfrm>
            <a:off x="1484695" y="1732989"/>
            <a:ext cx="5489228" cy="4059987"/>
          </a:xfrm>
          <a:prstGeom prst="rect">
            <a:avLst/>
          </a:prstGeom>
        </p:spPr>
      </p:pic>
      <p:sp>
        <p:nvSpPr>
          <p:cNvPr id="9" name="Title 1">
            <a:extLst>
              <a:ext uri="{FF2B5EF4-FFF2-40B4-BE49-F238E27FC236}">
                <a16:creationId xmlns:a16="http://schemas.microsoft.com/office/drawing/2014/main" id="{1AD43A71-B406-FC81-AC32-003280261917}"/>
              </a:ext>
            </a:extLst>
          </p:cNvPr>
          <p:cNvSpPr>
            <a:spLocks noGrp="1"/>
          </p:cNvSpPr>
          <p:nvPr>
            <p:ph type="title"/>
          </p:nvPr>
        </p:nvSpPr>
        <p:spPr>
          <a:xfrm>
            <a:off x="609600" y="114494"/>
            <a:ext cx="8153400" cy="990600"/>
          </a:xfrm>
        </p:spPr>
        <p:txBody>
          <a:bodyPr>
            <a:normAutofit fontScale="90000"/>
          </a:bodyPr>
          <a:lstStyle/>
          <a:p>
            <a:pPr>
              <a:lnSpc>
                <a:spcPts val="3500"/>
              </a:lnSpc>
            </a:pPr>
            <a:r>
              <a:rPr lang="en-GB" dirty="0"/>
              <a:t>Friedman's Two-Way Analysis of Variance Test</a:t>
            </a:r>
          </a:p>
        </p:txBody>
      </p:sp>
      <p:sp>
        <p:nvSpPr>
          <p:cNvPr id="10" name="TextBox 9">
            <a:extLst>
              <a:ext uri="{FF2B5EF4-FFF2-40B4-BE49-F238E27FC236}">
                <a16:creationId xmlns:a16="http://schemas.microsoft.com/office/drawing/2014/main" id="{10D65974-A4D5-7815-7DC7-ABE86170740E}"/>
              </a:ext>
            </a:extLst>
          </p:cNvPr>
          <p:cNvSpPr txBox="1"/>
          <p:nvPr/>
        </p:nvSpPr>
        <p:spPr>
          <a:xfrm>
            <a:off x="4229309" y="3789040"/>
            <a:ext cx="4176464" cy="1831271"/>
          </a:xfrm>
          <a:prstGeom prst="rect">
            <a:avLst/>
          </a:prstGeom>
          <a:solidFill>
            <a:schemeClr val="accent1">
              <a:lumMod val="20000"/>
              <a:lumOff val="80000"/>
            </a:schemeClr>
          </a:solidFill>
        </p:spPr>
        <p:txBody>
          <a:bodyPr wrap="square" rtlCol="0">
            <a:spAutoFit/>
          </a:bodyPr>
          <a:lstStyle/>
          <a:p>
            <a:pPr>
              <a:spcBef>
                <a:spcPts val="600"/>
              </a:spcBef>
            </a:pPr>
            <a:r>
              <a:rPr lang="en-GB" sz="1800" b="0" i="0" dirty="0">
                <a:solidFill>
                  <a:srgbClr val="000000"/>
                </a:solidFill>
                <a:effectLst/>
                <a:latin typeface="+mn-lt"/>
              </a:rPr>
              <a:t>The result of the Friedman's ANOVA test is an H value. </a:t>
            </a:r>
          </a:p>
          <a:p>
            <a:pPr>
              <a:spcBef>
                <a:spcPts val="600"/>
              </a:spcBef>
            </a:pPr>
            <a:r>
              <a:rPr lang="en-GB" sz="1800" b="0" i="0" dirty="0">
                <a:solidFill>
                  <a:srgbClr val="000000"/>
                </a:solidFill>
                <a:effectLst/>
                <a:latin typeface="+mn-lt"/>
              </a:rPr>
              <a:t>In this example, H(2) = 2.722, p = 0.256. There is no significant difference in the perceived level of frustration between the three techniques.</a:t>
            </a:r>
            <a:endParaRPr lang="en-GB" sz="1800" dirty="0">
              <a:latin typeface="+mn-lt"/>
            </a:endParaRPr>
          </a:p>
        </p:txBody>
      </p:sp>
    </p:spTree>
    <p:extLst>
      <p:ext uri="{BB962C8B-B14F-4D97-AF65-F5344CB8AC3E}">
        <p14:creationId xmlns:p14="http://schemas.microsoft.com/office/powerpoint/2010/main" val="33286385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19AEB-6B39-3169-979D-843F6E7EB023}"/>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D98B5927-F834-FD56-62FD-858CE24C70C3}"/>
              </a:ext>
            </a:extLst>
          </p:cNvPr>
          <p:cNvSpPr>
            <a:spLocks noGrp="1"/>
          </p:cNvSpPr>
          <p:nvPr>
            <p:ph sz="quarter" idx="1"/>
          </p:nvPr>
        </p:nvSpPr>
        <p:spPr/>
        <p:txBody>
          <a:bodyPr>
            <a:normAutofit/>
          </a:bodyPr>
          <a:lstStyle/>
          <a:p>
            <a:pPr marL="623888" lvl="1" indent="-268288">
              <a:lnSpc>
                <a:spcPct val="110000"/>
              </a:lnSpc>
              <a:spcBef>
                <a:spcPts val="600"/>
              </a:spcBef>
              <a:spcAft>
                <a:spcPts val="600"/>
              </a:spcAft>
            </a:pPr>
            <a:r>
              <a:rPr lang="en-GB" sz="2400" dirty="0">
                <a:solidFill>
                  <a:schemeClr val="tx2">
                    <a:lumMod val="50000"/>
                  </a:schemeClr>
                </a:solidFill>
              </a:rPr>
              <a:t>Hypothesis testing process</a:t>
            </a:r>
          </a:p>
          <a:p>
            <a:pPr marL="623888" lvl="1" indent="-268288">
              <a:lnSpc>
                <a:spcPct val="110000"/>
              </a:lnSpc>
              <a:spcBef>
                <a:spcPts val="600"/>
              </a:spcBef>
              <a:spcAft>
                <a:spcPts val="600"/>
              </a:spcAft>
            </a:pPr>
            <a:r>
              <a:rPr lang="en-GB" sz="2400" dirty="0">
                <a:solidFill>
                  <a:schemeClr val="tx2">
                    <a:lumMod val="50000"/>
                  </a:schemeClr>
                </a:solidFill>
              </a:rPr>
              <a:t>Non Parametric tests</a:t>
            </a:r>
          </a:p>
          <a:p>
            <a:pPr marL="623888" lvl="1" indent="-268288">
              <a:lnSpc>
                <a:spcPct val="110000"/>
              </a:lnSpc>
              <a:spcBef>
                <a:spcPts val="600"/>
              </a:spcBef>
              <a:spcAft>
                <a:spcPts val="600"/>
              </a:spcAft>
            </a:pPr>
            <a:r>
              <a:rPr lang="en-GB" sz="2400" dirty="0">
                <a:solidFill>
                  <a:schemeClr val="tx2">
                    <a:lumMod val="50000"/>
                  </a:schemeClr>
                </a:solidFill>
              </a:rPr>
              <a:t>Chi-Squared Test</a:t>
            </a:r>
            <a:r>
              <a:rPr lang="el-GR" sz="2400" dirty="0">
                <a:solidFill>
                  <a:schemeClr val="tx2">
                    <a:lumMod val="50000"/>
                  </a:schemeClr>
                </a:solidFill>
              </a:rPr>
              <a:t> </a:t>
            </a:r>
            <a:endParaRPr lang="en-GB" sz="2400" dirty="0">
              <a:solidFill>
                <a:schemeClr val="tx2">
                  <a:lumMod val="50000"/>
                </a:schemeClr>
              </a:solidFill>
            </a:endParaRPr>
          </a:p>
          <a:p>
            <a:pPr marL="623888" lvl="1" indent="-268288">
              <a:lnSpc>
                <a:spcPct val="110000"/>
              </a:lnSpc>
              <a:spcBef>
                <a:spcPts val="600"/>
              </a:spcBef>
              <a:spcAft>
                <a:spcPts val="600"/>
              </a:spcAft>
            </a:pPr>
            <a:r>
              <a:rPr lang="en-GB" sz="2400" dirty="0">
                <a:solidFill>
                  <a:schemeClr val="tx2">
                    <a:lumMod val="50000"/>
                  </a:schemeClr>
                </a:solidFill>
              </a:rPr>
              <a:t>Mann-Whitney U</a:t>
            </a:r>
          </a:p>
          <a:p>
            <a:pPr marL="623888" lvl="1" indent="-268288">
              <a:lnSpc>
                <a:spcPct val="110000"/>
              </a:lnSpc>
              <a:spcBef>
                <a:spcPts val="600"/>
              </a:spcBef>
              <a:spcAft>
                <a:spcPts val="600"/>
              </a:spcAft>
            </a:pPr>
            <a:r>
              <a:rPr lang="en-GB" sz="2400" dirty="0">
                <a:solidFill>
                  <a:schemeClr val="tx2">
                    <a:lumMod val="50000"/>
                  </a:schemeClr>
                </a:solidFill>
              </a:rPr>
              <a:t>Wilcoxon Signed Rank</a:t>
            </a:r>
          </a:p>
          <a:p>
            <a:endParaRPr lang="en-GB" dirty="0"/>
          </a:p>
        </p:txBody>
      </p:sp>
      <p:sp>
        <p:nvSpPr>
          <p:cNvPr id="4" name="Footer Placeholder 3">
            <a:extLst>
              <a:ext uri="{FF2B5EF4-FFF2-40B4-BE49-F238E27FC236}">
                <a16:creationId xmlns:a16="http://schemas.microsoft.com/office/drawing/2014/main" id="{A53B6A68-A03F-A296-04D0-F2CE9BE6706C}"/>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92263BBF-B8D4-625A-E199-155B104804E6}"/>
              </a:ext>
            </a:extLst>
          </p:cNvPr>
          <p:cNvSpPr>
            <a:spLocks noGrp="1"/>
          </p:cNvSpPr>
          <p:nvPr>
            <p:ph type="sldNum" sz="quarter" idx="4"/>
          </p:nvPr>
        </p:nvSpPr>
        <p:spPr/>
        <p:txBody>
          <a:bodyPr/>
          <a:lstStyle/>
          <a:p>
            <a:fld id="{9FD7ECCF-50E7-4327-B945-FA93FF7B2BEF}" type="slidenum">
              <a:rPr lang="en-US" smtClean="0"/>
              <a:pPr/>
              <a:t>40</a:t>
            </a:fld>
            <a:r>
              <a:rPr lang="en-GB"/>
              <a:t>/40</a:t>
            </a:r>
            <a:endParaRPr lang="en-US" dirty="0"/>
          </a:p>
        </p:txBody>
      </p:sp>
      <p:graphicFrame>
        <p:nvGraphicFramePr>
          <p:cNvPr id="6" name="Table 6">
            <a:extLst>
              <a:ext uri="{FF2B5EF4-FFF2-40B4-BE49-F238E27FC236}">
                <a16:creationId xmlns:a16="http://schemas.microsoft.com/office/drawing/2014/main" id="{6C3EF072-13AA-F352-E24D-CC7ED6446FAB}"/>
              </a:ext>
            </a:extLst>
          </p:cNvPr>
          <p:cNvGraphicFramePr>
            <a:graphicFrameLocks/>
          </p:cNvGraphicFramePr>
          <p:nvPr>
            <p:extLst>
              <p:ext uri="{D42A27DB-BD31-4B8C-83A1-F6EECF244321}">
                <p14:modId xmlns:p14="http://schemas.microsoft.com/office/powerpoint/2010/main" val="3371576482"/>
              </p:ext>
            </p:extLst>
          </p:nvPr>
        </p:nvGraphicFramePr>
        <p:xfrm>
          <a:off x="4689348" y="1772816"/>
          <a:ext cx="4104456" cy="2891145"/>
        </p:xfrm>
        <a:graphic>
          <a:graphicData uri="http://schemas.openxmlformats.org/drawingml/2006/table">
            <a:tbl>
              <a:tblPr firstRow="1" bandRow="1">
                <a:tableStyleId>{85BE263C-DBD7-4A20-BB59-AAB30ACAA65A}</a:tableStyleId>
              </a:tblPr>
              <a:tblGrid>
                <a:gridCol w="2088232">
                  <a:extLst>
                    <a:ext uri="{9D8B030D-6E8A-4147-A177-3AD203B41FA5}">
                      <a16:colId xmlns:a16="http://schemas.microsoft.com/office/drawing/2014/main" val="3229368256"/>
                    </a:ext>
                  </a:extLst>
                </a:gridCol>
                <a:gridCol w="2016224">
                  <a:extLst>
                    <a:ext uri="{9D8B030D-6E8A-4147-A177-3AD203B41FA5}">
                      <a16:colId xmlns:a16="http://schemas.microsoft.com/office/drawing/2014/main" val="3369497873"/>
                    </a:ext>
                  </a:extLst>
                </a:gridCol>
              </a:tblGrid>
              <a:tr h="238478">
                <a:tc>
                  <a:txBody>
                    <a:bodyPr/>
                    <a:lstStyle/>
                    <a:p>
                      <a:r>
                        <a:rPr lang="en-GB" sz="1600" b="1" dirty="0">
                          <a:effectLst/>
                        </a:rPr>
                        <a:t>Parametric Alternative</a:t>
                      </a:r>
                    </a:p>
                  </a:txBody>
                  <a:tcPr marL="76200" marR="76200" marT="76200" marB="76200" anchor="ctr"/>
                </a:tc>
                <a:tc>
                  <a:txBody>
                    <a:bodyPr/>
                    <a:lstStyle/>
                    <a:p>
                      <a:pPr marL="0" indent="182563"/>
                      <a:r>
                        <a:rPr lang="en-GB" sz="1600" b="1" dirty="0">
                          <a:effectLst/>
                        </a:rPr>
                        <a:t>Nonparametric test</a:t>
                      </a:r>
                    </a:p>
                  </a:txBody>
                  <a:tcPr marL="76200" marR="76200" marT="76200" marB="76200" anchor="ctr"/>
                </a:tc>
                <a:extLst>
                  <a:ext uri="{0D108BD9-81ED-4DB2-BD59-A6C34878D82A}">
                    <a16:rowId xmlns:a16="http://schemas.microsoft.com/office/drawing/2014/main" val="1280883235"/>
                  </a:ext>
                </a:extLst>
              </a:tr>
              <a:tr h="391785">
                <a:tc>
                  <a:txBody>
                    <a:bodyPr/>
                    <a:lstStyle/>
                    <a:p>
                      <a:r>
                        <a:rPr kumimoji="0" lang="en-GB" sz="1400" u="none" strike="noStrike" kern="1200" dirty="0">
                          <a:solidFill>
                            <a:schemeClr val="tx1">
                              <a:lumMod val="85000"/>
                              <a:lumOff val="15000"/>
                            </a:schemeClr>
                          </a:solidFill>
                          <a:effectLst/>
                          <a:latin typeface="+mn-lt"/>
                          <a:ea typeface="+mn-ea"/>
                          <a:cs typeface="+mn-cs"/>
                        </a:rPr>
                        <a:t>Independent samples t-test</a:t>
                      </a:r>
                    </a:p>
                  </a:txBody>
                  <a:tcPr marL="76200" marR="76200" marT="76200" marB="76200" anchor="ctr"/>
                </a:tc>
                <a:tc>
                  <a:txBody>
                    <a:bodyPr/>
                    <a:lstStyle/>
                    <a:p>
                      <a:pPr marL="0" indent="0"/>
                      <a:r>
                        <a:rPr kumimoji="0" lang="en-GB" sz="1400" u="none" strike="noStrike" kern="1200" dirty="0">
                          <a:solidFill>
                            <a:schemeClr val="tx1">
                              <a:lumMod val="85000"/>
                              <a:lumOff val="15000"/>
                            </a:schemeClr>
                          </a:solidFill>
                          <a:effectLst/>
                          <a:latin typeface="+mn-lt"/>
                          <a:ea typeface="+mn-ea"/>
                          <a:cs typeface="+mn-cs"/>
                        </a:rPr>
                        <a:t>Mann-Whitney test</a:t>
                      </a:r>
                    </a:p>
                  </a:txBody>
                  <a:tcPr marL="76200" marR="76200" marT="76200" marB="76200" anchor="ctr"/>
                </a:tc>
                <a:extLst>
                  <a:ext uri="{0D108BD9-81ED-4DB2-BD59-A6C34878D82A}">
                    <a16:rowId xmlns:a16="http://schemas.microsoft.com/office/drawing/2014/main" val="3673604331"/>
                  </a:ext>
                </a:extLst>
              </a:tr>
              <a:tr h="238478">
                <a:tc>
                  <a:txBody>
                    <a:bodyPr/>
                    <a:lstStyle/>
                    <a:p>
                      <a:r>
                        <a:rPr kumimoji="0" lang="en-GB" sz="1400" u="none" strike="noStrike" kern="1200" dirty="0">
                          <a:solidFill>
                            <a:schemeClr val="tx1">
                              <a:lumMod val="85000"/>
                              <a:lumOff val="15000"/>
                            </a:schemeClr>
                          </a:solidFill>
                          <a:effectLst/>
                          <a:latin typeface="+mn-lt"/>
                          <a:ea typeface="+mn-ea"/>
                          <a:cs typeface="+mn-cs"/>
                        </a:rPr>
                        <a:t>Paired sample t-test</a:t>
                      </a:r>
                    </a:p>
                  </a:txBody>
                  <a:tcPr marL="76200" marR="76200" marT="76200" marB="76200" anchor="ctr"/>
                </a:tc>
                <a:tc>
                  <a:txBody>
                    <a:bodyPr/>
                    <a:lstStyle/>
                    <a:p>
                      <a:pPr marL="0" indent="0"/>
                      <a:r>
                        <a:rPr kumimoji="0" lang="en-GB" sz="1400" u="none" strike="noStrike" kern="1200" dirty="0">
                          <a:solidFill>
                            <a:schemeClr val="tx1">
                              <a:lumMod val="85000"/>
                              <a:lumOff val="15000"/>
                            </a:schemeClr>
                          </a:solidFill>
                          <a:effectLst/>
                          <a:latin typeface="+mn-lt"/>
                          <a:ea typeface="+mn-ea"/>
                          <a:cs typeface="+mn-cs"/>
                        </a:rPr>
                        <a:t>Wilcoxon Signed Rank test</a:t>
                      </a:r>
                    </a:p>
                  </a:txBody>
                  <a:tcPr marL="76200" marR="76200" marT="76200" marB="76200" anchor="ctr"/>
                </a:tc>
                <a:extLst>
                  <a:ext uri="{0D108BD9-81ED-4DB2-BD59-A6C34878D82A}">
                    <a16:rowId xmlns:a16="http://schemas.microsoft.com/office/drawing/2014/main" val="4270735922"/>
                  </a:ext>
                </a:extLst>
              </a:tr>
              <a:tr h="238478">
                <a:tc>
                  <a:txBody>
                    <a:bodyPr/>
                    <a:lstStyle/>
                    <a:p>
                      <a:r>
                        <a:rPr kumimoji="0" lang="en-GB" sz="1400" u="none" strike="noStrike" kern="1200" dirty="0">
                          <a:solidFill>
                            <a:schemeClr val="tx1">
                              <a:lumMod val="85000"/>
                              <a:lumOff val="15000"/>
                            </a:schemeClr>
                          </a:solidFill>
                          <a:effectLst/>
                          <a:latin typeface="+mn-lt"/>
                          <a:ea typeface="+mn-ea"/>
                          <a:cs typeface="+mn-cs"/>
                        </a:rPr>
                        <a:t>One-way ANOVA or Factorial ANOVA</a:t>
                      </a:r>
                    </a:p>
                  </a:txBody>
                  <a:tcPr marL="76200" marR="76200" marT="76200" marB="76200" anchor="ctr"/>
                </a:tc>
                <a:tc>
                  <a:txBody>
                    <a:bodyPr/>
                    <a:lstStyle/>
                    <a:p>
                      <a:pPr marL="0" indent="0"/>
                      <a:r>
                        <a:rPr kumimoji="0" lang="en-GB" sz="1400" u="none" strike="noStrike" kern="1200" dirty="0">
                          <a:solidFill>
                            <a:schemeClr val="tx1">
                              <a:lumMod val="85000"/>
                              <a:lumOff val="15000"/>
                            </a:schemeClr>
                          </a:solidFill>
                          <a:effectLst/>
                          <a:latin typeface="+mn-lt"/>
                          <a:ea typeface="+mn-ea"/>
                          <a:cs typeface="+mn-cs"/>
                        </a:rPr>
                        <a:t>Kruskal-Wallis test</a:t>
                      </a:r>
                    </a:p>
                  </a:txBody>
                  <a:tcPr marL="76200" marR="76200" marT="76200" marB="76200" anchor="ctr"/>
                </a:tc>
                <a:extLst>
                  <a:ext uri="{0D108BD9-81ED-4DB2-BD59-A6C34878D82A}">
                    <a16:rowId xmlns:a16="http://schemas.microsoft.com/office/drawing/2014/main" val="3906922789"/>
                  </a:ext>
                </a:extLst>
              </a:tr>
              <a:tr h="238478">
                <a:tc>
                  <a:txBody>
                    <a:bodyPr/>
                    <a:lstStyle/>
                    <a:p>
                      <a:r>
                        <a:rPr kumimoji="0" lang="en-GB" sz="1400" u="none" strike="noStrike" kern="1200" dirty="0">
                          <a:solidFill>
                            <a:schemeClr val="tx1">
                              <a:lumMod val="85000"/>
                              <a:lumOff val="15000"/>
                            </a:schemeClr>
                          </a:solidFill>
                          <a:effectLst/>
                          <a:latin typeface="+mn-lt"/>
                          <a:ea typeface="+mn-ea"/>
                          <a:cs typeface="+mn-cs"/>
                        </a:rPr>
                        <a:t>Repeated ANOVA</a:t>
                      </a:r>
                    </a:p>
                  </a:txBody>
                  <a:tcPr marL="76200" marR="76200" marT="76200" marB="76200" anchor="ctr"/>
                </a:tc>
                <a:tc>
                  <a:txBody>
                    <a:bodyPr/>
                    <a:lstStyle/>
                    <a:p>
                      <a:pPr marL="0" indent="0"/>
                      <a:r>
                        <a:rPr kumimoji="0" lang="en-GB" sz="1400" u="none" strike="noStrike" kern="1200" dirty="0" err="1">
                          <a:solidFill>
                            <a:schemeClr val="tx1">
                              <a:lumMod val="85000"/>
                              <a:lumOff val="15000"/>
                            </a:schemeClr>
                          </a:solidFill>
                          <a:effectLst/>
                          <a:latin typeface="+mn-lt"/>
                          <a:ea typeface="+mn-ea"/>
                          <a:cs typeface="+mn-cs"/>
                        </a:rPr>
                        <a:t>Friedmans’s</a:t>
                      </a:r>
                      <a:r>
                        <a:rPr kumimoji="0" lang="en-GB" sz="1400" u="none" strike="noStrike" kern="1200" dirty="0">
                          <a:solidFill>
                            <a:schemeClr val="tx1">
                              <a:lumMod val="85000"/>
                              <a:lumOff val="15000"/>
                            </a:schemeClr>
                          </a:solidFill>
                          <a:effectLst/>
                          <a:latin typeface="+mn-lt"/>
                          <a:ea typeface="+mn-ea"/>
                          <a:cs typeface="+mn-cs"/>
                        </a:rPr>
                        <a:t> ANOVA</a:t>
                      </a:r>
                    </a:p>
                  </a:txBody>
                  <a:tcPr marL="76200" marR="76200" marT="76200" marB="76200" anchor="ctr"/>
                </a:tc>
                <a:extLst>
                  <a:ext uri="{0D108BD9-81ED-4DB2-BD59-A6C34878D82A}">
                    <a16:rowId xmlns:a16="http://schemas.microsoft.com/office/drawing/2014/main" val="610244859"/>
                  </a:ext>
                </a:extLst>
              </a:tr>
              <a:tr h="238478">
                <a:tc>
                  <a:txBody>
                    <a:bodyPr/>
                    <a:lstStyle/>
                    <a:p>
                      <a:r>
                        <a:rPr kumimoji="0" lang="en-GB" sz="1400" u="none" strike="noStrike" kern="1200" dirty="0">
                          <a:solidFill>
                            <a:schemeClr val="tx1">
                              <a:lumMod val="85000"/>
                              <a:lumOff val="15000"/>
                            </a:schemeClr>
                          </a:solidFill>
                          <a:effectLst/>
                          <a:latin typeface="+mn-lt"/>
                          <a:ea typeface="+mn-ea"/>
                          <a:cs typeface="+mn-cs"/>
                        </a:rPr>
                        <a:t>Correlation Coefficient</a:t>
                      </a:r>
                    </a:p>
                  </a:txBody>
                  <a:tcPr marL="76200" marR="76200" marT="76200" marB="76200" anchor="ctr"/>
                </a:tc>
                <a:tc>
                  <a:txBody>
                    <a:bodyPr/>
                    <a:lstStyle/>
                    <a:p>
                      <a:pPr marL="0" indent="0"/>
                      <a:r>
                        <a:rPr kumimoji="0" lang="en-GB" sz="1400" u="none" strike="noStrike" kern="1200" dirty="0">
                          <a:solidFill>
                            <a:schemeClr val="tx1">
                              <a:lumMod val="85000"/>
                              <a:lumOff val="15000"/>
                            </a:schemeClr>
                          </a:solidFill>
                          <a:effectLst/>
                          <a:latin typeface="+mn-lt"/>
                          <a:ea typeface="+mn-ea"/>
                          <a:cs typeface="+mn-cs"/>
                        </a:rPr>
                        <a:t>Spearman Rank Correlation</a:t>
                      </a:r>
                    </a:p>
                  </a:txBody>
                  <a:tcPr marL="76200" marR="76200" marT="76200" marB="76200" anchor="ctr"/>
                </a:tc>
                <a:extLst>
                  <a:ext uri="{0D108BD9-81ED-4DB2-BD59-A6C34878D82A}">
                    <a16:rowId xmlns:a16="http://schemas.microsoft.com/office/drawing/2014/main" val="344974358"/>
                  </a:ext>
                </a:extLst>
              </a:tr>
            </a:tbl>
          </a:graphicData>
        </a:graphic>
      </p:graphicFrame>
    </p:spTree>
    <p:extLst>
      <p:ext uri="{BB962C8B-B14F-4D97-AF65-F5344CB8AC3E}">
        <p14:creationId xmlns:p14="http://schemas.microsoft.com/office/powerpoint/2010/main" val="27947722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C55D9-03B7-6735-E4EA-9CDF79CCBBCC}"/>
              </a:ext>
            </a:extLst>
          </p:cNvPr>
          <p:cNvSpPr>
            <a:spLocks noGrp="1"/>
          </p:cNvSpPr>
          <p:nvPr>
            <p:ph type="title"/>
          </p:nvPr>
        </p:nvSpPr>
        <p:spPr/>
        <p:txBody>
          <a:bodyPr/>
          <a:lstStyle/>
          <a:p>
            <a:r>
              <a:rPr lang="en-GB" dirty="0"/>
              <a:t>Test your understanding</a:t>
            </a:r>
          </a:p>
        </p:txBody>
      </p:sp>
      <p:sp>
        <p:nvSpPr>
          <p:cNvPr id="3" name="Content Placeholder 2">
            <a:extLst>
              <a:ext uri="{FF2B5EF4-FFF2-40B4-BE49-F238E27FC236}">
                <a16:creationId xmlns:a16="http://schemas.microsoft.com/office/drawing/2014/main" id="{2C69F99F-A699-D3F6-AAD3-A9DBE9A177F1}"/>
              </a:ext>
            </a:extLst>
          </p:cNvPr>
          <p:cNvSpPr>
            <a:spLocks noGrp="1"/>
          </p:cNvSpPr>
          <p:nvPr>
            <p:ph sz="quarter" idx="1"/>
          </p:nvPr>
        </p:nvSpPr>
        <p:spPr/>
        <p:txBody>
          <a:bodyPr>
            <a:normAutofit/>
          </a:bodyPr>
          <a:lstStyle/>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What are the assumptions for parametric statistical tests?</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When should nonparametric tests be considered?</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Is the Chi-squared test “assumption free”? If not, what are the assumptions of a Chi-squared test?</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What are the alternative nonparametric tests for the independent-samples t test, the paired-samples t test, the one-way ANOVA test, and the one-way repeated measures ANOVA test?</a:t>
            </a:r>
            <a:endParaRPr lang="en-GB" sz="1800" dirty="0">
              <a:latin typeface="Calibri" panose="020F0502020204030204" pitchFamily="34" charset="0"/>
              <a:ea typeface="DengXian" panose="020B0503020204020204" pitchFamily="2" charset="-122"/>
              <a:cs typeface="Arial" panose="020B0604020202020204" pitchFamily="34" charset="0"/>
            </a:endParaRPr>
          </a:p>
        </p:txBody>
      </p:sp>
      <p:sp>
        <p:nvSpPr>
          <p:cNvPr id="4" name="Footer Placeholder 3">
            <a:extLst>
              <a:ext uri="{FF2B5EF4-FFF2-40B4-BE49-F238E27FC236}">
                <a16:creationId xmlns:a16="http://schemas.microsoft.com/office/drawing/2014/main" id="{7DF1ADA8-1E8D-93B4-43C0-F385C353D593}"/>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6329E942-49A5-5038-091E-9B93638A58E8}"/>
              </a:ext>
            </a:extLst>
          </p:cNvPr>
          <p:cNvSpPr>
            <a:spLocks noGrp="1"/>
          </p:cNvSpPr>
          <p:nvPr>
            <p:ph type="sldNum" sz="quarter" idx="4"/>
          </p:nvPr>
        </p:nvSpPr>
        <p:spPr/>
        <p:txBody>
          <a:bodyPr/>
          <a:lstStyle/>
          <a:p>
            <a:fld id="{9FD7ECCF-50E7-4327-B945-FA93FF7B2BEF}" type="slidenum">
              <a:rPr lang="en-US" smtClean="0"/>
              <a:pPr/>
              <a:t>41</a:t>
            </a:fld>
            <a:r>
              <a:rPr lang="en-GB"/>
              <a:t>/40</a:t>
            </a:r>
            <a:endParaRPr lang="en-US" dirty="0"/>
          </a:p>
        </p:txBody>
      </p:sp>
    </p:spTree>
    <p:extLst>
      <p:ext uri="{BB962C8B-B14F-4D97-AF65-F5344CB8AC3E}">
        <p14:creationId xmlns:p14="http://schemas.microsoft.com/office/powerpoint/2010/main" val="13931133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GB" dirty="0"/>
              <a:t>Reading</a:t>
            </a:r>
            <a:endParaRPr lang="en-US" dirty="0"/>
          </a:p>
        </p:txBody>
      </p:sp>
      <p:sp>
        <p:nvSpPr>
          <p:cNvPr id="223235" name="Rectangle 3"/>
          <p:cNvSpPr>
            <a:spLocks noGrp="1" noChangeArrowheads="1"/>
          </p:cNvSpPr>
          <p:nvPr>
            <p:ph sz="quarter" idx="1"/>
          </p:nvPr>
        </p:nvSpPr>
        <p:spPr>
          <a:xfrm>
            <a:off x="685800" y="1571612"/>
            <a:ext cx="8229600" cy="5286388"/>
          </a:xfrm>
        </p:spPr>
        <p:txBody>
          <a:bodyPr>
            <a:noAutofit/>
          </a:bodyPr>
          <a:lstStyle/>
          <a:p>
            <a:pPr algn="just">
              <a:spcBef>
                <a:spcPts val="0"/>
              </a:spcBef>
            </a:pPr>
            <a:r>
              <a:rPr lang="en-GB" sz="1200" i="1" dirty="0">
                <a:cs typeface="Times New Roman" pitchFamily="18" charset="0"/>
              </a:rPr>
              <a:t>Lazar, J. et al. (2017) Research methods in human-computer interaction. Second edition. Cambridge, Massachusetts: Morgan Kaufmann Publishers.</a:t>
            </a:r>
          </a:p>
          <a:p>
            <a:pPr lvl="1" algn="just">
              <a:spcBef>
                <a:spcPts val="0"/>
              </a:spcBef>
            </a:pPr>
            <a:r>
              <a:rPr lang="en-GB" sz="1200" i="1" dirty="0">
                <a:solidFill>
                  <a:schemeClr val="accent1">
                    <a:lumMod val="50000"/>
                  </a:schemeClr>
                </a:solidFill>
              </a:rPr>
              <a:t>Chapter 3 Experimental design</a:t>
            </a:r>
          </a:p>
          <a:p>
            <a:pPr lvl="1" algn="just">
              <a:spcBef>
                <a:spcPts val="0"/>
              </a:spcBef>
            </a:pPr>
            <a:r>
              <a:rPr lang="en-GB" sz="1200" i="1" dirty="0">
                <a:solidFill>
                  <a:schemeClr val="accent1">
                    <a:lumMod val="50000"/>
                  </a:schemeClr>
                </a:solidFill>
              </a:rPr>
              <a:t>Chapter 4. Statistical analysis</a:t>
            </a:r>
          </a:p>
          <a:p>
            <a:pPr lvl="1" algn="just">
              <a:spcBef>
                <a:spcPts val="0"/>
              </a:spcBef>
            </a:pPr>
            <a:endParaRPr lang="en-GB" sz="1200" dirty="0">
              <a:solidFill>
                <a:srgbClr val="3A3A3A"/>
              </a:solidFill>
            </a:endParaRPr>
          </a:p>
          <a:p>
            <a:pPr algn="just">
              <a:spcBef>
                <a:spcPts val="0"/>
              </a:spcBef>
            </a:pPr>
            <a:r>
              <a:rPr lang="en-GB" sz="1200" i="1" dirty="0" err="1">
                <a:cs typeface="Times New Roman" pitchFamily="18" charset="0"/>
              </a:rPr>
              <a:t>MacKenzie</a:t>
            </a:r>
            <a:r>
              <a:rPr lang="en-GB" sz="1200" i="1" dirty="0">
                <a:cs typeface="Times New Roman" pitchFamily="18" charset="0"/>
              </a:rPr>
              <a:t> S. Human-Computer Interaction: An Empirical Research Perspective. Waltham, MA: Elsevier; 2013.</a:t>
            </a:r>
          </a:p>
          <a:p>
            <a:pPr algn="just">
              <a:spcBef>
                <a:spcPts val="0"/>
              </a:spcBef>
            </a:pPr>
            <a:r>
              <a:rPr lang="en-GB" sz="1200" i="1" dirty="0" err="1">
                <a:cs typeface="Times New Roman" pitchFamily="18" charset="0"/>
              </a:rPr>
              <a:t>Camilli</a:t>
            </a:r>
            <a:r>
              <a:rPr lang="en-GB" sz="1200" i="1" dirty="0">
                <a:cs typeface="Times New Roman" pitchFamily="18" charset="0"/>
              </a:rPr>
              <a:t> G, Hopkins K. (1978) Applicability of chi-square to 2 × 2 contingency tables with small expected cell frequencies. Psychological Bulletin. 1978;85(1):163–167.</a:t>
            </a:r>
          </a:p>
          <a:p>
            <a:pPr marL="45720" indent="0" algn="just">
              <a:spcBef>
                <a:spcPts val="0"/>
              </a:spcBef>
              <a:buNone/>
            </a:pPr>
            <a:endParaRPr lang="en-GB" sz="1200" i="1" dirty="0">
              <a:solidFill>
                <a:schemeClr val="accent1">
                  <a:lumMod val="50000"/>
                </a:schemeClr>
              </a:solidFill>
            </a:endParaRPr>
          </a:p>
          <a:p>
            <a:pPr marL="45720" indent="0" algn="just">
              <a:spcBef>
                <a:spcPts val="0"/>
              </a:spcBef>
              <a:buNone/>
            </a:pPr>
            <a:r>
              <a:rPr lang="en-GB" sz="1200" i="1" dirty="0">
                <a:solidFill>
                  <a:schemeClr val="accent1">
                    <a:lumMod val="50000"/>
                  </a:schemeClr>
                </a:solidFill>
              </a:rPr>
              <a:t>Online Resources</a:t>
            </a:r>
            <a:endParaRPr lang="en-GB" sz="1200" i="1" dirty="0">
              <a:cs typeface="Times New Roman" pitchFamily="18" charset="0"/>
            </a:endParaRPr>
          </a:p>
          <a:p>
            <a:pPr marL="342900" indent="-342900" algn="just">
              <a:spcBef>
                <a:spcPts val="0"/>
              </a:spcBef>
            </a:pPr>
            <a:r>
              <a:rPr lang="en-GB" sz="1200" b="0" i="0" dirty="0">
                <a:solidFill>
                  <a:srgbClr val="202F66"/>
                </a:solidFill>
                <a:effectLst/>
                <a:latin typeface="Inter"/>
              </a:rPr>
              <a:t>Turney, S. (2022, June 17). </a:t>
            </a:r>
            <a:r>
              <a:rPr lang="en-GB" sz="1100" b="0" i="0" dirty="0">
                <a:solidFill>
                  <a:srgbClr val="202F66"/>
                </a:solidFill>
                <a:effectLst/>
                <a:latin typeface="Inter"/>
              </a:rPr>
              <a:t>Turney, S. (2022, November 10). </a:t>
            </a:r>
            <a:r>
              <a:rPr lang="en-GB" sz="1100" b="0" i="1" dirty="0">
                <a:solidFill>
                  <a:srgbClr val="202F66"/>
                </a:solidFill>
                <a:effectLst/>
                <a:latin typeface="Inter"/>
              </a:rPr>
              <a:t>Chi-Square (Χ²) Table | Examples &amp; Downloadable Table.</a:t>
            </a:r>
            <a:r>
              <a:rPr lang="en-GB" sz="1100" b="0" i="0" dirty="0">
                <a:solidFill>
                  <a:srgbClr val="202F66"/>
                </a:solidFill>
                <a:effectLst/>
                <a:latin typeface="Inter"/>
              </a:rPr>
              <a:t> </a:t>
            </a:r>
            <a:r>
              <a:rPr lang="en-GB" sz="1100" b="0" i="0" dirty="0" err="1">
                <a:solidFill>
                  <a:srgbClr val="202F66"/>
                </a:solidFill>
                <a:effectLst/>
                <a:latin typeface="Inter"/>
              </a:rPr>
              <a:t>Scribbr</a:t>
            </a:r>
            <a:r>
              <a:rPr lang="en-GB" sz="1100" b="0" i="0" dirty="0">
                <a:solidFill>
                  <a:srgbClr val="202F66"/>
                </a:solidFill>
                <a:effectLst/>
                <a:latin typeface="Inter"/>
              </a:rPr>
              <a:t>. Retrieved November 28, 2022, from </a:t>
            </a:r>
            <a:r>
              <a:rPr lang="en-GB" sz="1100" b="0" i="0" dirty="0">
                <a:solidFill>
                  <a:srgbClr val="202F66"/>
                </a:solidFill>
                <a:effectLst/>
                <a:latin typeface="Inter"/>
                <a:hlinkClick r:id="rId3"/>
              </a:rPr>
              <a:t>https://www.scribbr.com/statistics/chi-square-distribution-table/</a:t>
            </a:r>
            <a:endParaRPr lang="en-GB" sz="1100" b="0" i="0" dirty="0">
              <a:solidFill>
                <a:srgbClr val="202F66"/>
              </a:solidFill>
              <a:effectLst/>
              <a:latin typeface="Inter"/>
            </a:endParaRPr>
          </a:p>
          <a:p>
            <a:pPr marL="342900" indent="-342900" algn="just">
              <a:spcBef>
                <a:spcPts val="0"/>
              </a:spcBef>
            </a:pPr>
            <a:endParaRPr lang="en-US" sz="1200" b="0" i="0" dirty="0">
              <a:solidFill>
                <a:srgbClr val="333333"/>
              </a:solidFill>
              <a:effectLst/>
            </a:endParaRPr>
          </a:p>
        </p:txBody>
      </p:sp>
      <p:sp>
        <p:nvSpPr>
          <p:cNvPr id="4" name="Footer Placeholder 3">
            <a:extLst>
              <a:ext uri="{FF2B5EF4-FFF2-40B4-BE49-F238E27FC236}">
                <a16:creationId xmlns:a16="http://schemas.microsoft.com/office/drawing/2014/main" id="{2FD1888D-ECE6-72B7-8B24-3D7D5FD930F6}"/>
              </a:ext>
            </a:extLst>
          </p:cNvPr>
          <p:cNvSpPr>
            <a:spLocks noGrp="1"/>
          </p:cNvSpPr>
          <p:nvPr>
            <p:ph type="ftr" sz="quarter" idx="3"/>
          </p:nvPr>
        </p:nvSpPr>
        <p:spPr/>
        <p:txBody>
          <a:bodyPr/>
          <a:lstStyle/>
          <a:p>
            <a:pPr algn="l"/>
            <a:r>
              <a:rPr lang="en-GB"/>
              <a:t>© Dr Daphne Economou – 6MMCS009W1 Usability Testing &amp; Evaluation</a:t>
            </a:r>
            <a:endParaRPr lang="en-US" dirty="0"/>
          </a:p>
        </p:txBody>
      </p:sp>
      <p:sp>
        <p:nvSpPr>
          <p:cNvPr id="5" name="Slide Number Placeholder 4">
            <a:extLst>
              <a:ext uri="{FF2B5EF4-FFF2-40B4-BE49-F238E27FC236}">
                <a16:creationId xmlns:a16="http://schemas.microsoft.com/office/drawing/2014/main" id="{9BCCB275-38F5-1C27-8F45-7B7D88634940}"/>
              </a:ext>
            </a:extLst>
          </p:cNvPr>
          <p:cNvSpPr>
            <a:spLocks noGrp="1"/>
          </p:cNvSpPr>
          <p:nvPr>
            <p:ph type="sldNum" sz="quarter" idx="4"/>
          </p:nvPr>
        </p:nvSpPr>
        <p:spPr/>
        <p:txBody>
          <a:bodyPr/>
          <a:lstStyle/>
          <a:p>
            <a:fld id="{9FD7ECCF-50E7-4327-B945-FA93FF7B2BEF}" type="slidenum">
              <a:rPr lang="en-US" smtClean="0"/>
              <a:pPr/>
              <a:t>42</a:t>
            </a:fld>
            <a:r>
              <a:rPr lang="en-GB"/>
              <a:t>/40</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17504</TotalTime>
  <Words>3568</Words>
  <Application>Microsoft Office PowerPoint</Application>
  <PresentationFormat>On-screen Show (4:3)</PresentationFormat>
  <Paragraphs>742</Paragraphs>
  <Slides>42</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Wingdings</vt:lpstr>
      <vt:lpstr>Wingdings 2</vt:lpstr>
      <vt:lpstr>Times New Roman</vt:lpstr>
      <vt:lpstr>Noto serif</vt:lpstr>
      <vt:lpstr>Tw Cen MT</vt:lpstr>
      <vt:lpstr>Inter</vt:lpstr>
      <vt:lpstr>Calibri</vt:lpstr>
      <vt:lpstr>Median</vt:lpstr>
      <vt:lpstr>Hypothesis Testing Process  Non Parametric tests </vt:lpstr>
      <vt:lpstr>Recap</vt:lpstr>
      <vt:lpstr>Types of statistical test</vt:lpstr>
      <vt:lpstr>Commonly used test in usability testing</vt:lpstr>
      <vt:lpstr>Non-Parametric tests</vt:lpstr>
      <vt:lpstr>Non-Parametric tests</vt:lpstr>
      <vt:lpstr>Non-Parametric tests</vt:lpstr>
      <vt:lpstr>Non-Parametric tests</vt:lpstr>
      <vt:lpstr>Parametric vs Nonparametric </vt:lpstr>
      <vt:lpstr>Chi-Squared Test</vt:lpstr>
      <vt:lpstr>Chi-Squared Test - example</vt:lpstr>
      <vt:lpstr>Chi-Squared Test –  data organisation in SPSS</vt:lpstr>
      <vt:lpstr>Run Chi-Squared Test in SPSS</vt:lpstr>
      <vt:lpstr>Chi-Squared Test results</vt:lpstr>
      <vt:lpstr>Chi-Squared Test interpretation of the results</vt:lpstr>
      <vt:lpstr>Chi-Squared Test</vt:lpstr>
      <vt:lpstr>Chi-Squared Test –  data organisation in SPSS</vt:lpstr>
      <vt:lpstr>Run Chi-Squared Test in SPSS</vt:lpstr>
      <vt:lpstr>Chi-Squared Test interpretation of the results</vt:lpstr>
      <vt:lpstr>Nonparametric tests are not assumption-free</vt:lpstr>
      <vt:lpstr>Parametric vs Nonparametric </vt:lpstr>
      <vt:lpstr>Mann-Whitney U test</vt:lpstr>
      <vt:lpstr>Mann-Whitney U test</vt:lpstr>
      <vt:lpstr>Descriptive statistics for the two groups</vt:lpstr>
      <vt:lpstr>Mann-Whitney U test results and interpretation</vt:lpstr>
      <vt:lpstr>Wilcoxon Signed Rank test</vt:lpstr>
      <vt:lpstr>Wilcoxon Signed Rank test – organisation of data in SPSS</vt:lpstr>
      <vt:lpstr>Wilcoxon Signed Rank test</vt:lpstr>
      <vt:lpstr>Wilcoxon Signed Rank test  results</vt:lpstr>
      <vt:lpstr>Kruskal-Wallis One-Way Analysis of Variance by Ranks</vt:lpstr>
      <vt:lpstr>Kruskal-Wallis One-Way Analysis of Variance by Ranks</vt:lpstr>
      <vt:lpstr>Kruskal-Wallis One-Way Analysis of Variance by Ranks</vt:lpstr>
      <vt:lpstr>Kruskal-Wallis One-Way Analysis of Variance by Ranks</vt:lpstr>
      <vt:lpstr>Kruskal-Wallis One-Way Analysis of Variance by Ranks</vt:lpstr>
      <vt:lpstr>Friedman's Two-Way Analysis of Variance Test</vt:lpstr>
      <vt:lpstr>Friedman's Two-Way Analysis of Variance Test</vt:lpstr>
      <vt:lpstr>Friedman's Two-Way Analysis of Variance Test</vt:lpstr>
      <vt:lpstr>Friedman's Two-Way Analysis of Variance Test</vt:lpstr>
      <vt:lpstr>Friedman's Two-Way Analysis of Variance Test</vt:lpstr>
      <vt:lpstr>Summary</vt:lpstr>
      <vt:lpstr>Test your understanding</vt:lpstr>
      <vt:lpstr>Reading</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2AIT504  Human Computer Interaction</dc:title>
  <dc:creator>daphne</dc:creator>
  <cp:lastModifiedBy>Daphne Economou</cp:lastModifiedBy>
  <cp:revision>811</cp:revision>
  <cp:lastPrinted>1601-01-01T00:00:00Z</cp:lastPrinted>
  <dcterms:created xsi:type="dcterms:W3CDTF">2003-07-23T09:11:55Z</dcterms:created>
  <dcterms:modified xsi:type="dcterms:W3CDTF">2023-11-24T11:05:43Z</dcterms:modified>
</cp:coreProperties>
</file>